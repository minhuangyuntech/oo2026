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06e3599ff640d2" /><Relationship Type="http://schemas.openxmlformats.org/officeDocument/2006/relationships/extended-properties" Target="/docProps/app.xml" Id="R96c48efd4f544ec6" /><Relationship Type="http://schemas.openxmlformats.org/officeDocument/2006/relationships/officeDocument" Target="/ppt/presentation.xml" Id="R64ddf3651c9246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4448ef5a8c4d92"/>
  </p:sldMasterIdLst>
  <p:notesMasterIdLst>
    <p:notesMasterId xmlns:r="http://schemas.openxmlformats.org/officeDocument/2006/relationships" r:id="Rb7f87296cc354113"/>
  </p:notesMasterIdLst>
  <p:sldIdLst>
    <p:sldId xmlns:r="http://schemas.openxmlformats.org/officeDocument/2006/relationships" id="256" r:id="R1655006d40c04213"/>
    <p:sldId xmlns:r="http://schemas.openxmlformats.org/officeDocument/2006/relationships" id="257" r:id="R061b6d4d7ddf4ee4"/>
    <p:sldId xmlns:r="http://schemas.openxmlformats.org/officeDocument/2006/relationships" id="258" r:id="R9f818214266942cf"/>
    <p:sldId xmlns:r="http://schemas.openxmlformats.org/officeDocument/2006/relationships" id="259" r:id="Rcff5d3fa893146c5"/>
    <p:sldId xmlns:r="http://schemas.openxmlformats.org/officeDocument/2006/relationships" id="260" r:id="R4d3702b2678b41fc"/>
    <p:sldId xmlns:r="http://schemas.openxmlformats.org/officeDocument/2006/relationships" id="261" r:id="R22f244f6634e44cc"/>
    <p:sldId xmlns:r="http://schemas.openxmlformats.org/officeDocument/2006/relationships" id="262" r:id="Rf505b5ff8cf44070"/>
    <p:sldId xmlns:r="http://schemas.openxmlformats.org/officeDocument/2006/relationships" id="263" r:id="R0ad480e2fa144ea2"/>
    <p:sldId xmlns:r="http://schemas.openxmlformats.org/officeDocument/2006/relationships" id="264" r:id="R010ea0716d6c48a4"/>
    <p:sldId xmlns:r="http://schemas.openxmlformats.org/officeDocument/2006/relationships" id="265" r:id="R71384f6e5e874aed"/>
    <p:sldId xmlns:r="http://schemas.openxmlformats.org/officeDocument/2006/relationships" id="266" r:id="R1b001bbfa9f64731"/>
    <p:sldId xmlns:r="http://schemas.openxmlformats.org/officeDocument/2006/relationships" id="267" r:id="R329c38c29b364735"/>
    <p:sldId xmlns:r="http://schemas.openxmlformats.org/officeDocument/2006/relationships" id="268" r:id="R900f013fcd704ce7"/>
    <p:sldId xmlns:r="http://schemas.openxmlformats.org/officeDocument/2006/relationships" id="269" r:id="R6b5d032257ba434e"/>
    <p:sldId xmlns:r="http://schemas.openxmlformats.org/officeDocument/2006/relationships" id="270" r:id="R1a462c1fd2ec44eb"/>
    <p:sldId xmlns:r="http://schemas.openxmlformats.org/officeDocument/2006/relationships" id="271" r:id="R76687c81699d4212"/>
    <p:sldId xmlns:r="http://schemas.openxmlformats.org/officeDocument/2006/relationships" id="272" r:id="R6dadaf9b24f14e60"/>
    <p:sldId xmlns:r="http://schemas.openxmlformats.org/officeDocument/2006/relationships" id="273" r:id="R9e2f1dff24214b7d"/>
    <p:sldId xmlns:r="http://schemas.openxmlformats.org/officeDocument/2006/relationships" id="274" r:id="R47f7817e013d4cb3"/>
    <p:sldId xmlns:r="http://schemas.openxmlformats.org/officeDocument/2006/relationships" id="275" r:id="Rcb50bdc9b7284d37"/>
    <p:sldId xmlns:r="http://schemas.openxmlformats.org/officeDocument/2006/relationships" id="276" r:id="Rd9ae4ba673d54318"/>
    <p:sldId xmlns:r="http://schemas.openxmlformats.org/officeDocument/2006/relationships" id="277" r:id="R1f6057a317b5482d"/>
    <p:sldId xmlns:r="http://schemas.openxmlformats.org/officeDocument/2006/relationships" id="278" r:id="R73dcacb68f2a4ecf"/>
    <p:sldId xmlns:r="http://schemas.openxmlformats.org/officeDocument/2006/relationships" id="279" r:id="R6abc61a7f76c4abf"/>
    <p:sldId xmlns:r="http://schemas.openxmlformats.org/officeDocument/2006/relationships" id="280" r:id="R9d605a7abb8f4744"/>
    <p:sldId xmlns:r="http://schemas.openxmlformats.org/officeDocument/2006/relationships" id="281" r:id="R7091d7293201485c"/>
    <p:sldId xmlns:r="http://schemas.openxmlformats.org/officeDocument/2006/relationships" id="282" r:id="R63b76d4cd3fe4937"/>
    <p:sldId xmlns:r="http://schemas.openxmlformats.org/officeDocument/2006/relationships" id="283" r:id="R657a076e5ee84e06"/>
    <p:sldId xmlns:r="http://schemas.openxmlformats.org/officeDocument/2006/relationships" id="284" r:id="R655bf64e78744c8c"/>
    <p:sldId xmlns:r="http://schemas.openxmlformats.org/officeDocument/2006/relationships" id="285" r:id="R295625a3965d487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a2c8efe74149a2" /><Relationship Type="http://schemas.openxmlformats.org/officeDocument/2006/relationships/slideMaster" Target="/ppt/slideMasters/slideMaster1.xml" Id="Re44448ef5a8c4d92" /><Relationship Type="http://schemas.openxmlformats.org/officeDocument/2006/relationships/notesMaster" Target="/ppt/notesMasters/notesMaster1.xml" Id="Rb7f87296cc354113" /><Relationship Type="http://schemas.openxmlformats.org/officeDocument/2006/relationships/presProps" Target="/ppt/presProps.xml" Id="R37641d48ed9940cb" /><Relationship Type="http://schemas.openxmlformats.org/officeDocument/2006/relationships/tableStyles" Target="/ppt/tableStyles.xml" Id="R2add6917ec7844dd" /><Relationship Type="http://schemas.openxmlformats.org/officeDocument/2006/relationships/slide" Target="/ppt/slides/slide1.xml" Id="R1655006d40c04213" /><Relationship Type="http://schemas.openxmlformats.org/officeDocument/2006/relationships/slide" Target="/ppt/slides/slide2.xml" Id="R061b6d4d7ddf4ee4" /><Relationship Type="http://schemas.openxmlformats.org/officeDocument/2006/relationships/slide" Target="/ppt/slides/slide3.xml" Id="R9f818214266942cf" /><Relationship Type="http://schemas.openxmlformats.org/officeDocument/2006/relationships/slide" Target="/ppt/slides/slide4.xml" Id="Rcff5d3fa893146c5" /><Relationship Type="http://schemas.openxmlformats.org/officeDocument/2006/relationships/slide" Target="/ppt/slides/slide5.xml" Id="R4d3702b2678b41fc" /><Relationship Type="http://schemas.openxmlformats.org/officeDocument/2006/relationships/slide" Target="/ppt/slides/slide6.xml" Id="R22f244f6634e44cc" /><Relationship Type="http://schemas.openxmlformats.org/officeDocument/2006/relationships/slide" Target="/ppt/slides/slide7.xml" Id="Rf505b5ff8cf44070" /><Relationship Type="http://schemas.openxmlformats.org/officeDocument/2006/relationships/slide" Target="/ppt/slides/slide8.xml" Id="R0ad480e2fa144ea2" /><Relationship Type="http://schemas.openxmlformats.org/officeDocument/2006/relationships/slide" Target="/ppt/slides/slide9.xml" Id="R010ea0716d6c48a4" /><Relationship Type="http://schemas.openxmlformats.org/officeDocument/2006/relationships/slide" Target="/ppt/slides/slide10.xml" Id="R71384f6e5e874aed" /><Relationship Type="http://schemas.openxmlformats.org/officeDocument/2006/relationships/slide" Target="/ppt/slides/slide11.xml" Id="R1b001bbfa9f64731" /><Relationship Type="http://schemas.openxmlformats.org/officeDocument/2006/relationships/slide" Target="/ppt/slides/slide12.xml" Id="R329c38c29b364735" /><Relationship Type="http://schemas.openxmlformats.org/officeDocument/2006/relationships/slide" Target="/ppt/slides/slide13.xml" Id="R900f013fcd704ce7" /><Relationship Type="http://schemas.openxmlformats.org/officeDocument/2006/relationships/slide" Target="/ppt/slides/slide14.xml" Id="R6b5d032257ba434e" /><Relationship Type="http://schemas.openxmlformats.org/officeDocument/2006/relationships/slide" Target="/ppt/slides/slide15.xml" Id="R1a462c1fd2ec44eb" /><Relationship Type="http://schemas.openxmlformats.org/officeDocument/2006/relationships/slide" Target="/ppt/slides/slide16.xml" Id="R76687c81699d4212" /><Relationship Type="http://schemas.openxmlformats.org/officeDocument/2006/relationships/slide" Target="/ppt/slides/slide17.xml" Id="R6dadaf9b24f14e60" /><Relationship Type="http://schemas.openxmlformats.org/officeDocument/2006/relationships/slide" Target="/ppt/slides/slide18.xml" Id="R9e2f1dff24214b7d" /><Relationship Type="http://schemas.openxmlformats.org/officeDocument/2006/relationships/slide" Target="/ppt/slides/slide19.xml" Id="R47f7817e013d4cb3" /><Relationship Type="http://schemas.openxmlformats.org/officeDocument/2006/relationships/slide" Target="/ppt/slides/slide20.xml" Id="Rcb50bdc9b7284d37" /><Relationship Type="http://schemas.openxmlformats.org/officeDocument/2006/relationships/slide" Target="/ppt/slides/slide21.xml" Id="Rd9ae4ba673d54318" /><Relationship Type="http://schemas.openxmlformats.org/officeDocument/2006/relationships/slide" Target="/ppt/slides/slide22.xml" Id="R1f6057a317b5482d" /><Relationship Type="http://schemas.openxmlformats.org/officeDocument/2006/relationships/slide" Target="/ppt/slides/slide23.xml" Id="R73dcacb68f2a4ecf" /><Relationship Type="http://schemas.openxmlformats.org/officeDocument/2006/relationships/slide" Target="/ppt/slides/slide24.xml" Id="R6abc61a7f76c4abf" /><Relationship Type="http://schemas.openxmlformats.org/officeDocument/2006/relationships/slide" Target="/ppt/slides/slide25.xml" Id="R9d605a7abb8f4744" /><Relationship Type="http://schemas.openxmlformats.org/officeDocument/2006/relationships/slide" Target="/ppt/slides/slide26.xml" Id="R7091d7293201485c" /><Relationship Type="http://schemas.openxmlformats.org/officeDocument/2006/relationships/slide" Target="/ppt/slides/slide27.xml" Id="R63b76d4cd3fe4937" /><Relationship Type="http://schemas.openxmlformats.org/officeDocument/2006/relationships/slide" Target="/ppt/slides/slide28.xml" Id="R657a076e5ee84e06" /><Relationship Type="http://schemas.openxmlformats.org/officeDocument/2006/relationships/slide" Target="/ppt/slides/slide29.xml" Id="R655bf64e78744c8c" /><Relationship Type="http://schemas.openxmlformats.org/officeDocument/2006/relationships/slide" Target="/ppt/slides/slide30.xml" Id="R295625a3965d48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19db307cdc47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8dc84b610c464a" /><Relationship Type="http://schemas.openxmlformats.org/officeDocument/2006/relationships/notesMaster" Target="/ppt/notesMasters/notesMaster1.xml" Id="Rcc30d89ab70544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6a6cec418343fb" /><Relationship Type="http://schemas.openxmlformats.org/officeDocument/2006/relationships/notesMaster" Target="/ppt/notesMasters/notesMaster1.xml" Id="Rcc17d93407dd46a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7cac7976544b2c" /><Relationship Type="http://schemas.openxmlformats.org/officeDocument/2006/relationships/notesMaster" Target="/ppt/notesMasters/notesMaster1.xml" Id="Rdd3a52da606c45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e7eb78f1444a83" /><Relationship Type="http://schemas.openxmlformats.org/officeDocument/2006/relationships/notesMaster" Target="/ppt/notesMasters/notesMaster1.xml" Id="Rc22776d79a7144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56a134c3964de5" /><Relationship Type="http://schemas.openxmlformats.org/officeDocument/2006/relationships/notesMaster" Target="/ppt/notesMasters/notesMaster1.xml" Id="Raed9e6f43fcf41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c578cc3fc443c0" /><Relationship Type="http://schemas.openxmlformats.org/officeDocument/2006/relationships/notesMaster" Target="/ppt/notesMasters/notesMaster1.xml" Id="Rd2559a9051b148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207a84c7b3489f" /><Relationship Type="http://schemas.openxmlformats.org/officeDocument/2006/relationships/notesMaster" Target="/ppt/notesMasters/notesMaster1.xml" Id="Rdc39934ca95d4c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de19d9663bf4108" /><Relationship Type="http://schemas.openxmlformats.org/officeDocument/2006/relationships/notesMaster" Target="/ppt/notesMasters/notesMaster1.xml" Id="Rf6475e9f73c44e0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4acb15f47804c1b" /><Relationship Type="http://schemas.openxmlformats.org/officeDocument/2006/relationships/notesMaster" Target="/ppt/notesMasters/notesMaster1.xml" Id="R03c9d4ce798d49b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ce25fef00348af" /><Relationship Type="http://schemas.openxmlformats.org/officeDocument/2006/relationships/notesMaster" Target="/ppt/notesMasters/notesMaster1.xml" Id="R14bce8f9ab92495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4140b70dc3647d0" /><Relationship Type="http://schemas.openxmlformats.org/officeDocument/2006/relationships/notesMaster" Target="/ppt/notesMasters/notesMaster1.xml" Id="R96ab897e946d484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1b4a028e17e4874" /><Relationship Type="http://schemas.openxmlformats.org/officeDocument/2006/relationships/notesMaster" Target="/ppt/notesMasters/notesMaster1.xml" Id="R3e4b7fb00a97455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3083be32f4e4124" /><Relationship Type="http://schemas.openxmlformats.org/officeDocument/2006/relationships/notesMaster" Target="/ppt/notesMasters/notesMaster1.xml" Id="R259fc6239cb2428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571814188e9493c" /><Relationship Type="http://schemas.openxmlformats.org/officeDocument/2006/relationships/notesMaster" Target="/ppt/notesMasters/notesMaster1.xml" Id="Rda91d4986f7345b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012565cc6a94bf3" /><Relationship Type="http://schemas.openxmlformats.org/officeDocument/2006/relationships/notesMaster" Target="/ppt/notesMasters/notesMaster1.xml" Id="R3f8f790e61d4442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c782e79b9714137" /><Relationship Type="http://schemas.openxmlformats.org/officeDocument/2006/relationships/notesMaster" Target="/ppt/notesMasters/notesMaster1.xml" Id="R5665f6820fa2467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f9662c555374fa0" /><Relationship Type="http://schemas.openxmlformats.org/officeDocument/2006/relationships/notesMaster" Target="/ppt/notesMasters/notesMaster1.xml" Id="Rb4e5f6f93be94c1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9dfdf1b9e884b05" /><Relationship Type="http://schemas.openxmlformats.org/officeDocument/2006/relationships/notesMaster" Target="/ppt/notesMasters/notesMaster1.xml" Id="R5175476c38124d3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ffa6571f4274fb3" /><Relationship Type="http://schemas.openxmlformats.org/officeDocument/2006/relationships/notesMaster" Target="/ppt/notesMasters/notesMaster1.xml" Id="Rc71eeb7258304b4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b4876d151504332" /><Relationship Type="http://schemas.openxmlformats.org/officeDocument/2006/relationships/notesMaster" Target="/ppt/notesMasters/notesMaster1.xml" Id="R843ea04521ef453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2e6e959d7e84991" /><Relationship Type="http://schemas.openxmlformats.org/officeDocument/2006/relationships/notesMaster" Target="/ppt/notesMasters/notesMaster1.xml" Id="R4c1d015b32034d0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c64a8bd387e4cc5" /><Relationship Type="http://schemas.openxmlformats.org/officeDocument/2006/relationships/notesMaster" Target="/ppt/notesMasters/notesMaster1.xml" Id="R22d80d194dbb498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2e902726cb642cc" /><Relationship Type="http://schemas.openxmlformats.org/officeDocument/2006/relationships/notesMaster" Target="/ppt/notesMasters/notesMaster1.xml" Id="Rd0a8cfeb01834e4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a58609d65fb47e0" /><Relationship Type="http://schemas.openxmlformats.org/officeDocument/2006/relationships/notesMaster" Target="/ppt/notesMasters/notesMaster1.xml" Id="Rbd18b60749e0454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f829986408c4cbe" /><Relationship Type="http://schemas.openxmlformats.org/officeDocument/2006/relationships/notesMaster" Target="/ppt/notesMasters/notesMaster1.xml" Id="Rda1c3ed74f79483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c416a005c894215" /><Relationship Type="http://schemas.openxmlformats.org/officeDocument/2006/relationships/notesMaster" Target="/ppt/notesMasters/notesMaster1.xml" Id="R0ba0c89c4aaa4bd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d9a560f3e2940cb" /><Relationship Type="http://schemas.openxmlformats.org/officeDocument/2006/relationships/notesMaster" Target="/ppt/notesMasters/notesMaster1.xml" Id="Re6b646227a8c428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658b71862b7496e" /><Relationship Type="http://schemas.openxmlformats.org/officeDocument/2006/relationships/notesMaster" Target="/ppt/notesMasters/notesMaster1.xml" Id="Rd794e8399cb4496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b3b2e0d84a846b9" /><Relationship Type="http://schemas.openxmlformats.org/officeDocument/2006/relationships/notesMaster" Target="/ppt/notesMasters/notesMaster1.xml" Id="Rb49db3482457471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fca8236bc2141ac" /><Relationship Type="http://schemas.openxmlformats.org/officeDocument/2006/relationships/notesMaster" Target="/ppt/notesMasters/notesMaster1.xml" Id="R16e480cf870a4c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be3730c49540b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c788179d9341d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795dd71f8d42b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a3d250903749e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dc5614cb904a2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99b18c5f144e8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37480DB-6DBB-44B3-9FCB-B947946CB1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1C9D255-BD7C-4F41-9310-1370D8F2688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4702FD0-4436-4435-A08A-ACAF0CC75E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9FAD68C-D309-4CAB-9F21-94D6EDA8A2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10FE0D0-3412-4A5D-810C-E8D2B3F670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617185D-14F2-4885-BD70-2416E6EA40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CF915DF-E998-41DE-A975-F074FF1285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18937A8-1417-4B7A-986E-8CEDEFB3F9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076CE65-35CF-48D9-9DDE-02F0122541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73CC223-8EF3-44C1-8668-3B01CF68B0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3141c664c09419f" /><Relationship Type="http://schemas.openxmlformats.org/officeDocument/2006/relationships/slideLayout" Target="/ppt/slideLayouts/slideLayout1.xml" Id="R0850eb9458174570" /><Relationship Type="http://schemas.openxmlformats.org/officeDocument/2006/relationships/slideLayout" Target="/ppt/slideLayouts/slideLayout2.xml" Id="R143048f26d494df7" /><Relationship Type="http://schemas.openxmlformats.org/officeDocument/2006/relationships/slideLayout" Target="/ppt/slideLayouts/slideLayout3.xml" Id="R1238a6bff7de4479" /><Relationship Type="http://schemas.openxmlformats.org/officeDocument/2006/relationships/slideLayout" Target="/ppt/slideLayouts/slideLayout4.xml" Id="R13294fd512e04d88" /><Relationship Type="http://schemas.openxmlformats.org/officeDocument/2006/relationships/slideLayout" Target="/ppt/slideLayouts/slideLayout5.xml" Id="R070c9e2b28a2410d" /><Relationship Type="http://schemas.openxmlformats.org/officeDocument/2006/relationships/slideLayout" Target="/ppt/slideLayouts/slideLayout6.xml" Id="Rbfb47292df2441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850eb9458174570"/>
    <p:sldLayoutId xmlns:r="http://schemas.openxmlformats.org/officeDocument/2006/relationships" id="2147483650" r:id="R143048f26d494df7"/>
    <p:sldLayoutId xmlns:r="http://schemas.openxmlformats.org/officeDocument/2006/relationships" id="2147483651" r:id="R1238a6bff7de4479"/>
    <p:sldLayoutId xmlns:r="http://schemas.openxmlformats.org/officeDocument/2006/relationships" id="2147483652" r:id="R13294fd512e04d88"/>
    <p:sldLayoutId xmlns:r="http://schemas.openxmlformats.org/officeDocument/2006/relationships" id="2147483653" r:id="R070c9e2b28a2410d"/>
    <p:sldLayoutId xmlns:r="http://schemas.openxmlformats.org/officeDocument/2006/relationships" id="2147483654" r:id="Rbfb47292df2441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9d2b4fee2f40af" /><Relationship Type="http://schemas.openxmlformats.org/officeDocument/2006/relationships/notesSlide" Target="/ppt/notesSlides/notesSlide1.xml" Id="Rdead736781924e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49a1da3bab486b" /><Relationship Type="http://schemas.openxmlformats.org/officeDocument/2006/relationships/image" Target="/ppt/media/image.png" Id="R710f08f1aa274f82" /><Relationship Type="http://schemas.openxmlformats.org/officeDocument/2006/relationships/notesSlide" Target="/ppt/notesSlides/notesSlide2.xml" Id="Rac9d122753f548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ef7a2189a0492d" /><Relationship Type="http://schemas.openxmlformats.org/officeDocument/2006/relationships/notesSlide" Target="/ppt/notesSlides/notesSlide3.xml" Id="R74d8d4f8eff440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2ab68f0e6a4d08" /><Relationship Type="http://schemas.openxmlformats.org/officeDocument/2006/relationships/notesSlide" Target="/ppt/notesSlides/notesSlide4.xml" Id="R206c346da19e4b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a70a8c0f03454b" /><Relationship Type="http://schemas.openxmlformats.org/officeDocument/2006/relationships/notesSlide" Target="/ppt/notesSlides/notesSlide5.xml" Id="Rc1ce609473224ec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db1956de974f2c" /><Relationship Type="http://schemas.openxmlformats.org/officeDocument/2006/relationships/notesSlide" Target="/ppt/notesSlides/notesSlide6.xml" Id="Rd4e0e8d1a038452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b78553b94d4f3f" /><Relationship Type="http://schemas.openxmlformats.org/officeDocument/2006/relationships/notesSlide" Target="/ppt/notesSlides/notesSlide7.xml" Id="R3d98613b2f3040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1fb8b5d1f94639" /><Relationship Type="http://schemas.openxmlformats.org/officeDocument/2006/relationships/notesSlide" Target="/ppt/notesSlides/notesSlide8.xml" Id="R25ee38657a5d4ed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bd7ac803184bf9" /><Relationship Type="http://schemas.openxmlformats.org/officeDocument/2006/relationships/notesSlide" Target="/ppt/notesSlides/notesSlide9.xml" Id="Rfe0f08d8750249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cd9ed19bc3426f" /><Relationship Type="http://schemas.openxmlformats.org/officeDocument/2006/relationships/notesSlide" Target="/ppt/notesSlides/notesSlide10.xml" Id="Rdc71da141376406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9e2090e70848e5" /><Relationship Type="http://schemas.openxmlformats.org/officeDocument/2006/relationships/notesSlide" Target="/ppt/notesSlides/notesSlide11.xml" Id="R171e9471f08a4f7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33cd27620b4314" /><Relationship Type="http://schemas.openxmlformats.org/officeDocument/2006/relationships/notesSlide" Target="/ppt/notesSlides/notesSlide12.xml" Id="R48cb3dae892043d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41316e9c7e4a9e" /><Relationship Type="http://schemas.openxmlformats.org/officeDocument/2006/relationships/notesSlide" Target="/ppt/notesSlides/notesSlide13.xml" Id="Rbb066669ef7e485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f59ddd1cc84263" /><Relationship Type="http://schemas.openxmlformats.org/officeDocument/2006/relationships/notesSlide" Target="/ppt/notesSlides/notesSlide14.xml" Id="R0440d5fe9b0641e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ba27beb1cd44de" /><Relationship Type="http://schemas.openxmlformats.org/officeDocument/2006/relationships/notesSlide" Target="/ppt/notesSlides/notesSlide15.xml" Id="R0281bc64eb3e4ef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2120f9dd984f54" /><Relationship Type="http://schemas.openxmlformats.org/officeDocument/2006/relationships/notesSlide" Target="/ppt/notesSlides/notesSlide16.xml" Id="R683339637be0444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122b33da92466f" /><Relationship Type="http://schemas.openxmlformats.org/officeDocument/2006/relationships/notesSlide" Target="/ppt/notesSlides/notesSlide17.xml" Id="Rb2d8742ea25e4b4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7b750674f44c3b" /><Relationship Type="http://schemas.openxmlformats.org/officeDocument/2006/relationships/notesSlide" Target="/ppt/notesSlides/notesSlide18.xml" Id="R4f9ef5c1c4654f3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a37d5800dd4e70" /><Relationship Type="http://schemas.openxmlformats.org/officeDocument/2006/relationships/notesSlide" Target="/ppt/notesSlides/notesSlide19.xml" Id="R36628e6575f94b0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e24ba46f67444c" /><Relationship Type="http://schemas.openxmlformats.org/officeDocument/2006/relationships/notesSlide" Target="/ppt/notesSlides/notesSlide20.xml" Id="Raf061ee08c5a41e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cb790656204da3" /><Relationship Type="http://schemas.openxmlformats.org/officeDocument/2006/relationships/notesSlide" Target="/ppt/notesSlides/notesSlide21.xml" Id="R4edc0b3b7cc7484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d75eea8cc54efe" /><Relationship Type="http://schemas.openxmlformats.org/officeDocument/2006/relationships/notesSlide" Target="/ppt/notesSlides/notesSlide22.xml" Id="R7ce19a32ebc84d6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a2b9e715e94601" /><Relationship Type="http://schemas.openxmlformats.org/officeDocument/2006/relationships/notesSlide" Target="/ppt/notesSlides/notesSlide23.xml" Id="R9e12f9246098449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bfa0be284446e1" /><Relationship Type="http://schemas.openxmlformats.org/officeDocument/2006/relationships/notesSlide" Target="/ppt/notesSlides/notesSlide24.xml" Id="R8cf3265b70f042e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e8c08865574188" /><Relationship Type="http://schemas.openxmlformats.org/officeDocument/2006/relationships/notesSlide" Target="/ppt/notesSlides/notesSlide25.xml" Id="R6d326298b135482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5dee76ab02477f" /><Relationship Type="http://schemas.openxmlformats.org/officeDocument/2006/relationships/notesSlide" Target="/ppt/notesSlides/notesSlide26.xml" Id="R4388975629ae4de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87dc4c75ba41d3" /><Relationship Type="http://schemas.openxmlformats.org/officeDocument/2006/relationships/notesSlide" Target="/ppt/notesSlides/notesSlide27.xml" Id="R31933a9f08864e3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d3a1a5d1a946a7" /><Relationship Type="http://schemas.openxmlformats.org/officeDocument/2006/relationships/notesSlide" Target="/ppt/notesSlides/notesSlide28.xml" Id="Ree54c10541bf470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9b983564dd4760" /><Relationship Type="http://schemas.openxmlformats.org/officeDocument/2006/relationships/notesSlide" Target="/ppt/notesSlides/notesSlide29.xml" Id="Rc3fc354b25814fc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6317c351324932" /><Relationship Type="http://schemas.openxmlformats.org/officeDocument/2006/relationships/hyperlink" Target="https://www.pygame.org/docs/ref/sprite.html" TargetMode="External" Id="R42392710078e46d9" /><Relationship Type="http://schemas.openxmlformats.org/officeDocument/2006/relationships/hyperlink" Target="https://www.pygame.org/docs/ref/time.html" TargetMode="External" Id="Refaa44d7abcd4d8c" /><Relationship Type="http://schemas.openxmlformats.org/officeDocument/2006/relationships/hyperlink" Target="https://docs.python.org/3.12/reference/datamodel.html" TargetMode="External" Id="R0132e8c4f8a74b49" /><Relationship Type="http://schemas.openxmlformats.org/officeDocument/2006/relationships/hyperlink" Target="https://www.omg.org/spec/UML/2.5.1" TargetMode="External" Id="R349ac155b1a5423b" /><Relationship Type="http://schemas.openxmlformats.org/officeDocument/2006/relationships/hyperlink" Target="https://minhuangyuntech.github.io/oo2026/ja/pygame/" TargetMode="External" Id="Rd32f4ea5cc3345ec" /><Relationship Type="http://schemas.openxmlformats.org/officeDocument/2006/relationships/notesSlide" Target="/ppt/notesSlides/notesSlide30.xml" Id="Rdcba2c339ae745c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YTHON OOP  /  PYGAME">
            <a:extLst xmlns:a="http://schemas.openxmlformats.org/drawingml/2006/main">
              <a:ext uri="{FF2B5EF4-FFF2-40B4-BE49-F238E27FC236}">
                <a16:creationId xmlns:a16="http://schemas.microsoft.com/office/drawing/2014/main" id="{32B60377-2CBC-498D-AC37-504695D4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PYTHON OOP  /  PYGAME</a:t>
            </a:r>
          </a:p>
        </p:txBody>
      </p:sp>
      <p:sp>
        <p:nvSpPr>
          <p:cNvPr id="2" name="シューティングで学ぶオブジェクト">
            <a:extLst xmlns:a="http://schemas.openxmlformats.org/drawingml/2006/main">
              <a:ext uri="{FF2B5EF4-FFF2-40B4-BE49-F238E27FC236}">
                <a16:creationId xmlns:a16="http://schemas.microsoft.com/office/drawing/2014/main" id="{67282FF2-5E77-4EBB-9A9C-DEC1343E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809750"/>
            <a:ext cx="11001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45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45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45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45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45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45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45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45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45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45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45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シューティングで学ぶオブジェクト</a:t>
            </a:r>
          </a:p>
        </p:txBody>
      </p:sp>
      <p:sp>
        <p:nvSpPr>
          <p:cNvPr id="3" name="Pygame · クラス・参照・相互作用">
            <a:extLst xmlns:a="http://schemas.openxmlformats.org/drawingml/2006/main">
              <a:ext uri="{FF2B5EF4-FFF2-40B4-BE49-F238E27FC236}">
                <a16:creationId xmlns:a16="http://schemas.microsoft.com/office/drawing/2014/main" id="{A84F31C4-045E-4E32-AA90-E1A8F8B3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55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55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55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55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55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55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55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55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55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255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Pygame · クラス・参照・相互作用</a:t>
            </a:r>
          </a:p>
        </p:txBody>
      </p:sp>
      <p:sp>
        <p:nvSpPr>
          <p:cNvPr id="4" name="一つのゲーム、三つの言語、五つの主要クラス。 画面を出発点に、オブジェクトの連携を理解する。">
            <a:extLst xmlns:a="http://schemas.openxmlformats.org/drawingml/2006/main">
              <a:ext uri="{FF2B5EF4-FFF2-40B4-BE49-F238E27FC236}">
                <a16:creationId xmlns:a16="http://schemas.microsoft.com/office/drawing/2014/main" id="{45476959-E9B8-438D-8B2D-1BDCA952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一つのゲーム、三つの言語、五つの主要クラス。</a:t>
            </a:r>
          </a:p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画面を出発点に、オブジェクトの連携を理解する。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1ADFD40D-7A26-4E44-83E8-8C1161A27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131529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画面のキャラクターはオブジェクト">
            <a:extLst xmlns:a="http://schemas.openxmlformats.org/drawingml/2006/main">
              <a:ext uri="{FF2B5EF4-FFF2-40B4-BE49-F238E27FC236}">
                <a16:creationId xmlns:a16="http://schemas.microsoft.com/office/drawing/2014/main" id="{AD7ABB45-CD1B-4443-B278-5B0C6669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画面のキャラクターはオブジェクト</a:t>
            </a:r>
          </a:p>
        </p:txBody>
      </p:sp>
      <p:sp>
        <p:nvSpPr>
          <p:cNvPr id="2" name="ラベル・状態・右側の参照を観察する">
            <a:extLst xmlns:a="http://schemas.openxmlformats.org/drawingml/2006/main">
              <a:ext uri="{FF2B5EF4-FFF2-40B4-BE49-F238E27FC236}">
                <a16:creationId xmlns:a16="http://schemas.microsoft.com/office/drawing/2014/main" id="{7E7FBFB0-0C84-44BD-B01C-83949F33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ラベル・状態・右側の参照を観察する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2060F9-1584-4D88-A0BD-CD1164D2C0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0f08f1aa274f82"/>
          <a:stretch xmlns:a="http://schemas.openxmlformats.org/drawingml/2006/main"/>
        </p:blipFill>
        <p:spPr>
          <a:xfrm xmlns:a="http://schemas.openxmlformats.org/drawingml/2006/main">
            <a:off x="571500" y="1743075"/>
            <a:ext cx="6858000" cy="4572000"/>
          </a:xfrm>
          <a:prstGeom xmlns:a="http://schemas.openxmlformats.org/drawingml/2006/main" prst="rect">
            <a:avLst/>
          </a:prstGeom>
        </p:spPr>
      </p:pic>
      <p:sp>
        <p:nvSpPr>
          <p:cNvPr id="4" name="緑の Player が自機。赤と紫の Enemy は別々のインスタンス。">
            <a:extLst xmlns:a="http://schemas.openxmlformats.org/drawingml/2006/main">
              <a:ext uri="{FF2B5EF4-FFF2-40B4-BE49-F238E27FC236}">
                <a16:creationId xmlns:a16="http://schemas.microsoft.com/office/drawing/2014/main" id="{B31EFD7A-3A63-4935-ABC7-D15FB3B9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00275"/>
            <a:ext cx="3667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緑の Player が自機。赤と紫の Enemy は別々のインスタンス。</a:t>
            </a:r>
          </a:p>
        </p:txBody>
      </p:sp>
      <p:sp>
        <p:nvSpPr>
          <p:cNvPr id="5" name="黄色の Bullet は owner を参照し、右側に現在の個数が表示される。">
            <a:extLst xmlns:a="http://schemas.openxmlformats.org/drawingml/2006/main">
              <a:ext uri="{FF2B5EF4-FFF2-40B4-BE49-F238E27FC236}">
                <a16:creationId xmlns:a16="http://schemas.microsoft.com/office/drawing/2014/main" id="{5BDD005C-DC27-46FD-A768-01C985B2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143375"/>
            <a:ext cx="3667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黄色の Bullet は owner を参照し、右側に現在の個数が表示される。</a:t>
            </a:r>
          </a:p>
        </p:txBody>
      </p:sp>
      <p:sp>
        <p:nvSpPr>
          <p:cNvPr id="6" name="02">
            <a:extLst xmlns:a="http://schemas.openxmlformats.org/drawingml/2006/main">
              <a:ext uri="{FF2B5EF4-FFF2-40B4-BE49-F238E27FC236}">
                <a16:creationId xmlns:a16="http://schemas.microsoft.com/office/drawing/2014/main" id="{C1DF53DD-2EF5-4187-B239-C079C34D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329302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インストールと起動：Windows">
            <a:extLst xmlns:a="http://schemas.openxmlformats.org/drawingml/2006/main">
              <a:ext uri="{FF2B5EF4-FFF2-40B4-BE49-F238E27FC236}">
                <a16:creationId xmlns:a16="http://schemas.microsoft.com/office/drawing/2014/main" id="{0C2D7BC6-D82C-4FEB-9C0F-630A0A13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インストールと起動：Windows</a:t>
            </a:r>
          </a:p>
        </p:txBody>
      </p:sp>
      <p:sp>
        <p:nvSpPr>
          <p:cNvPr id="2" name="ZIP を展開し、プロジェクト内で PowerShell を開く">
            <a:extLst xmlns:a="http://schemas.openxmlformats.org/drawingml/2006/main">
              <a:ext uri="{FF2B5EF4-FFF2-40B4-BE49-F238E27FC236}">
                <a16:creationId xmlns:a16="http://schemas.microsoft.com/office/drawing/2014/main" id="{1D4CB3EA-49EE-4885-B01E-7C2091A1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ZIP を展開し、プロジェクト内で PowerShell を開く</a:t>
            </a:r>
          </a:p>
        </p:txBody>
      </p:sp>
      <p:sp>
        <p:nvSpPr>
          <p:cNvPr id="3" name="py -3.12 -m venv .venv">
            <a:extLst xmlns:a="http://schemas.openxmlformats.org/drawingml/2006/main">
              <a:ext uri="{FF2B5EF4-FFF2-40B4-BE49-F238E27FC236}">
                <a16:creationId xmlns:a16="http://schemas.microsoft.com/office/drawing/2014/main" id="{A68BA4E7-C81F-4C53-978D-BF344D11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 -3.12 -m venv .venv</a:t>
            </a:r>
          </a:p>
        </p:txBody>
      </p:sp>
      <p:sp>
        <p:nvSpPr>
          <p:cNvPr id="4" name=".\.venv\Scripts\python.exe -m pip install -r requirements.txt">
            <a:extLst xmlns:a="http://schemas.openxmlformats.org/drawingml/2006/main">
              <a:ext uri="{FF2B5EF4-FFF2-40B4-BE49-F238E27FC236}">
                <a16:creationId xmlns:a16="http://schemas.microsoft.com/office/drawing/2014/main" id="{59425416-965B-41D6-8F9F-BD02D797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.\.venv\Scripts\python.exe -m pip install -r requirements.txt</a:t>
            </a:r>
          </a:p>
        </p:txBody>
      </p:sp>
      <p:sp>
        <p:nvSpPr>
          <p:cNvPr id="5" name=".\.venv\Scripts\python.exe main.py --lang ja">
            <a:extLst xmlns:a="http://schemas.openxmlformats.org/drawingml/2006/main">
              <a:ext uri="{FF2B5EF4-FFF2-40B4-BE49-F238E27FC236}">
                <a16:creationId xmlns:a16="http://schemas.microsoft.com/office/drawing/2014/main" id="{9928E0D5-696D-40E4-8667-DFF21105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.\.venv\Scripts\python.exe main.py --lang ja</a:t>
            </a:r>
          </a:p>
        </p:txBody>
      </p:sp>
      <p:sp>
        <p:nvSpPr>
          <p:cNvPr id="6" name="Python 3.12 を使用。requirements.txt は pygame==2.6.1 を指定。">
            <a:extLst xmlns:a="http://schemas.openxmlformats.org/drawingml/2006/main">
              <a:ext uri="{FF2B5EF4-FFF2-40B4-BE49-F238E27FC236}">
                <a16:creationId xmlns:a16="http://schemas.microsoft.com/office/drawing/2014/main" id="{7120A05F-4511-428E-A1D9-90F50301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Python 3.12 を使用。requirements.txt は pygame==2.6.1 を指定。</a:t>
            </a:r>
          </a:p>
        </p:txBody>
      </p:sp>
      <p:sp>
        <p:nvSpPr>
          <p:cNvPr id="7" name="環境内の Python を直接呼び出すため、activate は不要。">
            <a:extLst xmlns:a="http://schemas.openxmlformats.org/drawingml/2006/main">
              <a:ext uri="{FF2B5EF4-FFF2-40B4-BE49-F238E27FC236}">
                <a16:creationId xmlns:a16="http://schemas.microsoft.com/office/drawing/2014/main" id="{A1471148-A601-47BE-8206-2C5185D1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環境内の Python を直接呼び出すため、activate は不要。</a:t>
            </a:r>
          </a:p>
        </p:txBody>
      </p:sp>
      <p:sp>
        <p:nvSpPr>
          <p:cNvPr id="8" name="PowerShell">
            <a:extLst xmlns:a="http://schemas.openxmlformats.org/drawingml/2006/main">
              <a:ext uri="{FF2B5EF4-FFF2-40B4-BE49-F238E27FC236}">
                <a16:creationId xmlns:a16="http://schemas.microsoft.com/office/drawing/2014/main" id="{9B512F08-BD09-441C-A280-F2308611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PowerShell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D1D8C6E5-E49B-4436-898B-FB0ED3B5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76427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インストールと起動：macOS / Linux">
            <a:extLst xmlns:a="http://schemas.openxmlformats.org/drawingml/2006/main">
              <a:ext uri="{FF2B5EF4-FFF2-40B4-BE49-F238E27FC236}">
                <a16:creationId xmlns:a16="http://schemas.microsoft.com/office/drawing/2014/main" id="{49428DC5-5BA1-4732-BB83-492CA2AB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インストールと起動：macOS / Linux</a:t>
            </a:r>
          </a:p>
        </p:txBody>
      </p:sp>
      <p:sp>
        <p:nvSpPr>
          <p:cNvPr id="2" name="プロジェクト内のターミナルから、GUI のある環境で実行する">
            <a:extLst xmlns:a="http://schemas.openxmlformats.org/drawingml/2006/main">
              <a:ext uri="{FF2B5EF4-FFF2-40B4-BE49-F238E27FC236}">
                <a16:creationId xmlns:a16="http://schemas.microsoft.com/office/drawing/2014/main" id="{A3AB00DA-6F7B-452A-80BD-AEABE76E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プロジェクト内のターミナルから、GUI のある環境で実行する</a:t>
            </a:r>
          </a:p>
        </p:txBody>
      </p:sp>
      <p:sp>
        <p:nvSpPr>
          <p:cNvPr id="3" name="python3 -m venv .venv">
            <a:extLst xmlns:a="http://schemas.openxmlformats.org/drawingml/2006/main">
              <a:ext uri="{FF2B5EF4-FFF2-40B4-BE49-F238E27FC236}">
                <a16:creationId xmlns:a16="http://schemas.microsoft.com/office/drawing/2014/main" id="{FD6A47FA-C31B-4417-BD24-D3A9CAD8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python3 -m venv .venv</a:t>
            </a:r>
          </a:p>
        </p:txBody>
      </p:sp>
      <p:sp>
        <p:nvSpPr>
          <p:cNvPr id="4" name=".venv/bin/python -m pip install -r requirements.txt">
            <a:extLst xmlns:a="http://schemas.openxmlformats.org/drawingml/2006/main">
              <a:ext uri="{FF2B5EF4-FFF2-40B4-BE49-F238E27FC236}">
                <a16:creationId xmlns:a16="http://schemas.microsoft.com/office/drawing/2014/main" id="{AD1CEC30-A8E1-44C5-B3CE-3146BD85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.venv/bin/python -m pip install -r requirements.txt</a:t>
            </a:r>
          </a:p>
        </p:txBody>
      </p:sp>
      <p:sp>
        <p:nvSpPr>
          <p:cNvPr id="5" name=".venv/bin/python main.py --lang ja">
            <a:extLst xmlns:a="http://schemas.openxmlformats.org/drawingml/2006/main">
              <a:ext uri="{FF2B5EF4-FFF2-40B4-BE49-F238E27FC236}">
                <a16:creationId xmlns:a16="http://schemas.microsoft.com/office/drawing/2014/main" id="{28ED9F67-D550-45C6-A67B-8AD43705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.venv/bin/python main.py --lang ja</a:t>
            </a:r>
          </a:p>
        </p:txBody>
      </p:sp>
      <p:sp>
        <p:nvSpPr>
          <p:cNvPr id="6" name="--lang は zh・en・ja。ゲームのルールは共通。">
            <a:extLst xmlns:a="http://schemas.openxmlformats.org/drawingml/2006/main">
              <a:ext uri="{FF2B5EF4-FFF2-40B4-BE49-F238E27FC236}">
                <a16:creationId xmlns:a16="http://schemas.microsoft.com/office/drawing/2014/main" id="{051C9B99-77B3-44F5-87B2-F53EA536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--lang は zh・en・ja。ゲームのルールは共通。</a:t>
            </a:r>
          </a:p>
        </p:txBody>
      </p:sp>
      <p:sp>
        <p:nvSpPr>
          <p:cNvPr id="7" name="文字が表示されない場合は Noto Sans CJK をインストールする。">
            <a:extLst xmlns:a="http://schemas.openxmlformats.org/drawingml/2006/main">
              <a:ext uri="{FF2B5EF4-FFF2-40B4-BE49-F238E27FC236}">
                <a16:creationId xmlns:a16="http://schemas.microsoft.com/office/drawing/2014/main" id="{09E98C83-8F74-4EF0-B10A-EF578FCD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文字が表示されない場合は Noto Sans CJK をインストールする。</a:t>
            </a:r>
          </a:p>
        </p:txBody>
      </p:sp>
      <p:sp>
        <p:nvSpPr>
          <p:cNvPr id="8" name="Terminal">
            <a:extLst xmlns:a="http://schemas.openxmlformats.org/drawingml/2006/main">
              <a:ext uri="{FF2B5EF4-FFF2-40B4-BE49-F238E27FC236}">
                <a16:creationId xmlns:a16="http://schemas.microsoft.com/office/drawing/2014/main" id="{8AC2C591-8136-438A-9796-AFADC8C4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Terminal</a:t>
            </a:r>
          </a:p>
        </p:txBody>
      </p:sp>
      <p:sp>
        <p:nvSpPr>
          <p:cNvPr id="9" name="04">
            <a:extLst xmlns:a="http://schemas.openxmlformats.org/drawingml/2006/main">
              <a:ext uri="{FF2B5EF4-FFF2-40B4-BE49-F238E27FC236}">
                <a16:creationId xmlns:a16="http://schemas.microsoft.com/office/drawing/2014/main" id="{0B90B670-4CFD-41D5-99F7-E9B75EFF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178339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一度プレイして、オブジェクトを見る">
            <a:extLst xmlns:a="http://schemas.openxmlformats.org/drawingml/2006/main">
              <a:ext uri="{FF2B5EF4-FFF2-40B4-BE49-F238E27FC236}">
                <a16:creationId xmlns:a16="http://schemas.microsoft.com/office/drawing/2014/main" id="{4DBA6776-EB68-4353-86AA-DFA79890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一度プレイして、オブジェクトを見る</a:t>
            </a:r>
          </a:p>
        </p:txBody>
      </p:sp>
      <p:sp>
        <p:nvSpPr>
          <p:cNvPr id="2" name="敵を倒すと +10 点。200 点でクリア。HP は 3 から開始。">
            <a:extLst xmlns:a="http://schemas.openxmlformats.org/drawingml/2006/main">
              <a:ext uri="{FF2B5EF4-FFF2-40B4-BE49-F238E27FC236}">
                <a16:creationId xmlns:a16="http://schemas.microsoft.com/office/drawing/2014/main" id="{D1312C9B-1E26-4B76-9848-4C408BB0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敵を倒すと +10 点。200 点でクリア。HP は 3 から開始。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1B032-357A-4BDD-A3AA-A80737FBF917}"/>
              </a:ext>
            </a:extLst>
          </p:cNvPr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810500"/>
              </a:tblGrid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キー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操作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Enter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開始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矢印 / WASD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移動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Space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発射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P / 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一時停止／停止中に 1 フレーム進む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Tab / R / Esc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ラベル／待機状態へリセット／終了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接触または敵の通過で被弾。無敵時間中は HP が重ねて減らない。">
            <a:extLst xmlns:a="http://schemas.openxmlformats.org/drawingml/2006/main">
              <a:ext uri="{FF2B5EF4-FFF2-40B4-BE49-F238E27FC236}">
                <a16:creationId xmlns:a16="http://schemas.microsoft.com/office/drawing/2014/main" id="{C5406071-6295-4269-83B9-99CA46393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接触または敵の通過で被弾。無敵時間中は HP が重ねて減らない。</a:t>
            </a:r>
          </a:p>
        </p:txBody>
      </p:sp>
      <p:sp>
        <p:nvSpPr>
          <p:cNvPr id="5" name="05">
            <a:extLst xmlns:a="http://schemas.openxmlformats.org/drawingml/2006/main">
              <a:ext uri="{FF2B5EF4-FFF2-40B4-BE49-F238E27FC236}">
                <a16:creationId xmlns:a16="http://schemas.microsoft.com/office/drawing/2014/main" id="{BD847927-68A3-4AFD-9AD2-2B873F2A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573755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五つのクラスと責任分担">
            <a:extLst xmlns:a="http://schemas.openxmlformats.org/drawingml/2006/main">
              <a:ext uri="{FF2B5EF4-FFF2-40B4-BE49-F238E27FC236}">
                <a16:creationId xmlns:a16="http://schemas.microsoft.com/office/drawing/2014/main" id="{CE64AA7D-64EE-4AAF-A26E-A50534AA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五つのクラスと責任分担</a:t>
            </a:r>
          </a:p>
        </p:txBody>
      </p:sp>
      <p:sp>
        <p:nvSpPr>
          <p:cNvPr id="2" name="各キャラクターは自分の処理を行い、Game が連携を調整する">
            <a:extLst xmlns:a="http://schemas.openxmlformats.org/drawingml/2006/main">
              <a:ext uri="{FF2B5EF4-FFF2-40B4-BE49-F238E27FC236}">
                <a16:creationId xmlns:a16="http://schemas.microsoft.com/office/drawing/2014/main" id="{222EBD50-CD0B-4352-83B2-0DA64560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各キャラクターは自分の処理を行い、Game が連携を調整する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7EA518-6ECF-4576-984C-33FFE03076AA}"/>
              </a:ext>
            </a:extLst>
          </p:cNvPr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809750"/>
                <a:gridCol w="3905250"/>
                <a:gridCol w="5334000"/>
              </a:tblGrid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クラス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状態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主な責任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pos, velocity, image, rect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共通の位置と描画データ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Player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hp, cooldown, invulnerable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移動方向・発射・被弾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Enemy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hp, max_hp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下降・被弾・撃破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Bullet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owner, damage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移動と画面外での除去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Game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score, state, groups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生成・衝突・勝敗・ループ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06">
            <a:extLst xmlns:a="http://schemas.openxmlformats.org/drawingml/2006/main">
              <a:ext uri="{FF2B5EF4-FFF2-40B4-BE49-F238E27FC236}">
                <a16:creationId xmlns:a16="http://schemas.microsoft.com/office/drawing/2014/main" id="{2CB4A07F-97C6-4661-8EBC-BDB7A9A8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541133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一つのクラスから複数のオブジェクト">
            <a:extLst xmlns:a="http://schemas.openxmlformats.org/drawingml/2006/main">
              <a:ext uri="{FF2B5EF4-FFF2-40B4-BE49-F238E27FC236}">
                <a16:creationId xmlns:a16="http://schemas.microsoft.com/office/drawing/2014/main" id="{F06B0982-F377-4E9A-859D-AFC3D207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一つのクラスから複数のオブジェクト</a:t>
            </a:r>
          </a:p>
        </p:txBody>
      </p:sp>
      <p:sp>
        <p:nvSpPr>
          <p:cNvPr id="2" name="クラスは共通の規則、インスタンスは個別の状態を持つ">
            <a:extLst xmlns:a="http://schemas.openxmlformats.org/drawingml/2006/main">
              <a:ext uri="{FF2B5EF4-FFF2-40B4-BE49-F238E27FC236}">
                <a16:creationId xmlns:a16="http://schemas.microsoft.com/office/drawing/2014/main" id="{30EC9B48-C8E2-4D9E-ACF6-F8FB9B6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クラスは共通の規則、インスタンスは個別の状態を持つ</a:t>
            </a:r>
          </a:p>
        </p:txBody>
      </p:sp>
      <p:sp>
        <p:nvSpPr>
          <p:cNvPr id="3" name="e1 = Enemy(&quot;E01&quot;, (180, 180), hp=1)">
            <a:extLst xmlns:a="http://schemas.openxmlformats.org/drawingml/2006/main">
              <a:ext uri="{FF2B5EF4-FFF2-40B4-BE49-F238E27FC236}">
                <a16:creationId xmlns:a16="http://schemas.microsoft.com/office/drawing/2014/main" id="{5D7B3CA4-2391-4479-9FFD-C0A204DA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e1 = Enemy("E01", (180, 180), hp=1)</a:t>
            </a:r>
          </a:p>
        </p:txBody>
      </p:sp>
      <p:sp>
        <p:nvSpPr>
          <p:cNvPr id="4" name="e2 = Enemy(&quot;E02&quot;, (395, 235), hp=2)">
            <a:extLst xmlns:a="http://schemas.openxmlformats.org/drawingml/2006/main">
              <a:ext uri="{FF2B5EF4-FFF2-40B4-BE49-F238E27FC236}">
                <a16:creationId xmlns:a16="http://schemas.microsoft.com/office/drawing/2014/main" id="{764230B6-1873-4D86-9D97-2DFC1DD6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e2 = Enemy("E02", (395, 235), hp=2)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A5B0F5-E2EE-42EE-87A8-C61534CF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6" name="print(e1 is e2)                 # False">
            <a:extLst xmlns:a="http://schemas.openxmlformats.org/drawingml/2006/main">
              <a:ext uri="{FF2B5EF4-FFF2-40B4-BE49-F238E27FC236}">
                <a16:creationId xmlns:a16="http://schemas.microsoft.com/office/drawing/2014/main" id="{DE80EBB7-6EBC-47C4-8360-F62DEF49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print(e1 is e2)                 # False</a:t>
            </a:r>
          </a:p>
        </p:txBody>
      </p:sp>
      <p:sp>
        <p:nvSpPr>
          <p:cNvPr id="7" name="print(isinstance(e2, Enemy))    # True">
            <a:extLst xmlns:a="http://schemas.openxmlformats.org/drawingml/2006/main">
              <a:ext uri="{FF2B5EF4-FFF2-40B4-BE49-F238E27FC236}">
                <a16:creationId xmlns:a16="http://schemas.microsoft.com/office/drawing/2014/main" id="{52FD9B99-045D-4EC8-887B-623E8362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print(isinstance(e2, Enemy))    # True</a:t>
            </a:r>
          </a:p>
        </p:txBody>
      </p:sp>
      <p:sp>
        <p:nvSpPr>
          <p:cNvPr id="8" name="e1.take_hit(1)">
            <a:extLst xmlns:a="http://schemas.openxmlformats.org/drawingml/2006/main">
              <a:ext uri="{FF2B5EF4-FFF2-40B4-BE49-F238E27FC236}">
                <a16:creationId xmlns:a16="http://schemas.microsoft.com/office/drawing/2014/main" id="{3E6624BC-7033-4189-84E5-CA600E00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e1.take_hit(1)</a:t>
            </a:r>
          </a:p>
        </p:txBody>
      </p:sp>
      <p:sp>
        <p:nvSpPr>
          <p:cNvPr id="9" name="print(e1.hp, e2.hp)             # 0 2">
            <a:extLst xmlns:a="http://schemas.openxmlformats.org/drawingml/2006/main">
              <a:ext uri="{FF2B5EF4-FFF2-40B4-BE49-F238E27FC236}">
                <a16:creationId xmlns:a16="http://schemas.microsoft.com/office/drawing/2014/main" id="{7EA7695A-9F35-46C3-B29E-8C229E60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print(e1.hp, e2.hp)             # 0 2</a:t>
            </a:r>
          </a:p>
        </p:txBody>
      </p:sp>
      <p:sp>
        <p:nvSpPr>
          <p:cNvPr id="10" name="e1 と e2 はどちらも Enemy だが、同一性と HP は別。">
            <a:extLst xmlns:a="http://schemas.openxmlformats.org/drawingml/2006/main">
              <a:ext uri="{FF2B5EF4-FFF2-40B4-BE49-F238E27FC236}">
                <a16:creationId xmlns:a16="http://schemas.microsoft.com/office/drawing/2014/main" id="{157681E4-7594-49BB-841C-4345F099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e1 と e2 はどちらも Enemy だが、同一性と HP は別。</a:t>
            </a:r>
          </a:p>
        </p:txBody>
      </p:sp>
      <p:sp>
        <p:nvSpPr>
          <p:cNvPr id="11" name="e1.take_hit(1) は e2.hp を減らさない。">
            <a:extLst xmlns:a="http://schemas.openxmlformats.org/drawingml/2006/main">
              <a:ext uri="{FF2B5EF4-FFF2-40B4-BE49-F238E27FC236}">
                <a16:creationId xmlns:a16="http://schemas.microsoft.com/office/drawing/2014/main" id="{21B79421-E01C-4B4E-BB9D-1B1CBCE7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e1.take_hit(1) は e2.hp を減らさない。</a:t>
            </a:r>
          </a:p>
        </p:txBody>
      </p:sp>
      <p:sp>
        <p:nvSpPr>
          <p:cNvPr id="12" name="actors.py · Enemy">
            <a:extLst xmlns:a="http://schemas.openxmlformats.org/drawingml/2006/main">
              <a:ext uri="{FF2B5EF4-FFF2-40B4-BE49-F238E27FC236}">
                <a16:creationId xmlns:a16="http://schemas.microsoft.com/office/drawing/2014/main" id="{424468FD-B94C-4E69-9B24-5C21D364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Enemy</a:t>
            </a:r>
          </a:p>
        </p:txBody>
      </p:sp>
      <p:sp>
        <p:nvSpPr>
          <p:cNvPr id="13" name="07">
            <a:extLst xmlns:a="http://schemas.openxmlformats.org/drawingml/2006/main">
              <a:ext uri="{FF2B5EF4-FFF2-40B4-BE49-F238E27FC236}">
                <a16:creationId xmlns:a16="http://schemas.microsoft.com/office/drawing/2014/main" id="{6DEB48DE-2B8A-4533-944A-3C9523DA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748223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UML の三つの表記を読む">
            <a:extLst xmlns:a="http://schemas.openxmlformats.org/drawingml/2006/main">
              <a:ext uri="{FF2B5EF4-FFF2-40B4-BE49-F238E27FC236}">
                <a16:creationId xmlns:a16="http://schemas.microsoft.com/office/drawing/2014/main" id="{4833E00C-084B-42C0-B938-98B4EA012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UML の三つの表記を読む</a:t>
            </a:r>
          </a:p>
        </p:txBody>
      </p:sp>
      <p:sp>
        <p:nvSpPr>
          <p:cNvPr id="2" name="クラス図は構造、オブジェクト図はある時点の実体を表す">
            <a:extLst xmlns:a="http://schemas.openxmlformats.org/drawingml/2006/main">
              <a:ext uri="{FF2B5EF4-FFF2-40B4-BE49-F238E27FC236}">
                <a16:creationId xmlns:a16="http://schemas.microsoft.com/office/drawing/2014/main" id="{C9F1B34B-E272-439E-A3F4-249959C73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クラス図は構造、オブジェクト図はある時点の実体を表す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6DED9BDA-7EC6-4A80-A48A-71FEC21A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" name="クラスの枠：上段は名前、中段は属性、下段はメソッド。">
            <a:extLst xmlns:a="http://schemas.openxmlformats.org/drawingml/2006/main">
              <a:ext uri="{FF2B5EF4-FFF2-40B4-BE49-F238E27FC236}">
                <a16:creationId xmlns:a16="http://schemas.microsoft.com/office/drawing/2014/main" id="{D84B2A3D-E327-4D8B-A7E2-0AFDF122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907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クラスの枠：上段は名前、中段は属性、下段はメソッド。</a:t>
            </a:r>
          </a:p>
        </p:txBody>
      </p:sp>
      <p:sp>
        <p:nvSpPr>
          <p:cNvPr id="5" name="02">
            <a:extLst xmlns:a="http://schemas.openxmlformats.org/drawingml/2006/main">
              <a:ext uri="{FF2B5EF4-FFF2-40B4-BE49-F238E27FC236}">
                <a16:creationId xmlns:a16="http://schemas.microsoft.com/office/drawing/2014/main" id="{34F50ACB-9FE3-4C33-A737-02360216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042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" name="白抜き三角は親クラスへ向く。開いた矢印は参照方向を表す。">
            <a:extLst xmlns:a="http://schemas.openxmlformats.org/drawingml/2006/main">
              <a:ext uri="{FF2B5EF4-FFF2-40B4-BE49-F238E27FC236}">
                <a16:creationId xmlns:a16="http://schemas.microsoft.com/office/drawing/2014/main" id="{82189949-E21B-4DFC-B02E-2B4C3798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1947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白抜き三角は親クラスへ向く。開いた矢印は参照方向を表す。</a:t>
            </a:r>
          </a:p>
        </p:txBody>
      </p:sp>
      <p:sp>
        <p:nvSpPr>
          <p:cNvPr id="7" name="03">
            <a:extLst xmlns:a="http://schemas.openxmlformats.org/drawingml/2006/main">
              <a:ext uri="{FF2B5EF4-FFF2-40B4-BE49-F238E27FC236}">
                <a16:creationId xmlns:a16="http://schemas.microsoft.com/office/drawing/2014/main" id="{CA66E0F8-971F-4CCB-BCB7-22A3F81E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291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8" name="1 は一つ、0..* はゼロ個以上。実体は name : Class と書き、下線を引く。">
            <a:extLst xmlns:a="http://schemas.openxmlformats.org/drawingml/2006/main">
              <a:ext uri="{FF2B5EF4-FFF2-40B4-BE49-F238E27FC236}">
                <a16:creationId xmlns:a16="http://schemas.microsoft.com/office/drawing/2014/main" id="{BC32FC75-87D7-4953-8C8B-374CAF94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8482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1 は一つ、0..* はゼロ個以上。実体は name : Class と書き、下線を引く。</a:t>
            </a:r>
          </a:p>
        </p:txBody>
      </p:sp>
      <p:sp>
        <p:nvSpPr>
          <p:cNvPr id="9" name="08">
            <a:extLst xmlns:a="http://schemas.openxmlformats.org/drawingml/2006/main">
              <a:ext uri="{FF2B5EF4-FFF2-40B4-BE49-F238E27FC236}">
                <a16:creationId xmlns:a16="http://schemas.microsoft.com/office/drawing/2014/main" id="{46A35A53-E3CB-485C-AD0D-82872937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082764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クラス図：三種類の Actor">
            <a:extLst xmlns:a="http://schemas.openxmlformats.org/drawingml/2006/main">
              <a:ext uri="{FF2B5EF4-FFF2-40B4-BE49-F238E27FC236}">
                <a16:creationId xmlns:a16="http://schemas.microsoft.com/office/drawing/2014/main" id="{A02F956C-E240-4616-879F-B41F51D1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クラス図：三種類の Actor</a:t>
            </a:r>
          </a:p>
        </p:txBody>
      </p:sp>
      <p:sp>
        <p:nvSpPr>
          <p:cNvPr id="2" name="移動を共有し、それぞれの振る舞いを追加する">
            <a:extLst xmlns:a="http://schemas.openxmlformats.org/drawingml/2006/main">
              <a:ext uri="{FF2B5EF4-FFF2-40B4-BE49-F238E27FC236}">
                <a16:creationId xmlns:a16="http://schemas.microsoft.com/office/drawing/2014/main" id="{A90C6CBF-F2B6-4C33-BEEE-C5D1DDDD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移動を共有し、それぞれの振る舞いを追加する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6A42A2-1AA8-41BF-A55F-84A8B0AF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666875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B7082"/>
            </a:solidFill>
          </a:ln>
        </p:spPr>
      </p:sp>
      <p:sp>
        <p:nvSpPr>
          <p:cNvPr id="4" name="pygame.sprite.Sprite">
            <a:extLst xmlns:a="http://schemas.openxmlformats.org/drawingml/2006/main">
              <a:ext uri="{FF2B5EF4-FFF2-40B4-BE49-F238E27FC236}">
                <a16:creationId xmlns:a16="http://schemas.microsoft.com/office/drawing/2014/main" id="{94219CCE-B45D-40F2-BDFD-3A73B38C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1752600"/>
            <a:ext cx="2647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pygame.sprite.Sprite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D67429-76FF-4D4E-AE10-A3770118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581275"/>
            <a:ext cx="4286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C40"/>
            </a:solidFill>
          </a:ln>
        </p:spPr>
      </p:sp>
      <p:sp>
        <p:nvSpPr>
          <p:cNvPr id="6" name="Actor">
            <a:extLst xmlns:a="http://schemas.openxmlformats.org/drawingml/2006/main">
              <a:ext uri="{FF2B5EF4-FFF2-40B4-BE49-F238E27FC236}">
                <a16:creationId xmlns:a16="http://schemas.microsoft.com/office/drawing/2014/main" id="{B51810FD-6425-40A9-ADE7-6F38C093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667000"/>
            <a:ext cx="3981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Actor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5A31E-344D-48B7-AC45-63C602DE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952875" y="3038475"/>
            <a:ext cx="4286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8" name="name, pos, velocity, image, rect">
            <a:extLst xmlns:a="http://schemas.openxmlformats.org/drawingml/2006/main">
              <a:ext uri="{FF2B5EF4-FFF2-40B4-BE49-F238E27FC236}">
                <a16:creationId xmlns:a16="http://schemas.microsoft.com/office/drawing/2014/main" id="{C4747123-33CD-447D-9F73-CE9DF849E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133725"/>
            <a:ext cx="400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name, pos, velocity, image, rect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115AD5-EDC0-4186-81E4-BD2E5F89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952875" y="3409950"/>
            <a:ext cx="4286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0" name="update(dt)">
            <a:extLst xmlns:a="http://schemas.openxmlformats.org/drawingml/2006/main">
              <a:ext uri="{FF2B5EF4-FFF2-40B4-BE49-F238E27FC236}">
                <a16:creationId xmlns:a16="http://schemas.microsoft.com/office/drawing/2014/main" id="{1877EC08-6054-4540-9D1A-6504F4A5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495675"/>
            <a:ext cx="4000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update(dt)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E22C9-7316-4A48-98F4-6DAC0FB4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24375"/>
            <a:ext cx="3381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12" name="Player">
            <a:extLst xmlns:a="http://schemas.openxmlformats.org/drawingml/2006/main">
              <a:ext uri="{FF2B5EF4-FFF2-40B4-BE49-F238E27FC236}">
                <a16:creationId xmlns:a16="http://schemas.microsoft.com/office/drawing/2014/main" id="{5C299CA7-0C7D-4C0C-BAE7-B20D76C8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3076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Player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BE5EB5-4985-4954-8812-ECEAB964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4981575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4" name="hp, cooldown, invulnerable">
            <a:extLst xmlns:a="http://schemas.openxmlformats.org/drawingml/2006/main">
              <a:ext uri="{FF2B5EF4-FFF2-40B4-BE49-F238E27FC236}">
                <a16:creationId xmlns:a16="http://schemas.microsoft.com/office/drawing/2014/main" id="{A1F55039-5CB9-41FB-A83A-F305EEC6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76825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hp, cooldown, invulnerable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C0C518-4651-435C-B2FB-3EF213883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5353050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6" name="shoot(name), take_damage() set_direction(x, y), update(dt)">
            <a:extLst xmlns:a="http://schemas.openxmlformats.org/drawingml/2006/main">
              <a:ext uri="{FF2B5EF4-FFF2-40B4-BE49-F238E27FC236}">
                <a16:creationId xmlns:a16="http://schemas.microsoft.com/office/drawing/2014/main" id="{8394716E-6C7F-4FC3-9CC9-3387C8755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38775"/>
            <a:ext cx="3095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shoot(name), take_damage()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set_direction(x, y), update(dt)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46EE7C-84BB-4D41-B329-051EAF72A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24375"/>
            <a:ext cx="3381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F4A44"/>
            </a:solidFill>
          </a:ln>
        </p:spPr>
      </p:sp>
      <p:sp>
        <p:nvSpPr>
          <p:cNvPr id="18" name="Enemy">
            <a:extLst xmlns:a="http://schemas.openxmlformats.org/drawingml/2006/main">
              <a:ext uri="{FF2B5EF4-FFF2-40B4-BE49-F238E27FC236}">
                <a16:creationId xmlns:a16="http://schemas.microsoft.com/office/drawing/2014/main" id="{6AA7539A-B6F9-4AF7-B719-986C575F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10100"/>
            <a:ext cx="3076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rPr>
              <a:t>Enemy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4DAF89-843C-4798-B294-BC2D8024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00550" y="4981575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20" name="hp, max_hp">
            <a:extLst xmlns:a="http://schemas.openxmlformats.org/drawingml/2006/main">
              <a:ext uri="{FF2B5EF4-FFF2-40B4-BE49-F238E27FC236}">
                <a16:creationId xmlns:a16="http://schemas.microsoft.com/office/drawing/2014/main" id="{64D435D1-A3F7-4F39-8F05-72CF7161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076825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hp, max_hp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33ABB6-15B6-4E49-97B3-A1B18D1C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00550" y="5353050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22" name="take_hit(damage)">
            <a:extLst xmlns:a="http://schemas.openxmlformats.org/drawingml/2006/main">
              <a:ext uri="{FF2B5EF4-FFF2-40B4-BE49-F238E27FC236}">
                <a16:creationId xmlns:a16="http://schemas.microsoft.com/office/drawing/2014/main" id="{A98E3D32-D616-4DCF-A2CB-16905C72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438775"/>
            <a:ext cx="3095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take_hit(damage)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25EF03-286A-4F3D-B1BD-57896449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24375"/>
            <a:ext cx="3381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66D08"/>
            </a:solidFill>
          </a:ln>
        </p:spPr>
      </p:sp>
      <p:sp>
        <p:nvSpPr>
          <p:cNvPr id="24" name="Bullet">
            <a:extLst xmlns:a="http://schemas.openxmlformats.org/drawingml/2006/main">
              <a:ext uri="{FF2B5EF4-FFF2-40B4-BE49-F238E27FC236}">
                <a16:creationId xmlns:a16="http://schemas.microsoft.com/office/drawing/2014/main" id="{74DF5972-36E9-446B-80F3-172BE4215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610100"/>
            <a:ext cx="3076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rPr>
              <a:t>Bullet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05F0A2-5E8A-4705-9513-647264F8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4981575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6" name="owner, damage">
            <a:extLst xmlns:a="http://schemas.openxmlformats.org/drawingml/2006/main">
              <a:ext uri="{FF2B5EF4-FFF2-40B4-BE49-F238E27FC236}">
                <a16:creationId xmlns:a16="http://schemas.microsoft.com/office/drawing/2014/main" id="{EFFA0B8A-800E-4072-A149-79FD426D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76825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owner, damage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F5157B-6087-4538-8C1F-E04F0B0D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5353050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8" name="update(dt)">
            <a:extLst xmlns:a="http://schemas.openxmlformats.org/drawingml/2006/main">
              <a:ext uri="{FF2B5EF4-FFF2-40B4-BE49-F238E27FC236}">
                <a16:creationId xmlns:a16="http://schemas.microsoft.com/office/drawing/2014/main" id="{BCA58BCC-AD37-4308-8CA6-5FBD5C78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38775"/>
            <a:ext cx="3095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update(dt)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DED6EC-0B03-4E93-B14D-B54E15383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71700"/>
            <a:ext cx="15240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C2D31D-7E6C-4043-ACB2-F6436C2DA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2305050"/>
            <a:ext cx="0" cy="27622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C6C45B-3422-4B0B-832F-0DA62164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924300"/>
            <a:ext cx="15240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ECA977-53C0-4132-8DAD-5D7E46B4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4057650"/>
            <a:ext cx="0" cy="21907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7D853F-49DC-4CE9-9D95-271C33F85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62188" y="4276725"/>
            <a:ext cx="76581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0EC95A-ED4C-43EC-B373-61B4A1238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62188" y="4276725"/>
            <a:ext cx="0" cy="24765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B96098-1CF1-48C7-9047-B103D767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1238" y="4276725"/>
            <a:ext cx="0" cy="24765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964D1A8-BB97-4028-BB12-08C12F67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20288" y="4276725"/>
            <a:ext cx="0" cy="24765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7" name="白抜き三角は親クラスへ向く。描画の一部は省略。">
            <a:extLst xmlns:a="http://schemas.openxmlformats.org/drawingml/2006/main">
              <a:ext uri="{FF2B5EF4-FFF2-40B4-BE49-F238E27FC236}">
                <a16:creationId xmlns:a16="http://schemas.microsoft.com/office/drawing/2014/main" id="{6AFE3E7F-2531-4F41-900B-0274E645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1001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白抜き三角は親クラスへ向く。描画の一部は省略。</a:t>
            </a:r>
          </a:p>
        </p:txBody>
      </p:sp>
      <p:sp>
        <p:nvSpPr>
          <p:cNvPr id="38" name="09">
            <a:extLst xmlns:a="http://schemas.openxmlformats.org/drawingml/2006/main">
              <a:ext uri="{FF2B5EF4-FFF2-40B4-BE49-F238E27FC236}">
                <a16:creationId xmlns:a16="http://schemas.microsoft.com/office/drawing/2014/main" id="{ECE67663-2BA5-4763-A188-85772622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479359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クラス間の関係：管理・参照・生成">
            <a:extLst xmlns:a="http://schemas.openxmlformats.org/drawingml/2006/main">
              <a:ext uri="{FF2B5EF4-FFF2-40B4-BE49-F238E27FC236}">
                <a16:creationId xmlns:a16="http://schemas.microsoft.com/office/drawing/2014/main" id="{446524D2-EF85-48E1-8BC1-07B2C4FC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クラス間の関係：管理・参照・生成</a:t>
            </a:r>
          </a:p>
        </p:txBody>
      </p:sp>
      <p:sp>
        <p:nvSpPr>
          <p:cNvPr id="2" name="Bullet.owner は参照。Game はグループを通して役者を管理する">
            <a:extLst xmlns:a="http://schemas.openxmlformats.org/drawingml/2006/main">
              <a:ext uri="{FF2B5EF4-FFF2-40B4-BE49-F238E27FC236}">
                <a16:creationId xmlns:a16="http://schemas.microsoft.com/office/drawing/2014/main" id="{3C363ACE-A5FA-4367-9BB6-8E60EDA2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Bullet.owner は参照。Game はグループを通して役者を管理する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354413-B525-44EA-AA8D-45DA740A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5241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C40"/>
            </a:solidFill>
          </a:ln>
        </p:spPr>
      </p:sp>
      <p:sp>
        <p:nvSpPr>
          <p:cNvPr id="4" name="Game">
            <a:extLst xmlns:a="http://schemas.openxmlformats.org/drawingml/2006/main">
              <a:ext uri="{FF2B5EF4-FFF2-40B4-BE49-F238E27FC236}">
                <a16:creationId xmlns:a16="http://schemas.microsoft.com/office/drawing/2014/main" id="{3F006E9F-52D5-4BED-A63F-6E6381F5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2219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Game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A363BE-7ECF-49F8-8D15-5C3C65B94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3457575"/>
            <a:ext cx="25241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6" name="player, score, state all_sprites enemies, bullets">
            <a:extLst xmlns:a="http://schemas.openxmlformats.org/drawingml/2006/main">
              <a:ext uri="{FF2B5EF4-FFF2-40B4-BE49-F238E27FC236}">
                <a16:creationId xmlns:a16="http://schemas.microsoft.com/office/drawing/2014/main" id="{C96EB2DE-2CDF-45D4-8044-1EBF84CE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2825"/>
            <a:ext cx="2238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player, score, state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all_sprites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enemies, bullets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E8FBD9-5196-4972-ABF4-ACC2D53B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4362450"/>
            <a:ext cx="25241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8" name="update(dt)">
            <a:extLst xmlns:a="http://schemas.openxmlformats.org/drawingml/2006/main">
              <a:ext uri="{FF2B5EF4-FFF2-40B4-BE49-F238E27FC236}">
                <a16:creationId xmlns:a16="http://schemas.microsoft.com/office/drawing/2014/main" id="{E5327908-F94F-4D70-AD33-48E93A2A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48175"/>
            <a:ext cx="22383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update(dt)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68CB93-D06D-4691-A2E5-0098C644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666875"/>
            <a:ext cx="2619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10" name="Player">
            <a:extLst xmlns:a="http://schemas.openxmlformats.org/drawingml/2006/main">
              <a:ext uri="{FF2B5EF4-FFF2-40B4-BE49-F238E27FC236}">
                <a16:creationId xmlns:a16="http://schemas.microsoft.com/office/drawing/2014/main" id="{BC5E8084-3448-4C92-93AC-BA5C40C5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1752600"/>
            <a:ext cx="2314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Player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28C4B0-55DF-4E61-9C23-FB740815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14875" y="2124075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2" name="hp, cooldown">
            <a:extLst xmlns:a="http://schemas.openxmlformats.org/drawingml/2006/main">
              <a:ext uri="{FF2B5EF4-FFF2-40B4-BE49-F238E27FC236}">
                <a16:creationId xmlns:a16="http://schemas.microsoft.com/office/drawing/2014/main" id="{7768E221-FD6A-4EC4-BC20-DCDD9186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219325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hp, cooldown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5B210E-58A0-4A7A-B4C5-F7CD7226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14875" y="2495550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4" name="shoot(name)">
            <a:extLst xmlns:a="http://schemas.openxmlformats.org/drawingml/2006/main">
              <a:ext uri="{FF2B5EF4-FFF2-40B4-BE49-F238E27FC236}">
                <a16:creationId xmlns:a16="http://schemas.microsoft.com/office/drawing/2014/main" id="{67EBA89E-A8D8-4BD7-8E65-0355F857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581275"/>
            <a:ext cx="2333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shoot(name)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C01E84-B517-4B7C-8AC9-D1DEE6A2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524250"/>
            <a:ext cx="2619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B7082"/>
            </a:solidFill>
          </a:ln>
        </p:spPr>
      </p:sp>
      <p:sp>
        <p:nvSpPr>
          <p:cNvPr id="16" name="Group">
            <a:extLst xmlns:a="http://schemas.openxmlformats.org/drawingml/2006/main">
              <a:ext uri="{FF2B5EF4-FFF2-40B4-BE49-F238E27FC236}">
                <a16:creationId xmlns:a16="http://schemas.microsoft.com/office/drawing/2014/main" id="{79A691E8-47C6-4458-BAF1-0F6D583A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609975"/>
            <a:ext cx="2314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Group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2B5E1B-7214-4B02-B3B2-CF4068D2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14875" y="3981450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18" name="Sprite references">
            <a:extLst xmlns:a="http://schemas.openxmlformats.org/drawingml/2006/main">
              <a:ext uri="{FF2B5EF4-FFF2-40B4-BE49-F238E27FC236}">
                <a16:creationId xmlns:a16="http://schemas.microsoft.com/office/drawing/2014/main" id="{F8C19D30-C33A-4101-8732-929A496E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076700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Sprite references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7DC880-813C-48C0-8D8B-306B7E10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14875" y="4352925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20" name="add(), update(), draw()">
            <a:extLst xmlns:a="http://schemas.openxmlformats.org/drawingml/2006/main">
              <a:ext uri="{FF2B5EF4-FFF2-40B4-BE49-F238E27FC236}">
                <a16:creationId xmlns:a16="http://schemas.microsoft.com/office/drawing/2014/main" id="{06408351-AF4B-4242-94CC-E85BF46D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38650"/>
            <a:ext cx="2333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add(), update(), draw()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27EADD-96BF-40FD-8480-BC7CF056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524250"/>
            <a:ext cx="2619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C40"/>
            </a:solidFill>
          </a:ln>
        </p:spPr>
      </p:sp>
      <p:sp>
        <p:nvSpPr>
          <p:cNvPr id="22" name="Actor">
            <a:extLst xmlns:a="http://schemas.openxmlformats.org/drawingml/2006/main">
              <a:ext uri="{FF2B5EF4-FFF2-40B4-BE49-F238E27FC236}">
                <a16:creationId xmlns:a16="http://schemas.microsoft.com/office/drawing/2014/main" id="{251215D1-0348-4C03-A3F2-1049C70C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609975"/>
            <a:ext cx="2314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Actor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A2E87F-CCD7-4C86-9918-A99049D9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01125" y="3981450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4" name="pos, velocity">
            <a:extLst xmlns:a="http://schemas.openxmlformats.org/drawingml/2006/main">
              <a:ext uri="{FF2B5EF4-FFF2-40B4-BE49-F238E27FC236}">
                <a16:creationId xmlns:a16="http://schemas.microsoft.com/office/drawing/2014/main" id="{A6EDB7DA-573D-4A0E-AE07-08D34E68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4076700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pos, velocity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D6070E-FA82-4250-B5C9-75084B2F7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01125" y="4352925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6" name="update(dt)">
            <a:extLst xmlns:a="http://schemas.openxmlformats.org/drawingml/2006/main">
              <a:ext uri="{FF2B5EF4-FFF2-40B4-BE49-F238E27FC236}">
                <a16:creationId xmlns:a16="http://schemas.microsoft.com/office/drawing/2014/main" id="{1210882D-EEF0-4786-B5ED-E9558D00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4438650"/>
            <a:ext cx="2333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update(dt)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BE2D81-6935-4B9A-AAB1-0EB9EFA2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666875"/>
            <a:ext cx="2619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66D08"/>
            </a:solidFill>
          </a:ln>
        </p:spPr>
      </p:sp>
      <p:sp>
        <p:nvSpPr>
          <p:cNvPr id="28" name="Bullet">
            <a:extLst xmlns:a="http://schemas.openxmlformats.org/drawingml/2006/main">
              <a:ext uri="{FF2B5EF4-FFF2-40B4-BE49-F238E27FC236}">
                <a16:creationId xmlns:a16="http://schemas.microsoft.com/office/drawing/2014/main" id="{63054B8F-37FF-4C19-8219-AA027965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752600"/>
            <a:ext cx="2314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rPr>
              <a:t>Bullet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A54374-0A21-40EC-8075-F6D45FFD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01125" y="2124075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30" name="owner, damage">
            <a:extLst xmlns:a="http://schemas.openxmlformats.org/drawingml/2006/main">
              <a:ext uri="{FF2B5EF4-FFF2-40B4-BE49-F238E27FC236}">
                <a16:creationId xmlns:a16="http://schemas.microsoft.com/office/drawing/2014/main" id="{2195107C-FE75-4670-A001-95231FE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219325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owner, damage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26D965-6591-4D80-B1F5-F619A5A0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01125" y="2495550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32" name="update(dt)">
            <a:extLst xmlns:a="http://schemas.openxmlformats.org/drawingml/2006/main">
              <a:ext uri="{FF2B5EF4-FFF2-40B4-BE49-F238E27FC236}">
                <a16:creationId xmlns:a16="http://schemas.microsoft.com/office/drawing/2014/main" id="{4979A53E-7801-4E38-8304-7A149BE2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581275"/>
            <a:ext cx="2333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update(dt)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180CE2-FF48-4472-BA7C-1622BF50F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809750" y="2200275"/>
            <a:ext cx="0" cy="80010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440B8E-A360-458C-97BF-7EF9A62C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809750" y="2200275"/>
            <a:ext cx="29051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81A9AB4-3D7A-46FD-BD0C-B97EE6B9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622926" y="220027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793E66-F871-4AA6-8388-3357DBBB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622926" y="215004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7" name="player">
            <a:extLst xmlns:a="http://schemas.openxmlformats.org/drawingml/2006/main">
              <a:ext uri="{FF2B5EF4-FFF2-40B4-BE49-F238E27FC236}">
                <a16:creationId xmlns:a16="http://schemas.microsoft.com/office/drawing/2014/main" id="{05F8F652-D462-4264-A95B-DA77D846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8383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player</a:t>
            </a:r>
          </a:p>
        </p:txBody>
      </p:sp>
      <p:sp>
        <p:nvSpPr>
          <p:cNvPr id="38" name="1">
            <a:extLst xmlns:a="http://schemas.openxmlformats.org/drawingml/2006/main">
              <a:ext uri="{FF2B5EF4-FFF2-40B4-BE49-F238E27FC236}">
                <a16:creationId xmlns:a16="http://schemas.microsoft.com/office/drawing/2014/main" id="{212120BF-5A1D-415C-ADA9-0D9C8272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286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39" name="1">
            <a:extLst xmlns:a="http://schemas.openxmlformats.org/drawingml/2006/main">
              <a:ext uri="{FF2B5EF4-FFF2-40B4-BE49-F238E27FC236}">
                <a16:creationId xmlns:a16="http://schemas.microsoft.com/office/drawing/2014/main" id="{34C05715-E77A-4F96-8D64-A40F530D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6955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553B174-D950-4DBC-91F2-28A2F2E8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95625" y="4048125"/>
            <a:ext cx="1619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679F9F3-7D7F-42B1-B9BA-868DC53B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622926" y="404812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3C8431-8A10-4C2A-BA0D-D2889740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622926" y="399789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3" name="groups">
            <a:extLst xmlns:a="http://schemas.openxmlformats.org/drawingml/2006/main">
              <a:ext uri="{FF2B5EF4-FFF2-40B4-BE49-F238E27FC236}">
                <a16:creationId xmlns:a16="http://schemas.microsoft.com/office/drawing/2014/main" id="{C4D28BF5-9983-401F-8B7E-E29A6394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705225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groups</a:t>
            </a:r>
          </a:p>
        </p:txBody>
      </p:sp>
      <p:sp>
        <p:nvSpPr>
          <p:cNvPr id="44" name="1">
            <a:extLst xmlns:a="http://schemas.openxmlformats.org/drawingml/2006/main">
              <a:ext uri="{FF2B5EF4-FFF2-40B4-BE49-F238E27FC236}">
                <a16:creationId xmlns:a16="http://schemas.microsoft.com/office/drawing/2014/main" id="{38C32064-D464-4CFB-8A9D-A355B8D97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719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5" name="3">
            <a:extLst xmlns:a="http://schemas.openxmlformats.org/drawingml/2006/main">
              <a:ext uri="{FF2B5EF4-FFF2-40B4-BE49-F238E27FC236}">
                <a16:creationId xmlns:a16="http://schemas.microsoft.com/office/drawing/2014/main" id="{2CD16AB9-F5E4-4D96-96D0-ADA89F47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719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E573CDA-EC86-4231-9760-8F690E78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4048125"/>
            <a:ext cx="16668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907E613-0AFB-4C50-9837-32E6E820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8909176" y="404812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753B77E-1CCE-4EE4-980B-3E439317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8909176" y="399789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9" name="members">
            <a:extLst xmlns:a="http://schemas.openxmlformats.org/drawingml/2006/main">
              <a:ext uri="{FF2B5EF4-FFF2-40B4-BE49-F238E27FC236}">
                <a16:creationId xmlns:a16="http://schemas.microsoft.com/office/drawing/2014/main" id="{26D0A8BF-7019-4D42-91BD-C5E7AF4E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6957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members</a:t>
            </a:r>
          </a:p>
        </p:txBody>
      </p:sp>
      <p:sp>
        <p:nvSpPr>
          <p:cNvPr id="50" name="0..*">
            <a:extLst xmlns:a="http://schemas.openxmlformats.org/drawingml/2006/main">
              <a:ext uri="{FF2B5EF4-FFF2-40B4-BE49-F238E27FC236}">
                <a16:creationId xmlns:a16="http://schemas.microsoft.com/office/drawing/2014/main" id="{21E69B7B-7C5C-4EC4-B134-4070CD67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1719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0..*</a:t>
            </a:r>
          </a:p>
        </p:txBody>
      </p:sp>
      <p:sp>
        <p:nvSpPr>
          <p:cNvPr id="51" name="0..*">
            <a:extLst xmlns:a="http://schemas.openxmlformats.org/drawingml/2006/main">
              <a:ext uri="{FF2B5EF4-FFF2-40B4-BE49-F238E27FC236}">
                <a16:creationId xmlns:a16="http://schemas.microsoft.com/office/drawing/2014/main" id="{2659850D-AAD8-416E-8B94-4E852473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0..*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3CDDE6C-DE33-4C1F-BF97-08AE5B03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334250" y="2238375"/>
            <a:ext cx="16668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64465C7-2F88-4EB9-BCB6-F6F1A7E4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334250" y="218814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77FC3F2-48BE-459A-B899-B828D4EC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223837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55" name="owner">
            <a:extLst xmlns:a="http://schemas.openxmlformats.org/drawingml/2006/main">
              <a:ext uri="{FF2B5EF4-FFF2-40B4-BE49-F238E27FC236}">
                <a16:creationId xmlns:a16="http://schemas.microsoft.com/office/drawing/2014/main" id="{8FA91F02-1485-4AD9-A057-3A6CF2E05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85737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rPr>
              <a:t>owner</a:t>
            </a:r>
          </a:p>
        </p:txBody>
      </p:sp>
      <p:sp>
        <p:nvSpPr>
          <p:cNvPr id="56" name="1">
            <a:extLst xmlns:a="http://schemas.openxmlformats.org/drawingml/2006/main">
              <a:ext uri="{FF2B5EF4-FFF2-40B4-BE49-F238E27FC236}">
                <a16:creationId xmlns:a16="http://schemas.microsoft.com/office/drawing/2014/main" id="{31C136E1-2506-4D1C-ADD5-4E1CB146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3362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7" name="0..*">
            <a:extLst xmlns:a="http://schemas.openxmlformats.org/drawingml/2006/main">
              <a:ext uri="{FF2B5EF4-FFF2-40B4-BE49-F238E27FC236}">
                <a16:creationId xmlns:a16="http://schemas.microsoft.com/office/drawing/2014/main" id="{0CC4B835-0439-478A-9A29-3EB71E15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33625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0..*</a:t>
            </a:r>
          </a:p>
        </p:txBody>
      </p:sp>
      <p:sp>
        <p:nvSpPr>
          <p:cNvPr id="58" name="groups = all_sprites, enemies, bullets">
            <a:extLst xmlns:a="http://schemas.openxmlformats.org/drawingml/2006/main">
              <a:ext uri="{FF2B5EF4-FFF2-40B4-BE49-F238E27FC236}">
                <a16:creationId xmlns:a16="http://schemas.microsoft.com/office/drawing/2014/main" id="{EA6E828C-6B34-4ECF-977D-4C17037D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38750"/>
            <a:ext cx="1100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groups = all_sprites, enemies, bullets</a:t>
            </a:r>
          </a:p>
        </p:txBody>
      </p:sp>
      <p:sp>
        <p:nvSpPr>
          <p:cNvPr id="59" name="一つの Bullet は一つの Player を参照し、同じ Player を複数の Bullet が参照できる。">
            <a:extLst xmlns:a="http://schemas.openxmlformats.org/drawingml/2006/main">
              <a:ext uri="{FF2B5EF4-FFF2-40B4-BE49-F238E27FC236}">
                <a16:creationId xmlns:a16="http://schemas.microsoft.com/office/drawing/2014/main" id="{DE6EB935-302E-4646-9DF3-49255FB2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一つの Bullet は一つの Player を参照し、同じ Player を複数の Bullet が参照できる。</a:t>
            </a:r>
          </a:p>
        </p:txBody>
      </p:sp>
      <p:sp>
        <p:nvSpPr>
          <p:cNvPr id="60" name="グループ所属は排他的な所有ではないため、合成の黒いひし形は使わない。">
            <a:extLst xmlns:a="http://schemas.openxmlformats.org/drawingml/2006/main">
              <a:ext uri="{FF2B5EF4-FFF2-40B4-BE49-F238E27FC236}">
                <a16:creationId xmlns:a16="http://schemas.microsoft.com/office/drawing/2014/main" id="{9B66041F-AEF9-4F07-BF2A-EC8266CB0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グループ所属は排他的な所有ではないため、合成の黒いひし形は使わない。</a:t>
            </a:r>
          </a:p>
        </p:txBody>
      </p:sp>
      <p:sp>
        <p:nvSpPr>
          <p:cNvPr id="61" name="10">
            <a:extLst xmlns:a="http://schemas.openxmlformats.org/drawingml/2006/main">
              <a:ext uri="{FF2B5EF4-FFF2-40B4-BE49-F238E27FC236}">
                <a16:creationId xmlns:a16="http://schemas.microsoft.com/office/drawing/2014/main" id="{36D62915-0302-4856-847B-FA969A91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612905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オブジェクト図：一つの自機、二つの参照">
            <a:extLst xmlns:a="http://schemas.openxmlformats.org/drawingml/2006/main">
              <a:ext uri="{FF2B5EF4-FFF2-40B4-BE49-F238E27FC236}">
                <a16:creationId xmlns:a16="http://schemas.microsoft.com/office/drawing/2014/main" id="{242B0FC9-08D0-4442-A937-54C4F49D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オブジェクト図：一つの自機、二つの参照</a:t>
            </a:r>
          </a:p>
        </p:txBody>
      </p:sp>
      <p:sp>
        <p:nvSpPr>
          <p:cNvPr id="2" name="停止中のスナップショット：Player 1、Enemy 3、Bullet 2">
            <a:extLst xmlns:a="http://schemas.openxmlformats.org/drawingml/2006/main">
              <a:ext uri="{FF2B5EF4-FFF2-40B4-BE49-F238E27FC236}">
                <a16:creationId xmlns:a16="http://schemas.microsoft.com/office/drawing/2014/main" id="{4ACFA568-6CA2-4801-A411-A63B7495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停止中のスナップショット：Player 1、Enemy 3、Bullet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CD4917-B498-4791-B93C-90CD9B81B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66875"/>
            <a:ext cx="3095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66D08"/>
            </a:solidFill>
          </a:ln>
        </p:spPr>
      </p:sp>
      <p:sp>
        <p:nvSpPr>
          <p:cNvPr id="4" name="B01 : Bullet">
            <a:extLst xmlns:a="http://schemas.openxmlformats.org/drawingml/2006/main">
              <a:ext uri="{FF2B5EF4-FFF2-40B4-BE49-F238E27FC236}">
                <a16:creationId xmlns:a16="http://schemas.microsoft.com/office/drawing/2014/main" id="{A1B265D4-03A5-4519-8B35-B7BAE599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2790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rPr>
              <a:t>B01 : Bullet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D49417-CD31-402F-BE5E-CDB614BA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3900" y="2019300"/>
            <a:ext cx="16002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0DDCC9-3295-43E2-B0E5-38F9C639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2124075"/>
            <a:ext cx="3095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7" name="damage = 1 owner → player">
            <a:extLst xmlns:a="http://schemas.openxmlformats.org/drawingml/2006/main">
              <a:ext uri="{FF2B5EF4-FFF2-40B4-BE49-F238E27FC236}">
                <a16:creationId xmlns:a16="http://schemas.microsoft.com/office/drawing/2014/main" id="{CCB5438A-BD46-4E4D-84BE-E88061F3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19325"/>
            <a:ext cx="2809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damage = 1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owner → player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76480D-870E-410D-81BD-6D0370630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3095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66D08"/>
            </a:solidFill>
          </a:ln>
        </p:spPr>
      </p:sp>
      <p:sp>
        <p:nvSpPr>
          <p:cNvPr id="9" name="B02 : Bullet">
            <a:extLst xmlns:a="http://schemas.openxmlformats.org/drawingml/2006/main">
              <a:ext uri="{FF2B5EF4-FFF2-40B4-BE49-F238E27FC236}">
                <a16:creationId xmlns:a16="http://schemas.microsoft.com/office/drawing/2014/main" id="{FC7A7B32-96BF-4A07-9F71-BA891D661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2790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rPr>
              <a:t>B02 : Bullet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087F86-8B0B-473D-9A7F-BDA951866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3900" y="4352925"/>
            <a:ext cx="16002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8FD9D6-BF24-47EA-A6B7-63E5084C7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4457700"/>
            <a:ext cx="3095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12" name="damage = 1 owner → player">
            <a:extLst xmlns:a="http://schemas.openxmlformats.org/drawingml/2006/main">
              <a:ext uri="{FF2B5EF4-FFF2-40B4-BE49-F238E27FC236}">
                <a16:creationId xmlns:a16="http://schemas.microsoft.com/office/drawing/2014/main" id="{33CF2F78-A274-415E-B693-EFD3650C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2809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damage = 1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owner → player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0FEF92-CF29-4EB9-8F7D-40D131EB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57500"/>
            <a:ext cx="29527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14" name="player : Player">
            <a:extLst xmlns:a="http://schemas.openxmlformats.org/drawingml/2006/main">
              <a:ext uri="{FF2B5EF4-FFF2-40B4-BE49-F238E27FC236}">
                <a16:creationId xmlns:a16="http://schemas.microsoft.com/office/drawing/2014/main" id="{F7EE58BF-1C3F-4E82-95C2-07C6424E8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943225"/>
            <a:ext cx="2647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player : Player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69C65A-B214-464A-9E8A-C0D4881C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86350" y="3209925"/>
            <a:ext cx="2000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9C586B-7888-4B04-98D2-CC8ED2E6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33950" y="3314700"/>
            <a:ext cx="2952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7" name="hp = 3 pos = (394, 664)">
            <a:extLst xmlns:a="http://schemas.openxmlformats.org/drawingml/2006/main">
              <a:ext uri="{FF2B5EF4-FFF2-40B4-BE49-F238E27FC236}">
                <a16:creationId xmlns:a16="http://schemas.microsoft.com/office/drawing/2014/main" id="{FAAB1028-D8F6-4561-8902-A29968F32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409950"/>
            <a:ext cx="266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hp = 3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pos = (394, 664)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E4CB5D-4DAE-4851-B8A8-80836D7B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67125" y="2305050"/>
            <a:ext cx="1266825" cy="79057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B85F03-2E6C-4286-9019-9ECBA2F5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829351" y="3089559"/>
            <a:ext cx="104599" cy="6066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FAFC42-DAAB-46C6-A1A8-A78995CD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882539" y="3004331"/>
            <a:ext cx="51411" cy="91294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689B32-7F19-4C48-94DC-01D1BE20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667125" y="3857625"/>
            <a:ext cx="1266825" cy="71437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014021-F728-4D3D-AAA4-BB895F53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878532" y="3857625"/>
            <a:ext cx="55418" cy="88919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8EAED2-1CAF-473A-8ACF-C09A412C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829184" y="3857625"/>
            <a:ext cx="104766" cy="141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4" name="owner">
            <a:extLst xmlns:a="http://schemas.openxmlformats.org/drawingml/2006/main">
              <a:ext uri="{FF2B5EF4-FFF2-40B4-BE49-F238E27FC236}">
                <a16:creationId xmlns:a16="http://schemas.microsoft.com/office/drawing/2014/main" id="{30FBFE0A-937F-4796-8B71-DE2C65D5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3622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rPr>
              <a:t>owner</a:t>
            </a:r>
          </a:p>
        </p:txBody>
      </p:sp>
      <p:sp>
        <p:nvSpPr>
          <p:cNvPr id="25" name="owner">
            <a:extLst xmlns:a="http://schemas.openxmlformats.org/drawingml/2006/main">
              <a:ext uri="{FF2B5EF4-FFF2-40B4-BE49-F238E27FC236}">
                <a16:creationId xmlns:a16="http://schemas.microsoft.com/office/drawing/2014/main" id="{DFE29096-3D6D-4BF1-B8AF-636F1B64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3387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A66D08"/>
                </a:solidFill>
                <a:latin typeface="Yu Gothic"/>
                <a:ea typeface="Yu Gothic"/>
                <a:cs typeface="Yu Gothic"/>
              </a:rPr>
              <a:t>owner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1EE28E-6083-4056-BFA2-236A42A9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66875"/>
            <a:ext cx="2667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F4A44"/>
            </a:solidFill>
          </a:ln>
        </p:spPr>
      </p:sp>
      <p:sp>
        <p:nvSpPr>
          <p:cNvPr id="27" name="E01 : Enemy">
            <a:extLst xmlns:a="http://schemas.openxmlformats.org/drawingml/2006/main">
              <a:ext uri="{FF2B5EF4-FFF2-40B4-BE49-F238E27FC236}">
                <a16:creationId xmlns:a16="http://schemas.microsoft.com/office/drawing/2014/main" id="{552FC465-A798-49BC-805E-33EDCA7A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52600"/>
            <a:ext cx="236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rPr>
              <a:t>E01 : Enemy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07F640-410E-47A0-A364-208DE91D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105900" y="2019300"/>
            <a:ext cx="14668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D48B32-144E-4169-87DC-2EF7C7D1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953500" y="2124075"/>
            <a:ext cx="26670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30" name="hp = 1 velocity.y = 65">
            <a:extLst xmlns:a="http://schemas.openxmlformats.org/drawingml/2006/main">
              <a:ext uri="{FF2B5EF4-FFF2-40B4-BE49-F238E27FC236}">
                <a16:creationId xmlns:a16="http://schemas.microsoft.com/office/drawing/2014/main" id="{5AB8378D-830C-4B88-A1AF-16294A2F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193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hp = 1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velocity.y = 65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9020F7-2F11-4705-A498-538FF7D4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190875"/>
            <a:ext cx="2667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654B2"/>
            </a:solidFill>
          </a:ln>
        </p:spPr>
      </p:sp>
      <p:sp>
        <p:nvSpPr>
          <p:cNvPr id="32" name="E02 : Enemy">
            <a:extLst xmlns:a="http://schemas.openxmlformats.org/drawingml/2006/main">
              <a:ext uri="{FF2B5EF4-FFF2-40B4-BE49-F238E27FC236}">
                <a16:creationId xmlns:a16="http://schemas.microsoft.com/office/drawing/2014/main" id="{89A7F389-477C-45DA-B1DD-67C4B04B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76600"/>
            <a:ext cx="236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rPr>
              <a:t>E02 : Enemy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531B74-75C3-4F20-B4C7-E7B05A1F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105900" y="3543300"/>
            <a:ext cx="14668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F38D82-4AA4-4668-8579-AC36365F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953500" y="3648075"/>
            <a:ext cx="26670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35" name="hp = 2 velocity.y = 85">
            <a:extLst xmlns:a="http://schemas.openxmlformats.org/drawingml/2006/main">
              <a:ext uri="{FF2B5EF4-FFF2-40B4-BE49-F238E27FC236}">
                <a16:creationId xmlns:a16="http://schemas.microsoft.com/office/drawing/2014/main" id="{30FA8EA8-F9BE-4B9F-B378-856E23AE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433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hp = 2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velocity.y = 85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97016FC-CAD5-4BFD-AFF0-5C8B894A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24375"/>
            <a:ext cx="2667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F4A44"/>
            </a:solidFill>
          </a:ln>
        </p:spPr>
      </p:sp>
      <p:sp>
        <p:nvSpPr>
          <p:cNvPr id="37" name="E03 : Enemy">
            <a:extLst xmlns:a="http://schemas.openxmlformats.org/drawingml/2006/main">
              <a:ext uri="{FF2B5EF4-FFF2-40B4-BE49-F238E27FC236}">
                <a16:creationId xmlns:a16="http://schemas.microsoft.com/office/drawing/2014/main" id="{509241E1-76DA-40B8-A759-AC299582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610100"/>
            <a:ext cx="236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rPr>
              <a:t>E03 : Enemy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EAC969E-2D5E-4355-A0F4-23273C20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105900" y="4876800"/>
            <a:ext cx="14668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E95D31-80CD-4AF9-AB69-9DFC7510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953500" y="4981575"/>
            <a:ext cx="26670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40" name="hp = 1 velocity.y = 100">
            <a:extLst xmlns:a="http://schemas.openxmlformats.org/drawingml/2006/main">
              <a:ext uri="{FF2B5EF4-FFF2-40B4-BE49-F238E27FC236}">
                <a16:creationId xmlns:a16="http://schemas.microsoft.com/office/drawing/2014/main" id="{6FD635AC-3D2F-477D-8BEF-BF065F48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0768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hp = 1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velocity.y = 100</a:t>
            </a:r>
          </a:p>
        </p:txBody>
      </p:sp>
      <p:sp>
        <p:nvSpPr>
          <p:cNvPr id="41" name="B01.owner is B02.owner  →  True">
            <a:extLst xmlns:a="http://schemas.openxmlformats.org/drawingml/2006/main">
              <a:ext uri="{FF2B5EF4-FFF2-40B4-BE49-F238E27FC236}">
                <a16:creationId xmlns:a16="http://schemas.microsoft.com/office/drawing/2014/main" id="{88E12B0D-7F58-4BA2-AEF3-577EA195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B01.owner is B02.owner  →  True</a:t>
            </a:r>
          </a:p>
        </p:txBody>
      </p:sp>
      <p:sp>
        <p:nvSpPr>
          <p:cNvPr id="42" name="B01.owner と B02.owner は同じ player を指し、自機のコピーは作らない。">
            <a:extLst xmlns:a="http://schemas.openxmlformats.org/drawingml/2006/main">
              <a:ext uri="{FF2B5EF4-FFF2-40B4-BE49-F238E27FC236}">
                <a16:creationId xmlns:a16="http://schemas.microsoft.com/office/drawing/2014/main" id="{38070306-B4DB-439F-9824-4997EB75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B01.owner と B02.owner は同じ player を指し、自機のコピーは作らない。</a:t>
            </a:r>
          </a:p>
        </p:txBody>
      </p:sp>
      <p:sp>
        <p:nvSpPr>
          <p:cNvPr id="43" name="各敵の HP・位置・速度はそれぞれ独立している。">
            <a:extLst xmlns:a="http://schemas.openxmlformats.org/drawingml/2006/main">
              <a:ext uri="{FF2B5EF4-FFF2-40B4-BE49-F238E27FC236}">
                <a16:creationId xmlns:a16="http://schemas.microsoft.com/office/drawing/2014/main" id="{39C785BC-8D82-4B22-9BF1-72F49194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各敵の HP・位置・速度はそれぞれ独立している。</a:t>
            </a:r>
          </a:p>
        </p:txBody>
      </p:sp>
      <p:sp>
        <p:nvSpPr>
          <p:cNvPr id="44" name="11">
            <a:extLst xmlns:a="http://schemas.openxmlformats.org/drawingml/2006/main">
              <a:ext uri="{FF2B5EF4-FFF2-40B4-BE49-F238E27FC236}">
                <a16:creationId xmlns:a16="http://schemas.microsoft.com/office/drawing/2014/main" id="{F7BF4C6A-9168-446C-8273-6AE5BD5D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6053398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roup は分類し、コピーはしない">
            <a:extLst xmlns:a="http://schemas.openxmlformats.org/drawingml/2006/main">
              <a:ext uri="{FF2B5EF4-FFF2-40B4-BE49-F238E27FC236}">
                <a16:creationId xmlns:a16="http://schemas.microsoft.com/office/drawing/2014/main" id="{9A30BECD-D6A5-4994-8A41-B810D7B8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Group は分類し、コピーはしない</a:t>
            </a:r>
          </a:p>
        </p:txBody>
      </p:sp>
      <p:sp>
        <p:nvSpPr>
          <p:cNvPr id="2" name="同じ Enemy が同時に二つのグループに所属できる">
            <a:extLst xmlns:a="http://schemas.openxmlformats.org/drawingml/2006/main">
              <a:ext uri="{FF2B5EF4-FFF2-40B4-BE49-F238E27FC236}">
                <a16:creationId xmlns:a16="http://schemas.microsoft.com/office/drawing/2014/main" id="{4C33619E-E977-4C32-9A55-F510C776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同じ Enemy が同時に二つのグループに所属できる</a:t>
            </a:r>
          </a:p>
        </p:txBody>
      </p:sp>
      <p:sp>
        <p:nvSpPr>
          <p:cNvPr id="3" name="e = Enemy(&quot;E01&quot;, (180, 180))">
            <a:extLst xmlns:a="http://schemas.openxmlformats.org/drawingml/2006/main">
              <a:ext uri="{FF2B5EF4-FFF2-40B4-BE49-F238E27FC236}">
                <a16:creationId xmlns:a16="http://schemas.microsoft.com/office/drawing/2014/main" id="{E705D89C-B8FC-4176-B991-2C7655AB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e = Enemy("E01", (180, 180))</a:t>
            </a:r>
          </a:p>
        </p:txBody>
      </p:sp>
      <p:sp>
        <p:nvSpPr>
          <p:cNvPr id="4" name="all_sprites = pygame.sprite.Group(e)">
            <a:extLst xmlns:a="http://schemas.openxmlformats.org/drawingml/2006/main">
              <a:ext uri="{FF2B5EF4-FFF2-40B4-BE49-F238E27FC236}">
                <a16:creationId xmlns:a16="http://schemas.microsoft.com/office/drawing/2014/main" id="{2A435AD6-8BE4-404E-8CE8-FFB69724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all_sprites = pygame.sprite.Group(e)</a:t>
            </a:r>
          </a:p>
        </p:txBody>
      </p:sp>
      <p:sp>
        <p:nvSpPr>
          <p:cNvPr id="5" name="enemies = pygame.sprite.Group(e)">
            <a:extLst xmlns:a="http://schemas.openxmlformats.org/drawingml/2006/main">
              <a:ext uri="{FF2B5EF4-FFF2-40B4-BE49-F238E27FC236}">
                <a16:creationId xmlns:a16="http://schemas.microsoft.com/office/drawing/2014/main" id="{BCAD3644-8A83-4272-A083-B6C1262B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enemies = pygame.sprite.Group(e)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6403F3-5064-4039-95C3-CE734981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7" name="print(all_sprites.sprites()[0] is e)  # True">
            <a:extLst xmlns:a="http://schemas.openxmlformats.org/drawingml/2006/main">
              <a:ext uri="{FF2B5EF4-FFF2-40B4-BE49-F238E27FC236}">
                <a16:creationId xmlns:a16="http://schemas.microsoft.com/office/drawing/2014/main" id="{3D840237-113D-40CB-ADB9-3447EE35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print(all_sprites.sprites()[0] is e)  # True</a:t>
            </a:r>
          </a:p>
        </p:txBody>
      </p:sp>
      <p:sp>
        <p:nvSpPr>
          <p:cNvPr id="8" name="print(enemies.sprites()[0] is e)      # True">
            <a:extLst xmlns:a="http://schemas.openxmlformats.org/drawingml/2006/main">
              <a:ext uri="{FF2B5EF4-FFF2-40B4-BE49-F238E27FC236}">
                <a16:creationId xmlns:a16="http://schemas.microsoft.com/office/drawing/2014/main" id="{768B44FE-4378-45D3-A531-352B1F1A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print(enemies.sprites()[0] is e)      # True</a:t>
            </a:r>
          </a:p>
        </p:txBody>
      </p:sp>
      <p:sp>
        <p:nvSpPr>
          <p:cNvPr id="9" name="all_sprites は更新と描画、enemies は敵との衝突判定に使う。">
            <a:extLst xmlns:a="http://schemas.openxmlformats.org/drawingml/2006/main">
              <a:ext uri="{FF2B5EF4-FFF2-40B4-BE49-F238E27FC236}">
                <a16:creationId xmlns:a16="http://schemas.microsoft.com/office/drawing/2014/main" id="{1453B16B-F631-4AC5-AD2B-F5510532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all_sprites は更新と描画、enemies は敵との衝突判定に使う。</a:t>
            </a:r>
          </a:p>
        </p:txBody>
      </p:sp>
      <p:sp>
        <p:nvSpPr>
          <p:cNvPr id="10" name="e.hp を変更すると、どちらの参照から見ても同じ変更が現れる。">
            <a:extLst xmlns:a="http://schemas.openxmlformats.org/drawingml/2006/main">
              <a:ext uri="{FF2B5EF4-FFF2-40B4-BE49-F238E27FC236}">
                <a16:creationId xmlns:a16="http://schemas.microsoft.com/office/drawing/2014/main" id="{830B2A12-8FA5-4789-883F-F61932AF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e.hp を変更すると、どちらの参照から見ても同じ変更が現れる。</a:t>
            </a:r>
          </a:p>
        </p:txBody>
      </p:sp>
      <p:sp>
        <p:nvSpPr>
          <p:cNvPr id="11" name="game.py · spawn_enemy()">
            <a:extLst xmlns:a="http://schemas.openxmlformats.org/drawingml/2006/main">
              <a:ext uri="{FF2B5EF4-FFF2-40B4-BE49-F238E27FC236}">
                <a16:creationId xmlns:a16="http://schemas.microsoft.com/office/drawing/2014/main" id="{FF43ABC0-4BC8-4ABC-AC33-67EE2693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game.py · spawn_enemy()</a:t>
            </a:r>
          </a:p>
        </p:txBody>
      </p:sp>
      <p:sp>
        <p:nvSpPr>
          <p:cNvPr id="12" name="12">
            <a:extLst xmlns:a="http://schemas.openxmlformats.org/drawingml/2006/main">
              <a:ext uri="{FF2B5EF4-FFF2-40B4-BE49-F238E27FC236}">
                <a16:creationId xmlns:a16="http://schemas.microsoft.com/office/drawing/2014/main" id="{6D438BBA-BA4E-46B2-BF6C-032ED316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221859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or：共通のデータをまとめる">
            <a:extLst xmlns:a="http://schemas.openxmlformats.org/drawingml/2006/main">
              <a:ext uri="{FF2B5EF4-FFF2-40B4-BE49-F238E27FC236}">
                <a16:creationId xmlns:a16="http://schemas.microsoft.com/office/drawing/2014/main" id="{8E089D48-2173-45B3-9909-3663C5303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Actor：共通のデータをまとめる</a:t>
            </a:r>
          </a:p>
        </p:txBody>
      </p:sp>
      <p:sp>
        <p:nvSpPr>
          <p:cNvPr id="2" name="image は外観、rect は配置と衝突範囲">
            <a:extLst xmlns:a="http://schemas.openxmlformats.org/drawingml/2006/main">
              <a:ext uri="{FF2B5EF4-FFF2-40B4-BE49-F238E27FC236}">
                <a16:creationId xmlns:a16="http://schemas.microsoft.com/office/drawing/2014/main" id="{97C812B6-D0B6-4CE3-97FF-DC329456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image は外観、rect は配置と衝突範囲</a:t>
            </a:r>
          </a:p>
        </p:txBody>
      </p:sp>
      <p:sp>
        <p:nvSpPr>
          <p:cNvPr id="3" name="class Actor(pygame.sprite.Sprite):">
            <a:extLst xmlns:a="http://schemas.openxmlformats.org/drawingml/2006/main">
              <a:ext uri="{FF2B5EF4-FFF2-40B4-BE49-F238E27FC236}">
                <a16:creationId xmlns:a16="http://schemas.microsoft.com/office/drawing/2014/main" id="{4ACE0393-BB9E-42F1-821C-33175F9C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class Actor(pygame.sprite.Sprite):</a:t>
            </a:r>
          </a:p>
        </p:txBody>
      </p:sp>
      <p:sp>
        <p:nvSpPr>
          <p:cNvPr id="4" name="    def __init__(self, name, position, size):">
            <a:extLst xmlns:a="http://schemas.openxmlformats.org/drawingml/2006/main">
              <a:ext uri="{FF2B5EF4-FFF2-40B4-BE49-F238E27FC236}">
                <a16:creationId xmlns:a16="http://schemas.microsoft.com/office/drawing/2014/main" id="{6EC4F655-9DA3-41C0-9C7F-B1518C9B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def __init__(self, name, position, size):</a:t>
            </a:r>
          </a:p>
        </p:txBody>
      </p:sp>
      <p:sp>
        <p:nvSpPr>
          <p:cNvPr id="5" name="        super().__init__()">
            <a:extLst xmlns:a="http://schemas.openxmlformats.org/drawingml/2006/main">
              <a:ext uri="{FF2B5EF4-FFF2-40B4-BE49-F238E27FC236}">
                <a16:creationId xmlns:a16="http://schemas.microsoft.com/office/drawing/2014/main" id="{9A7BAEA8-8AF8-4514-A1DA-0485A6CA7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super().__init__()</a:t>
            </a:r>
          </a:p>
        </p:txBody>
      </p:sp>
      <p:sp>
        <p:nvSpPr>
          <p:cNvPr id="6" name="        self.name = name">
            <a:extLst xmlns:a="http://schemas.openxmlformats.org/drawingml/2006/main">
              <a:ext uri="{FF2B5EF4-FFF2-40B4-BE49-F238E27FC236}">
                <a16:creationId xmlns:a16="http://schemas.microsoft.com/office/drawing/2014/main" id="{0FE3AE03-9047-4EEE-97DB-D67E6722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self.name = name</a:t>
            </a:r>
          </a:p>
        </p:txBody>
      </p:sp>
      <p:sp>
        <p:nvSpPr>
          <p:cNvPr id="7" name="        self.image = pygame.Surface(size, pygame.SRCALPHA)">
            <a:extLst xmlns:a="http://schemas.openxmlformats.org/drawingml/2006/main">
              <a:ext uri="{FF2B5EF4-FFF2-40B4-BE49-F238E27FC236}">
                <a16:creationId xmlns:a16="http://schemas.microsoft.com/office/drawing/2014/main" id="{1844A131-8034-4F5C-81EB-EAB89717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self.image = pygame.Surface(size, pygame.SRCALPHA)</a:t>
            </a:r>
          </a:p>
        </p:txBody>
      </p:sp>
      <p:sp>
        <p:nvSpPr>
          <p:cNvPr id="8" name="        self.pos = pygame.Vector2(position)">
            <a:extLst xmlns:a="http://schemas.openxmlformats.org/drawingml/2006/main">
              <a:ext uri="{FF2B5EF4-FFF2-40B4-BE49-F238E27FC236}">
                <a16:creationId xmlns:a16="http://schemas.microsoft.com/office/drawing/2014/main" id="{FE0D971B-F85B-4462-B027-7155606C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self.pos = pygame.Vector2(position)</a:t>
            </a:r>
          </a:p>
        </p:txBody>
      </p:sp>
      <p:sp>
        <p:nvSpPr>
          <p:cNvPr id="9" name="        self.rect = self.image.get_rect(center=position)">
            <a:extLst xmlns:a="http://schemas.openxmlformats.org/drawingml/2006/main">
              <a:ext uri="{FF2B5EF4-FFF2-40B4-BE49-F238E27FC236}">
                <a16:creationId xmlns:a16="http://schemas.microsoft.com/office/drawing/2014/main" id="{D32D36CB-5537-414D-828A-AC4BF1CC2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self.rect = self.image.get_rect(center=position)</a:t>
            </a:r>
          </a:p>
        </p:txBody>
      </p:sp>
      <p:sp>
        <p:nvSpPr>
          <p:cNvPr id="10" name="        self.velocity = pygame.Vector2()">
            <a:extLst xmlns:a="http://schemas.openxmlformats.org/drawingml/2006/main">
              <a:ext uri="{FF2B5EF4-FFF2-40B4-BE49-F238E27FC236}">
                <a16:creationId xmlns:a16="http://schemas.microsoft.com/office/drawing/2014/main" id="{98931A0F-5BFE-4589-A1A1-E651E40D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814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self.velocity = pygame.Vector2()</a:t>
            </a:r>
          </a:p>
        </p:txBody>
      </p:sp>
      <p:sp>
        <p:nvSpPr>
          <p:cNvPr id="11" name="super().__init__() で Sprite のグループ管理機能を初期化する。">
            <a:extLst xmlns:a="http://schemas.openxmlformats.org/drawingml/2006/main">
              <a:ext uri="{FF2B5EF4-FFF2-40B4-BE49-F238E27FC236}">
                <a16:creationId xmlns:a16="http://schemas.microsoft.com/office/drawing/2014/main" id="{F1376251-9FB3-4D3B-B94F-9B0A7EED1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super().__init__() で Sprite のグループ管理機能を初期化する。</a:t>
            </a:r>
          </a:p>
        </p:txBody>
      </p:sp>
      <p:sp>
        <p:nvSpPr>
          <p:cNvPr id="12" name="pos は浮動小数点の座標、rect は整数ピクセルの座標を持つ。">
            <a:extLst xmlns:a="http://schemas.openxmlformats.org/drawingml/2006/main">
              <a:ext uri="{FF2B5EF4-FFF2-40B4-BE49-F238E27FC236}">
                <a16:creationId xmlns:a16="http://schemas.microsoft.com/office/drawing/2014/main" id="{32231FE1-97EF-4D84-BC5A-45577A57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pos は浮動小数点の座標、rect は整数ピクセルの座標を持つ。</a:t>
            </a:r>
          </a:p>
        </p:txBody>
      </p:sp>
      <p:sp>
        <p:nvSpPr>
          <p:cNvPr id="13" name="actors.py · Actor.__init__()">
            <a:extLst xmlns:a="http://schemas.openxmlformats.org/drawingml/2006/main">
              <a:ext uri="{FF2B5EF4-FFF2-40B4-BE49-F238E27FC236}">
                <a16:creationId xmlns:a16="http://schemas.microsoft.com/office/drawing/2014/main" id="{4B8BC0FF-7510-4D20-A6DD-464A07C0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Actor.__init__()</a:t>
            </a:r>
          </a:p>
        </p:txBody>
      </p:sp>
      <p:sp>
        <p:nvSpPr>
          <p:cNvPr id="14" name="13">
            <a:extLst xmlns:a="http://schemas.openxmlformats.org/drawingml/2006/main">
              <a:ext uri="{FF2B5EF4-FFF2-40B4-BE49-F238E27FC236}">
                <a16:creationId xmlns:a16="http://schemas.microsoft.com/office/drawing/2014/main" id="{AE36EFD8-4BCA-4631-BE66-08B757A7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964700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移動量 = 速度 × 経過時間">
            <a:extLst xmlns:a="http://schemas.openxmlformats.org/drawingml/2006/main">
              <a:ext uri="{FF2B5EF4-FFF2-40B4-BE49-F238E27FC236}">
                <a16:creationId xmlns:a16="http://schemas.microsoft.com/office/drawing/2014/main" id="{EE2FE21F-D234-4A11-8924-013E4D41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移動量 = 速度 × 経過時間</a:t>
            </a:r>
          </a:p>
        </p:txBody>
      </p:sp>
      <p:sp>
        <p:nvSpPr>
          <p:cNvPr id="2" name="dt の単位は秒、速度の単位はピクセル／秒">
            <a:extLst xmlns:a="http://schemas.openxmlformats.org/drawingml/2006/main">
              <a:ext uri="{FF2B5EF4-FFF2-40B4-BE49-F238E27FC236}">
                <a16:creationId xmlns:a16="http://schemas.microsoft.com/office/drawing/2014/main" id="{7D29A62B-E03A-48EF-84C0-5424C833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dt の単位は秒、速度の単位はピクセル／秒</a:t>
            </a:r>
          </a:p>
        </p:txBody>
      </p:sp>
      <p:sp>
        <p:nvSpPr>
          <p:cNvPr id="3" name="def update(self, dt):">
            <a:extLst xmlns:a="http://schemas.openxmlformats.org/drawingml/2006/main">
              <a:ext uri="{FF2B5EF4-FFF2-40B4-BE49-F238E27FC236}">
                <a16:creationId xmlns:a16="http://schemas.microsoft.com/office/drawing/2014/main" id="{02950C95-9700-4C48-A1D2-A2F9817A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update(self, dt):</a:t>
            </a:r>
          </a:p>
        </p:txBody>
      </p:sp>
      <p:sp>
        <p:nvSpPr>
          <p:cNvPr id="4" name="    self.pos += self.velocity * dt">
            <a:extLst xmlns:a="http://schemas.openxmlformats.org/drawingml/2006/main">
              <a:ext uri="{FF2B5EF4-FFF2-40B4-BE49-F238E27FC236}">
                <a16:creationId xmlns:a16="http://schemas.microsoft.com/office/drawing/2014/main" id="{0EE968FB-0AC0-43AD-B096-E00E31463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self.pos += self.velocity * dt</a:t>
            </a:r>
          </a:p>
        </p:txBody>
      </p:sp>
      <p:sp>
        <p:nvSpPr>
          <p:cNvPr id="5" name="    self.rect.center = (round(self.pos.x), round(self.pos.y))">
            <a:extLst xmlns:a="http://schemas.openxmlformats.org/drawingml/2006/main">
              <a:ext uri="{FF2B5EF4-FFF2-40B4-BE49-F238E27FC236}">
                <a16:creationId xmlns:a16="http://schemas.microsoft.com/office/drawing/2014/main" id="{4EECC1A5-CE3C-4748-AE54-706FE3E8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self.rect.center = (round(self.pos.x), round(self.pos.y))</a:t>
            </a:r>
          </a:p>
        </p:txBody>
      </p:sp>
      <p:sp>
        <p:nvSpPr>
          <p:cNvPr id="6" name="毎秒 80 ピクセルなら、0.5 秒で 40 ピクセル移動する。">
            <a:extLst xmlns:a="http://schemas.openxmlformats.org/drawingml/2006/main">
              <a:ext uri="{FF2B5EF4-FFF2-40B4-BE49-F238E27FC236}">
                <a16:creationId xmlns:a16="http://schemas.microsoft.com/office/drawing/2014/main" id="{F5B81AFA-A4D5-4335-9E94-0F08D8A3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毎秒 80 ピクセルなら、0.5 秒で 40 ピクセル移動する。</a:t>
            </a:r>
          </a:p>
        </p:txBody>
      </p:sp>
      <p:sp>
        <p:nvSpPr>
          <p:cNvPr id="7" name="pos を更新して rect に反映し、小数の移動量を保持する。">
            <a:extLst xmlns:a="http://schemas.openxmlformats.org/drawingml/2006/main">
              <a:ext uri="{FF2B5EF4-FFF2-40B4-BE49-F238E27FC236}">
                <a16:creationId xmlns:a16="http://schemas.microsoft.com/office/drawing/2014/main" id="{529A1264-8289-48B8-9A0C-531D186C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pos を更新して rect に反映し、小数の移動量を保持する。</a:t>
            </a:r>
          </a:p>
        </p:txBody>
      </p:sp>
      <p:sp>
        <p:nvSpPr>
          <p:cNvPr id="8" name="actors.py · Actor.update()">
            <a:extLst xmlns:a="http://schemas.openxmlformats.org/drawingml/2006/main">
              <a:ext uri="{FF2B5EF4-FFF2-40B4-BE49-F238E27FC236}">
                <a16:creationId xmlns:a16="http://schemas.microsoft.com/office/drawing/2014/main" id="{4BB0F67D-C85D-410F-B8E0-3A6ED204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Actor.update()</a:t>
            </a:r>
          </a:p>
        </p:txBody>
      </p:sp>
      <p:sp>
        <p:nvSpPr>
          <p:cNvPr id="9" name="14">
            <a:extLst xmlns:a="http://schemas.openxmlformats.org/drawingml/2006/main">
              <a:ext uri="{FF2B5EF4-FFF2-40B4-BE49-F238E27FC236}">
                <a16:creationId xmlns:a16="http://schemas.microsoft.com/office/drawing/2014/main" id="{891C854B-5105-4B59-AA32-83617678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586059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layer：入力を移動方向に変える">
            <a:extLst xmlns:a="http://schemas.openxmlformats.org/drawingml/2006/main">
              <a:ext uri="{FF2B5EF4-FFF2-40B4-BE49-F238E27FC236}">
                <a16:creationId xmlns:a16="http://schemas.microsoft.com/office/drawing/2014/main" id="{DF38EA54-3CFB-4483-ACBF-DD9B0D4C4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Player：入力を移動方向に変える</a:t>
            </a:r>
          </a:p>
        </p:txBody>
      </p:sp>
      <p:sp>
        <p:nvSpPr>
          <p:cNvPr id="2" name="Game がキーを読み、Player が自分の速度を決める">
            <a:extLst xmlns:a="http://schemas.openxmlformats.org/drawingml/2006/main">
              <a:ext uri="{FF2B5EF4-FFF2-40B4-BE49-F238E27FC236}">
                <a16:creationId xmlns:a16="http://schemas.microsoft.com/office/drawing/2014/main" id="{1DECB0F4-6598-43B8-9939-0B2EB0EB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Game がキーを読み、Player が自分の速度を決める</a:t>
            </a:r>
          </a:p>
        </p:txBody>
      </p:sp>
      <p:sp>
        <p:nvSpPr>
          <p:cNvPr id="3" name="def set_direction(self, x, y):">
            <a:extLst xmlns:a="http://schemas.openxmlformats.org/drawingml/2006/main">
              <a:ext uri="{FF2B5EF4-FFF2-40B4-BE49-F238E27FC236}">
                <a16:creationId xmlns:a16="http://schemas.microsoft.com/office/drawing/2014/main" id="{ED576DF6-C2B1-4890-9A95-676B6F81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set_direction(self, x, y):</a:t>
            </a:r>
          </a:p>
        </p:txBody>
      </p:sp>
      <p:sp>
        <p:nvSpPr>
          <p:cNvPr id="4" name="    direction = pygame.Vector2(x, y)">
            <a:extLst xmlns:a="http://schemas.openxmlformats.org/drawingml/2006/main">
              <a:ext uri="{FF2B5EF4-FFF2-40B4-BE49-F238E27FC236}">
                <a16:creationId xmlns:a16="http://schemas.microsoft.com/office/drawing/2014/main" id="{09428833-A27A-4C2D-938D-C3A1AAD7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direction = pygame.Vector2(x, y)</a:t>
            </a:r>
          </a:p>
        </p:txBody>
      </p:sp>
      <p:sp>
        <p:nvSpPr>
          <p:cNvPr id="5" name="    if direction.length_squared() &gt; 1:">
            <a:extLst xmlns:a="http://schemas.openxmlformats.org/drawingml/2006/main">
              <a:ext uri="{FF2B5EF4-FFF2-40B4-BE49-F238E27FC236}">
                <a16:creationId xmlns:a16="http://schemas.microsoft.com/office/drawing/2014/main" id="{B0E8D0B0-8C0E-411C-A5AE-978D61C7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direction.length_squared() &gt; 1:</a:t>
            </a:r>
          </a:p>
        </p:txBody>
      </p:sp>
      <p:sp>
        <p:nvSpPr>
          <p:cNvPr id="6" name="        direction = direction.normalize()">
            <a:extLst xmlns:a="http://schemas.openxmlformats.org/drawingml/2006/main">
              <a:ext uri="{FF2B5EF4-FFF2-40B4-BE49-F238E27FC236}">
                <a16:creationId xmlns:a16="http://schemas.microsoft.com/office/drawing/2014/main" id="{D29D454C-4B86-40B5-B943-768C4CA1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direction = direction.normalize()</a:t>
            </a:r>
          </a:p>
        </p:txBody>
      </p:sp>
      <p:sp>
        <p:nvSpPr>
          <p:cNvPr id="7" name="    self.velocity = direction * PLAYER_SPEED">
            <a:extLst xmlns:a="http://schemas.openxmlformats.org/drawingml/2006/main">
              <a:ext uri="{FF2B5EF4-FFF2-40B4-BE49-F238E27FC236}">
                <a16:creationId xmlns:a16="http://schemas.microsoft.com/office/drawing/2014/main" id="{23A34F01-DBDD-453D-AFAD-DF558708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self.velocity = direction * PLAYER_SPEED</a:t>
            </a:r>
          </a:p>
        </p:txBody>
      </p:sp>
      <p:sp>
        <p:nvSpPr>
          <p:cNvPr id="8" name="(1, 0) は右、(0, -1) は上、(0, 0) は停止。">
            <a:extLst xmlns:a="http://schemas.openxmlformats.org/drawingml/2006/main">
              <a:ext uri="{FF2B5EF4-FFF2-40B4-BE49-F238E27FC236}">
                <a16:creationId xmlns:a16="http://schemas.microsoft.com/office/drawing/2014/main" id="{FB11357E-6698-49D1-9520-E637435D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(1, 0) は右、(0, -1) は上、(0, 0) は停止。</a:t>
            </a:r>
          </a:p>
        </p:txBody>
      </p:sp>
      <p:sp>
        <p:nvSpPr>
          <p:cNvPr id="9" name="normalize() により斜め移動でも速さが同じになる。">
            <a:extLst xmlns:a="http://schemas.openxmlformats.org/drawingml/2006/main">
              <a:ext uri="{FF2B5EF4-FFF2-40B4-BE49-F238E27FC236}">
                <a16:creationId xmlns:a16="http://schemas.microsoft.com/office/drawing/2014/main" id="{08D1F4C6-6B88-4F29-8A4B-F35FB333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normalize() により斜め移動でも速さが同じになる。</a:t>
            </a:r>
          </a:p>
        </p:txBody>
      </p:sp>
      <p:sp>
        <p:nvSpPr>
          <p:cNvPr id="10" name="actors.py · Player.set_direction()">
            <a:extLst xmlns:a="http://schemas.openxmlformats.org/drawingml/2006/main">
              <a:ext uri="{FF2B5EF4-FFF2-40B4-BE49-F238E27FC236}">
                <a16:creationId xmlns:a16="http://schemas.microsoft.com/office/drawing/2014/main" id="{546BEC8D-885E-437F-B9F2-9EA937F3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Player.set_direction()</a:t>
            </a:r>
          </a:p>
        </p:txBody>
      </p:sp>
      <p:sp>
        <p:nvSpPr>
          <p:cNvPr id="11" name="15">
            <a:extLst xmlns:a="http://schemas.openxmlformats.org/drawingml/2006/main">
              <a:ext uri="{FF2B5EF4-FFF2-40B4-BE49-F238E27FC236}">
                <a16:creationId xmlns:a16="http://schemas.microsoft.com/office/drawing/2014/main" id="{3F23F6C9-6510-49CC-98BE-F2384B0A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4939390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layer.shoot()：発射できるかを決める">
            <a:extLst xmlns:a="http://schemas.openxmlformats.org/drawingml/2006/main">
              <a:ext uri="{FF2B5EF4-FFF2-40B4-BE49-F238E27FC236}">
                <a16:creationId xmlns:a16="http://schemas.microsoft.com/office/drawing/2014/main" id="{1941CA96-4E40-4BBA-8D81-137A2254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Player.shoot()：発射できるかを決める</a:t>
            </a:r>
          </a:p>
        </p:txBody>
      </p:sp>
      <p:sp>
        <p:nvSpPr>
          <p:cNvPr id="2" name="制約と状態変更を一つのメソッドにまとめる">
            <a:extLst xmlns:a="http://schemas.openxmlformats.org/drawingml/2006/main">
              <a:ext uri="{FF2B5EF4-FFF2-40B4-BE49-F238E27FC236}">
                <a16:creationId xmlns:a16="http://schemas.microsoft.com/office/drawing/2014/main" id="{D038A013-3FBC-4A6A-A248-E928AB1B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制約と状態変更を一つのメソッドにまとめる</a:t>
            </a:r>
          </a:p>
        </p:txBody>
      </p:sp>
      <p:sp>
        <p:nvSpPr>
          <p:cNvPr id="3" name="def shoot(self, name):">
            <a:extLst xmlns:a="http://schemas.openxmlformats.org/drawingml/2006/main">
              <a:ext uri="{FF2B5EF4-FFF2-40B4-BE49-F238E27FC236}">
                <a16:creationId xmlns:a16="http://schemas.microsoft.com/office/drawing/2014/main" id="{94F33385-B39B-4A9E-8BEB-911FECC7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shoot(self, name):</a:t>
            </a:r>
          </a:p>
        </p:txBody>
      </p:sp>
      <p:sp>
        <p:nvSpPr>
          <p:cNvPr id="4" name="    if self.cooldown &gt; 0 or self.hp == 0:">
            <a:extLst xmlns:a="http://schemas.openxmlformats.org/drawingml/2006/main">
              <a:ext uri="{FF2B5EF4-FFF2-40B4-BE49-F238E27FC236}">
                <a16:creationId xmlns:a16="http://schemas.microsoft.com/office/drawing/2014/main" id="{6B14F92D-0FCA-4A6D-A13A-8213EE9D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self.cooldown &gt; 0 or self.hp == 0:</a:t>
            </a:r>
          </a:p>
        </p:txBody>
      </p:sp>
      <p:sp>
        <p:nvSpPr>
          <p:cNvPr id="5" name="        return None">
            <a:extLst xmlns:a="http://schemas.openxmlformats.org/drawingml/2006/main">
              <a:ext uri="{FF2B5EF4-FFF2-40B4-BE49-F238E27FC236}">
                <a16:creationId xmlns:a16="http://schemas.microsoft.com/office/drawing/2014/main" id="{7F4C92C6-49CA-46AA-99BA-05FE83B1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None</a:t>
            </a:r>
          </a:p>
        </p:txBody>
      </p:sp>
      <p:sp>
        <p:nvSpPr>
          <p:cNvPr id="6" name="    self.cooldown = SHOT_INTERVAL">
            <a:extLst xmlns:a="http://schemas.openxmlformats.org/drawingml/2006/main">
              <a:ext uri="{FF2B5EF4-FFF2-40B4-BE49-F238E27FC236}">
                <a16:creationId xmlns:a16="http://schemas.microsoft.com/office/drawing/2014/main" id="{7A5CEAA8-EF7E-43AC-A49E-9E816C39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self.cooldown = SHOT_INTERVAL</a:t>
            </a:r>
          </a:p>
        </p:txBody>
      </p:sp>
      <p:sp>
        <p:nvSpPr>
          <p:cNvPr id="7" name="    return Bullet(name, self)">
            <a:extLst xmlns:a="http://schemas.openxmlformats.org/drawingml/2006/main">
              <a:ext uri="{FF2B5EF4-FFF2-40B4-BE49-F238E27FC236}">
                <a16:creationId xmlns:a16="http://schemas.microsoft.com/office/drawing/2014/main" id="{77280845-4F40-47F1-AE60-30EBD9FC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return Bullet(name, self)</a:t>
            </a:r>
          </a:p>
        </p:txBody>
      </p:sp>
      <p:sp>
        <p:nvSpPr>
          <p:cNvPr id="8" name="クールダウン中、または HP が 0 なら None を返す。">
            <a:extLst xmlns:a="http://schemas.openxmlformats.org/drawingml/2006/main">
              <a:ext uri="{FF2B5EF4-FFF2-40B4-BE49-F238E27FC236}">
                <a16:creationId xmlns:a16="http://schemas.microsoft.com/office/drawing/2014/main" id="{8158F887-A843-4323-AC2D-FA35D97E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クールダウン中、または HP が 0 なら None を返す。</a:t>
            </a:r>
          </a:p>
        </p:txBody>
      </p:sp>
      <p:sp>
        <p:nvSpPr>
          <p:cNvPr id="9" name="成功時に新しい Bullet を作る。self は発射した Player。">
            <a:extLst xmlns:a="http://schemas.openxmlformats.org/drawingml/2006/main">
              <a:ext uri="{FF2B5EF4-FFF2-40B4-BE49-F238E27FC236}">
                <a16:creationId xmlns:a16="http://schemas.microsoft.com/office/drawing/2014/main" id="{278A81C8-FEEB-45B8-96D2-E8DE01736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成功時に新しい Bullet を作る。self は発射した Player。</a:t>
            </a:r>
          </a:p>
        </p:txBody>
      </p:sp>
      <p:sp>
        <p:nvSpPr>
          <p:cNvPr id="10" name="actors.py · Player.shoot()">
            <a:extLst xmlns:a="http://schemas.openxmlformats.org/drawingml/2006/main">
              <a:ext uri="{FF2B5EF4-FFF2-40B4-BE49-F238E27FC236}">
                <a16:creationId xmlns:a16="http://schemas.microsoft.com/office/drawing/2014/main" id="{89FB0E78-FDD5-4F08-A625-92D35E42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Player.shoot()</a:t>
            </a:r>
          </a:p>
        </p:txBody>
      </p:sp>
      <p:sp>
        <p:nvSpPr>
          <p:cNvPr id="11" name="16">
            <a:extLst xmlns:a="http://schemas.openxmlformats.org/drawingml/2006/main">
              <a:ext uri="{FF2B5EF4-FFF2-40B4-BE49-F238E27FC236}">
                <a16:creationId xmlns:a16="http://schemas.microsoft.com/office/drawing/2014/main" id="{205B1C70-F3C5-49FF-A56D-7FBE50EF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2903086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ullet：誰が発射したかを覚える">
            <a:extLst xmlns:a="http://schemas.openxmlformats.org/drawingml/2006/main">
              <a:ext uri="{FF2B5EF4-FFF2-40B4-BE49-F238E27FC236}">
                <a16:creationId xmlns:a16="http://schemas.microsoft.com/office/drawing/2014/main" id="{821EC245-ED66-411C-9253-B02635E6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Bullet：誰が発射したかを覚える</a:t>
            </a:r>
          </a:p>
        </p:txBody>
      </p:sp>
      <p:sp>
        <p:nvSpPr>
          <p:cNvPr id="2" name="owner はオブジェクト参照。y の負の速度は上向き。">
            <a:extLst xmlns:a="http://schemas.openxmlformats.org/drawingml/2006/main">
              <a:ext uri="{FF2B5EF4-FFF2-40B4-BE49-F238E27FC236}">
                <a16:creationId xmlns:a16="http://schemas.microsoft.com/office/drawing/2014/main" id="{EBD8DD6D-238E-4E25-9FD0-8C386A58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owner はオブジェクト参照。y の負の速度は上向き。</a:t>
            </a:r>
          </a:p>
        </p:txBody>
      </p:sp>
      <p:sp>
        <p:nvSpPr>
          <p:cNvPr id="3" name="def __init__(self, name, owner):">
            <a:extLst xmlns:a="http://schemas.openxmlformats.org/drawingml/2006/main">
              <a:ext uri="{FF2B5EF4-FFF2-40B4-BE49-F238E27FC236}">
                <a16:creationId xmlns:a16="http://schemas.microsoft.com/office/drawing/2014/main" id="{006971EF-EEED-4E26-A7C0-4427CB6D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__init__(self, name, owner):</a:t>
            </a:r>
          </a:p>
        </p:txBody>
      </p:sp>
      <p:sp>
        <p:nvSpPr>
          <p:cNvPr id="4" name="    position = (owner.rect.centerx, owner.rect.top - 9)">
            <a:extLst xmlns:a="http://schemas.openxmlformats.org/drawingml/2006/main">
              <a:ext uri="{FF2B5EF4-FFF2-40B4-BE49-F238E27FC236}">
                <a16:creationId xmlns:a16="http://schemas.microsoft.com/office/drawing/2014/main" id="{8655DED8-605A-40ED-BE3E-1F20EB39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position = (owner.rect.centerx, owner.rect.top - 9)</a:t>
            </a:r>
          </a:p>
        </p:txBody>
      </p:sp>
      <p:sp>
        <p:nvSpPr>
          <p:cNvPr id="5" name="    super().__init__(name, position, (8, 20))">
            <a:extLst xmlns:a="http://schemas.openxmlformats.org/drawingml/2006/main">
              <a:ext uri="{FF2B5EF4-FFF2-40B4-BE49-F238E27FC236}">
                <a16:creationId xmlns:a16="http://schemas.microsoft.com/office/drawing/2014/main" id="{B69F631A-5585-4E6B-A6BD-4B401058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super().__init__(name, position, (8, 20))</a:t>
            </a:r>
          </a:p>
        </p:txBody>
      </p:sp>
      <p:sp>
        <p:nvSpPr>
          <p:cNvPr id="6" name="    self.owner = owner">
            <a:extLst xmlns:a="http://schemas.openxmlformats.org/drawingml/2006/main">
              <a:ext uri="{FF2B5EF4-FFF2-40B4-BE49-F238E27FC236}">
                <a16:creationId xmlns:a16="http://schemas.microsoft.com/office/drawing/2014/main" id="{0A0ECB50-6AF8-4308-898D-40E8D635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self.owner = owner</a:t>
            </a:r>
          </a:p>
        </p:txBody>
      </p:sp>
      <p:sp>
        <p:nvSpPr>
          <p:cNvPr id="7" name="    self.damage = 1">
            <a:extLst xmlns:a="http://schemas.openxmlformats.org/drawingml/2006/main">
              <a:ext uri="{FF2B5EF4-FFF2-40B4-BE49-F238E27FC236}">
                <a16:creationId xmlns:a16="http://schemas.microsoft.com/office/drawing/2014/main" id="{EBFDD983-183D-4BCC-8C84-F129EBF9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self.damage = 1</a:t>
            </a:r>
          </a:p>
        </p:txBody>
      </p:sp>
      <p:sp>
        <p:nvSpPr>
          <p:cNvPr id="8" name="    self.velocity.y = -BULLET_SPEED">
            <a:extLst xmlns:a="http://schemas.openxmlformats.org/drawingml/2006/main">
              <a:ext uri="{FF2B5EF4-FFF2-40B4-BE49-F238E27FC236}">
                <a16:creationId xmlns:a16="http://schemas.microsoft.com/office/drawing/2014/main" id="{FD4A293D-0E61-4A6D-AF3A-90956A37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self.velocity.y = -BULLET_SPEED</a:t>
            </a:r>
          </a:p>
        </p:txBody>
      </p:sp>
      <p:sp>
        <p:nvSpPr>
          <p:cNvPr id="9" name="owner は文字列やコピーではなく、Player オブジェクト。">
            <a:extLst xmlns:a="http://schemas.openxmlformats.org/drawingml/2006/main">
              <a:ext uri="{FF2B5EF4-FFF2-40B4-BE49-F238E27FC236}">
                <a16:creationId xmlns:a16="http://schemas.microsoft.com/office/drawing/2014/main" id="{95E52592-8D1E-4B59-830D-CC45626C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owner は文字列やコピーではなく、Player オブジェクト。</a:t>
            </a:r>
          </a:p>
        </p:txBody>
      </p:sp>
      <p:sp>
        <p:nvSpPr>
          <p:cNvPr id="10" name="ここでは外観の描画を省略。damage は 1。">
            <a:extLst xmlns:a="http://schemas.openxmlformats.org/drawingml/2006/main">
              <a:ext uri="{FF2B5EF4-FFF2-40B4-BE49-F238E27FC236}">
                <a16:creationId xmlns:a16="http://schemas.microsoft.com/office/drawing/2014/main" id="{2DF00597-5A44-41C7-94F2-C8C794B1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ここでは外観の描画を省略。damage は 1。</a:t>
            </a:r>
          </a:p>
        </p:txBody>
      </p:sp>
      <p:sp>
        <p:nvSpPr>
          <p:cNvPr id="11" name="actors.py · Bullet.__init__() · excerpt">
            <a:extLst xmlns:a="http://schemas.openxmlformats.org/drawingml/2006/main">
              <a:ext uri="{FF2B5EF4-FFF2-40B4-BE49-F238E27FC236}">
                <a16:creationId xmlns:a16="http://schemas.microsoft.com/office/drawing/2014/main" id="{01004A0B-4D86-403A-8E47-0D9A8C149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Bullet.__init__() · excerpt</a:t>
            </a:r>
          </a:p>
        </p:txBody>
      </p:sp>
      <p:sp>
        <p:nvSpPr>
          <p:cNvPr id="12" name="17">
            <a:extLst xmlns:a="http://schemas.openxmlformats.org/drawingml/2006/main">
              <a:ext uri="{FF2B5EF4-FFF2-40B4-BE49-F238E27FC236}">
                <a16:creationId xmlns:a16="http://schemas.microsoft.com/office/drawing/2014/main" id="{020512BA-4457-48EC-93E5-62559E8D1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78242101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ame：新しい弾を画面に登録する">
            <a:extLst xmlns:a="http://schemas.openxmlformats.org/drawingml/2006/main">
              <a:ext uri="{FF2B5EF4-FFF2-40B4-BE49-F238E27FC236}">
                <a16:creationId xmlns:a16="http://schemas.microsoft.com/office/drawing/2014/main" id="{77B6E68E-44E7-426D-BF59-EA17EB06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Game：新しい弾を画面に登録する</a:t>
            </a:r>
          </a:p>
        </p:txBody>
      </p:sp>
      <p:sp>
        <p:nvSpPr>
          <p:cNvPr id="2" name="オブジェクトの生成とグループへの追加は別の手順">
            <a:extLst xmlns:a="http://schemas.openxmlformats.org/drawingml/2006/main">
              <a:ext uri="{FF2B5EF4-FFF2-40B4-BE49-F238E27FC236}">
                <a16:creationId xmlns:a16="http://schemas.microsoft.com/office/drawing/2014/main" id="{E094D508-5970-4115-AB7B-1F7A6DC6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オブジェクトの生成とグループへの追加は別の手順</a:t>
            </a:r>
          </a:p>
        </p:txBody>
      </p:sp>
      <p:sp>
        <p:nvSpPr>
          <p:cNvPr id="3" name="bullet = self.player.shoot(f&quot;B{self.next_bullet:02}&quot;)">
            <a:extLst xmlns:a="http://schemas.openxmlformats.org/drawingml/2006/main">
              <a:ext uri="{FF2B5EF4-FFF2-40B4-BE49-F238E27FC236}">
                <a16:creationId xmlns:a16="http://schemas.microsoft.com/office/drawing/2014/main" id="{174E5CD9-624E-46AD-8A49-51C0466D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bullet = self.player.shoot(f"B{self.next_bullet:02}")</a:t>
            </a:r>
          </a:p>
        </p:txBody>
      </p:sp>
      <p:sp>
        <p:nvSpPr>
          <p:cNvPr id="4" name="if bullet is not None:">
            <a:extLst xmlns:a="http://schemas.openxmlformats.org/drawingml/2006/main">
              <a:ext uri="{FF2B5EF4-FFF2-40B4-BE49-F238E27FC236}">
                <a16:creationId xmlns:a16="http://schemas.microsoft.com/office/drawing/2014/main" id="{D2F157DF-8AA6-48B7-92FC-8FDC4409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if bullet is not None:</a:t>
            </a:r>
          </a:p>
        </p:txBody>
      </p:sp>
      <p:sp>
        <p:nvSpPr>
          <p:cNvPr id="5" name="    self.next_bullet += 1">
            <a:extLst xmlns:a="http://schemas.openxmlformats.org/drawingml/2006/main">
              <a:ext uri="{FF2B5EF4-FFF2-40B4-BE49-F238E27FC236}">
                <a16:creationId xmlns:a16="http://schemas.microsoft.com/office/drawing/2014/main" id="{264AA745-659C-4FDF-B749-CF1ACE90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self.next_bullet += 1</a:t>
            </a:r>
          </a:p>
        </p:txBody>
      </p:sp>
      <p:sp>
        <p:nvSpPr>
          <p:cNvPr id="6" name="    self.bullets.add(bullet)">
            <a:extLst xmlns:a="http://schemas.openxmlformats.org/drawingml/2006/main">
              <a:ext uri="{FF2B5EF4-FFF2-40B4-BE49-F238E27FC236}">
                <a16:creationId xmlns:a16="http://schemas.microsoft.com/office/drawing/2014/main" id="{38E33377-9960-43D3-B31B-C38D3348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self.bullets.add(bullet)</a:t>
            </a:r>
          </a:p>
        </p:txBody>
      </p:sp>
      <p:sp>
        <p:nvSpPr>
          <p:cNvPr id="7" name="    self.all_sprites.add(bullet)">
            <a:extLst xmlns:a="http://schemas.openxmlformats.org/drawingml/2006/main">
              <a:ext uri="{FF2B5EF4-FFF2-40B4-BE49-F238E27FC236}">
                <a16:creationId xmlns:a16="http://schemas.microsoft.com/office/drawing/2014/main" id="{5995F69A-09F5-454C-AB1A-8A11534A1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self.all_sprites.add(bullet)</a:t>
            </a:r>
          </a:p>
        </p:txBody>
      </p:sp>
      <p:sp>
        <p:nvSpPr>
          <p:cNvPr id="8" name="Player が Bullet を作り、Game が所属グループを決める。">
            <a:extLst xmlns:a="http://schemas.openxmlformats.org/drawingml/2006/main">
              <a:ext uri="{FF2B5EF4-FFF2-40B4-BE49-F238E27FC236}">
                <a16:creationId xmlns:a16="http://schemas.microsoft.com/office/drawing/2014/main" id="{07062C5B-B36D-494F-8A2B-DE8DE465A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Player が Bullet を作り、Game が所属グループを決める。</a:t>
            </a:r>
          </a:p>
        </p:txBody>
      </p:sp>
      <p:sp>
        <p:nvSpPr>
          <p:cNvPr id="9" name="bullets で衝突判定、all_sprites で更新と描画の対象になる。">
            <a:extLst xmlns:a="http://schemas.openxmlformats.org/drawingml/2006/main">
              <a:ext uri="{FF2B5EF4-FFF2-40B4-BE49-F238E27FC236}">
                <a16:creationId xmlns:a16="http://schemas.microsoft.com/office/drawing/2014/main" id="{49382A15-9EC6-485D-B84A-19BC5004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bullets で衝突判定、all_sprites で更新と描画の対象になる。</a:t>
            </a:r>
          </a:p>
        </p:txBody>
      </p:sp>
      <p:sp>
        <p:nvSpPr>
          <p:cNvPr id="10" name="game.py · Game.try_shoot() · excerpt">
            <a:extLst xmlns:a="http://schemas.openxmlformats.org/drawingml/2006/main">
              <a:ext uri="{FF2B5EF4-FFF2-40B4-BE49-F238E27FC236}">
                <a16:creationId xmlns:a16="http://schemas.microsoft.com/office/drawing/2014/main" id="{8DF011BA-C59D-4854-A42C-DE34CDA1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game.py · Game.try_shoot() · excerpt</a:t>
            </a:r>
          </a:p>
        </p:txBody>
      </p:sp>
      <p:sp>
        <p:nvSpPr>
          <p:cNvPr id="11" name="18">
            <a:extLst xmlns:a="http://schemas.openxmlformats.org/drawingml/2006/main">
              <a:ext uri="{FF2B5EF4-FFF2-40B4-BE49-F238E27FC236}">
                <a16:creationId xmlns:a16="http://schemas.microsoft.com/office/drawing/2014/main" id="{50220FF2-F12D-4A8A-9D42-E70F03CE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90566575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多態性：同じ呼び出し、異なる動作">
            <a:extLst xmlns:a="http://schemas.openxmlformats.org/drawingml/2006/main">
              <a:ext uri="{FF2B5EF4-FFF2-40B4-BE49-F238E27FC236}">
                <a16:creationId xmlns:a16="http://schemas.microsoft.com/office/drawing/2014/main" id="{7AB67238-E3DA-405E-92D3-0F8E9474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多態性：同じ呼び出し、異なる動作</a:t>
            </a:r>
          </a:p>
        </p:txBody>
      </p:sp>
      <p:sp>
        <p:nvSpPr>
          <p:cNvPr id="2" name="game.all_sprites.update(dt)">
            <a:extLst xmlns:a="http://schemas.openxmlformats.org/drawingml/2006/main">
              <a:ext uri="{FF2B5EF4-FFF2-40B4-BE49-F238E27FC236}">
                <a16:creationId xmlns:a16="http://schemas.microsoft.com/office/drawing/2014/main" id="{22BE6E39-9E76-4659-B0E2-0CD7FA2E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game.all_sprites.update(dt)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F1C29094-F932-49D0-91FE-AB3BFED07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" name="Player.update：移動、範囲制限、クールダウンと無敵時間の更新。">
            <a:extLst xmlns:a="http://schemas.openxmlformats.org/drawingml/2006/main">
              <a:ext uri="{FF2B5EF4-FFF2-40B4-BE49-F238E27FC236}">
                <a16:creationId xmlns:a16="http://schemas.microsoft.com/office/drawing/2014/main" id="{0F13B5EF-6DBF-4A0E-A807-455FD2D5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907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Player.update：移動、範囲制限、クールダウンと無敵時間の更新。</a:t>
            </a:r>
          </a:p>
        </p:txBody>
      </p:sp>
      <p:sp>
        <p:nvSpPr>
          <p:cNvPr id="5" name="02">
            <a:extLst xmlns:a="http://schemas.openxmlformats.org/drawingml/2006/main">
              <a:ext uri="{FF2B5EF4-FFF2-40B4-BE49-F238E27FC236}">
                <a16:creationId xmlns:a16="http://schemas.microsoft.com/office/drawing/2014/main" id="{385F9E49-89B6-44DA-8FC4-A49E76B7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042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" name="Enemy：Actor.update を継承し、自分の velocity で下へ移動。">
            <a:extLst xmlns:a="http://schemas.openxmlformats.org/drawingml/2006/main">
              <a:ext uri="{FF2B5EF4-FFF2-40B4-BE49-F238E27FC236}">
                <a16:creationId xmlns:a16="http://schemas.microsoft.com/office/drawing/2014/main" id="{510C89AC-BC01-4EB1-9802-AA3948AE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1947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Enemy：Actor.update を継承し、自分の velocity で下へ移動。</a:t>
            </a:r>
          </a:p>
        </p:txBody>
      </p:sp>
      <p:sp>
        <p:nvSpPr>
          <p:cNvPr id="7" name="03">
            <a:extLst xmlns:a="http://schemas.openxmlformats.org/drawingml/2006/main">
              <a:ext uri="{FF2B5EF4-FFF2-40B4-BE49-F238E27FC236}">
                <a16:creationId xmlns:a16="http://schemas.microsoft.com/office/drawing/2014/main" id="{F437EBF2-49C9-459F-861B-AF1E22E6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291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8" name="Bullet.update：移動し、上端を出たら kill() する。">
            <a:extLst xmlns:a="http://schemas.openxmlformats.org/drawingml/2006/main">
              <a:ext uri="{FF2B5EF4-FFF2-40B4-BE49-F238E27FC236}">
                <a16:creationId xmlns:a16="http://schemas.microsoft.com/office/drawing/2014/main" id="{064DFE13-B673-49F4-B241-1BE7E3EF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8482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Bullet.update：移動し、上端を出たら kill() する。</a:t>
            </a:r>
          </a:p>
        </p:txBody>
      </p:sp>
      <p:sp>
        <p:nvSpPr>
          <p:cNvPr id="9" name="19">
            <a:extLst xmlns:a="http://schemas.openxmlformats.org/drawingml/2006/main">
              <a:ext uri="{FF2B5EF4-FFF2-40B4-BE49-F238E27FC236}">
                <a16:creationId xmlns:a16="http://schemas.microsoft.com/office/drawing/2014/main" id="{170ED20D-5A95-4FD4-8EBB-1FD6B68E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62088626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Enemy：被弾した状態を自分で管理する">
            <a:extLst xmlns:a="http://schemas.openxmlformats.org/drawingml/2006/main">
              <a:ext uri="{FF2B5EF4-FFF2-40B4-BE49-F238E27FC236}">
                <a16:creationId xmlns:a16="http://schemas.microsoft.com/office/drawing/2014/main" id="{983308A8-0B7F-4CA0-BC18-7B81CDBB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Enemy：被弾した状態を自分で管理する</a:t>
            </a:r>
          </a:p>
        </p:txBody>
      </p:sp>
      <p:sp>
        <p:nvSpPr>
          <p:cNvPr id="2" name="Game は撃破の結果を受け取り、Enemy が HP を管理する">
            <a:extLst xmlns:a="http://schemas.openxmlformats.org/drawingml/2006/main">
              <a:ext uri="{FF2B5EF4-FFF2-40B4-BE49-F238E27FC236}">
                <a16:creationId xmlns:a16="http://schemas.microsoft.com/office/drawing/2014/main" id="{34F2D284-94C7-4FE7-84A1-17ED43F0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Game は撃破の結果を受け取り、Enemy が HP を管理する</a:t>
            </a:r>
          </a:p>
        </p:txBody>
      </p:sp>
      <p:sp>
        <p:nvSpPr>
          <p:cNvPr id="3" name="def take_hit(self, damage):">
            <a:extLst xmlns:a="http://schemas.openxmlformats.org/drawingml/2006/main">
              <a:ext uri="{FF2B5EF4-FFF2-40B4-BE49-F238E27FC236}">
                <a16:creationId xmlns:a16="http://schemas.microsoft.com/office/drawing/2014/main" id="{EB1EE3A7-98A1-410C-A79F-2CB5CD94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take_hit(self, damage):</a:t>
            </a:r>
          </a:p>
        </p:txBody>
      </p:sp>
      <p:sp>
        <p:nvSpPr>
          <p:cNvPr id="4" name="    self.hp = max(0, self.hp - damage)">
            <a:extLst xmlns:a="http://schemas.openxmlformats.org/drawingml/2006/main">
              <a:ext uri="{FF2B5EF4-FFF2-40B4-BE49-F238E27FC236}">
                <a16:creationId xmlns:a16="http://schemas.microsoft.com/office/drawing/2014/main" id="{2D264289-5233-4553-BF7B-38BD4C1B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self.hp = max(0, self.hp - damage)</a:t>
            </a:r>
          </a:p>
        </p:txBody>
      </p:sp>
      <p:sp>
        <p:nvSpPr>
          <p:cNvPr id="5" name="    if self.hp == 0:">
            <a:extLst xmlns:a="http://schemas.openxmlformats.org/drawingml/2006/main">
              <a:ext uri="{FF2B5EF4-FFF2-40B4-BE49-F238E27FC236}">
                <a16:creationId xmlns:a16="http://schemas.microsoft.com/office/drawing/2014/main" id="{08EBC6A4-D443-4F8C-90D0-404C0345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self.hp == 0:</a:t>
            </a:r>
          </a:p>
        </p:txBody>
      </p:sp>
      <p:sp>
        <p:nvSpPr>
          <p:cNvPr id="6" name="        self.kill()">
            <a:extLst xmlns:a="http://schemas.openxmlformats.org/drawingml/2006/main">
              <a:ext uri="{FF2B5EF4-FFF2-40B4-BE49-F238E27FC236}">
                <a16:creationId xmlns:a16="http://schemas.microsoft.com/office/drawing/2014/main" id="{6AE91F91-8595-4F45-A5D9-55731B7B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self.kill()</a:t>
            </a:r>
          </a:p>
        </p:txBody>
      </p:sp>
      <p:sp>
        <p:nvSpPr>
          <p:cNvPr id="7" name="        return True">
            <a:extLst xmlns:a="http://schemas.openxmlformats.org/drawingml/2006/main">
              <a:ext uri="{FF2B5EF4-FFF2-40B4-BE49-F238E27FC236}">
                <a16:creationId xmlns:a16="http://schemas.microsoft.com/office/drawing/2014/main" id="{4629DDF1-AE92-4CCC-B280-5FD46D33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True</a:t>
            </a:r>
          </a:p>
        </p:txBody>
      </p:sp>
      <p:sp>
        <p:nvSpPr>
          <p:cNvPr id="8" name="    return False">
            <a:extLst xmlns:a="http://schemas.openxmlformats.org/drawingml/2006/main">
              <a:ext uri="{FF2B5EF4-FFF2-40B4-BE49-F238E27FC236}">
                <a16:creationId xmlns:a16="http://schemas.microsoft.com/office/drawing/2014/main" id="{4384E1FD-3291-48C0-B91F-189079AB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return False</a:t>
            </a:r>
          </a:p>
        </p:txBody>
      </p:sp>
      <p:sp>
        <p:nvSpPr>
          <p:cNvPr id="9" name="max(0, ...) により HP は負にならない。">
            <a:extLst xmlns:a="http://schemas.openxmlformats.org/drawingml/2006/main">
              <a:ext uri="{FF2B5EF4-FFF2-40B4-BE49-F238E27FC236}">
                <a16:creationId xmlns:a16="http://schemas.microsoft.com/office/drawing/2014/main" id="{B9587A6C-7C0B-4419-B627-A3B18FB2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max(0, ...) により HP は負にならない。</a:t>
            </a:r>
          </a:p>
        </p:txBody>
      </p:sp>
      <p:sp>
        <p:nvSpPr>
          <p:cNvPr id="10" name="True が撃破を表し、Game が得点を加える。">
            <a:extLst xmlns:a="http://schemas.openxmlformats.org/drawingml/2006/main">
              <a:ext uri="{FF2B5EF4-FFF2-40B4-BE49-F238E27FC236}">
                <a16:creationId xmlns:a16="http://schemas.microsoft.com/office/drawing/2014/main" id="{9CD12690-003F-49F7-80F1-D40E6DC9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True が撃破を表し、Game が得点を加える。</a:t>
            </a:r>
          </a:p>
        </p:txBody>
      </p:sp>
      <p:sp>
        <p:nvSpPr>
          <p:cNvPr id="11" name="actors.py · Enemy.take_hit()">
            <a:extLst xmlns:a="http://schemas.openxmlformats.org/drawingml/2006/main">
              <a:ext uri="{FF2B5EF4-FFF2-40B4-BE49-F238E27FC236}">
                <a16:creationId xmlns:a16="http://schemas.microsoft.com/office/drawing/2014/main" id="{ECA4B296-E959-4D79-B68E-F011D1C7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Enemy.take_hit()</a:t>
            </a:r>
          </a:p>
        </p:txBody>
      </p:sp>
      <p:sp>
        <p:nvSpPr>
          <p:cNvPr id="12" name="20">
            <a:extLst xmlns:a="http://schemas.openxmlformats.org/drawingml/2006/main">
              <a:ext uri="{FF2B5EF4-FFF2-40B4-BE49-F238E27FC236}">
                <a16:creationId xmlns:a16="http://schemas.microsoft.com/office/drawing/2014/main" id="{724C7051-DEA3-437D-907C-7E54ABC8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94699583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衝突：一つの弾は一度だけ当たる">
            <a:extLst xmlns:a="http://schemas.openxmlformats.org/drawingml/2006/main">
              <a:ext uri="{FF2B5EF4-FFF2-40B4-BE49-F238E27FC236}">
                <a16:creationId xmlns:a16="http://schemas.microsoft.com/office/drawing/2014/main" id="{C60DA8E1-50B1-46C0-A0AD-1260C7FF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衝突：一つの弾は一度だけ当たる</a:t>
            </a:r>
          </a:p>
        </p:txBody>
      </p:sp>
      <p:sp>
        <p:nvSpPr>
          <p:cNvPr id="2" name="rect の重なりを判定。この例はピクセルマスクを使わない。">
            <a:extLst xmlns:a="http://schemas.openxmlformats.org/drawingml/2006/main">
              <a:ext uri="{FF2B5EF4-FFF2-40B4-BE49-F238E27FC236}">
                <a16:creationId xmlns:a16="http://schemas.microsoft.com/office/drawing/2014/main" id="{11D2D1CC-D7CC-464C-858E-72DBB54C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rect の重なりを判定。この例はピクセルマスクを使わない。</a:t>
            </a:r>
          </a:p>
        </p:txBody>
      </p:sp>
      <p:sp>
        <p:nvSpPr>
          <p:cNvPr id="3" name="for bullet in self.bullets.sprites():">
            <a:extLst xmlns:a="http://schemas.openxmlformats.org/drawingml/2006/main">
              <a:ext uri="{FF2B5EF4-FFF2-40B4-BE49-F238E27FC236}">
                <a16:creationId xmlns:a16="http://schemas.microsoft.com/office/drawing/2014/main" id="{5013AFB3-D93E-4821-82E5-5A5B1BF2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for bullet in self.bullets.sprites():</a:t>
            </a:r>
          </a:p>
        </p:txBody>
      </p:sp>
      <p:sp>
        <p:nvSpPr>
          <p:cNvPr id="4" name="    hits = pygame.sprite.spritecollide(">
            <a:extLst xmlns:a="http://schemas.openxmlformats.org/drawingml/2006/main">
              <a:ext uri="{FF2B5EF4-FFF2-40B4-BE49-F238E27FC236}">
                <a16:creationId xmlns:a16="http://schemas.microsoft.com/office/drawing/2014/main" id="{A0CBD7BB-52BE-40BE-A3A1-0744987B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hits = pygame.sprite.spritecollide(</a:t>
            </a:r>
          </a:p>
        </p:txBody>
      </p:sp>
      <p:sp>
        <p:nvSpPr>
          <p:cNvPr id="5" name="        bullet, self.enemies, False)">
            <a:extLst xmlns:a="http://schemas.openxmlformats.org/drawingml/2006/main">
              <a:ext uri="{FF2B5EF4-FFF2-40B4-BE49-F238E27FC236}">
                <a16:creationId xmlns:a16="http://schemas.microsoft.com/office/drawing/2014/main" id="{AB6EE9C0-2A3A-4AD7-B5B3-0527B5B5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bullet, self.enemies, False)</a:t>
            </a:r>
          </a:p>
        </p:txBody>
      </p:sp>
      <p:sp>
        <p:nvSpPr>
          <p:cNvPr id="6" name="    if hits:">
            <a:extLst xmlns:a="http://schemas.openxmlformats.org/drawingml/2006/main">
              <a:ext uri="{FF2B5EF4-FFF2-40B4-BE49-F238E27FC236}">
                <a16:creationId xmlns:a16="http://schemas.microsoft.com/office/drawing/2014/main" id="{E7836E43-2073-495C-BDEF-BD90A629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hits:</a:t>
            </a:r>
          </a:p>
        </p:txBody>
      </p:sp>
      <p:sp>
        <p:nvSpPr>
          <p:cNvPr id="7" name="        enemy = hits[0]">
            <a:extLst xmlns:a="http://schemas.openxmlformats.org/drawingml/2006/main">
              <a:ext uri="{FF2B5EF4-FFF2-40B4-BE49-F238E27FC236}">
                <a16:creationId xmlns:a16="http://schemas.microsoft.com/office/drawing/2014/main" id="{0B3531E1-6610-4AA6-B6C8-5FB06857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enemy = hits[0]</a:t>
            </a:r>
          </a:p>
        </p:txBody>
      </p:sp>
      <p:sp>
        <p:nvSpPr>
          <p:cNvPr id="8" name="        destroyed = enemy.take_hit(bullet.damage)">
            <a:extLst xmlns:a="http://schemas.openxmlformats.org/drawingml/2006/main">
              <a:ext uri="{FF2B5EF4-FFF2-40B4-BE49-F238E27FC236}">
                <a16:creationId xmlns:a16="http://schemas.microsoft.com/office/drawing/2014/main" id="{B328125C-2174-4BD0-965C-FE7BD5E6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destroyed = enemy.take_hit(bullet.damage)</a:t>
            </a:r>
          </a:p>
        </p:txBody>
      </p:sp>
      <p:sp>
        <p:nvSpPr>
          <p:cNvPr id="9" name="        bullet.kill()">
            <a:extLst xmlns:a="http://schemas.openxmlformats.org/drawingml/2006/main">
              <a:ext uri="{FF2B5EF4-FFF2-40B4-BE49-F238E27FC236}">
                <a16:creationId xmlns:a16="http://schemas.microsoft.com/office/drawing/2014/main" id="{9FA395BE-0CA5-43A3-B919-6667EF4F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bullet.kill()</a:t>
            </a:r>
          </a:p>
        </p:txBody>
      </p:sp>
      <p:sp>
        <p:nvSpPr>
          <p:cNvPr id="10" name="        if destroyed:">
            <a:extLst xmlns:a="http://schemas.openxmlformats.org/drawingml/2006/main">
              <a:ext uri="{FF2B5EF4-FFF2-40B4-BE49-F238E27FC236}">
                <a16:creationId xmlns:a16="http://schemas.microsoft.com/office/drawing/2014/main" id="{45E02000-650E-41BA-9F1C-4EF22502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814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if destroyed:</a:t>
            </a:r>
          </a:p>
        </p:txBody>
      </p:sp>
      <p:sp>
        <p:nvSpPr>
          <p:cNvPr id="11" name="            self.score += 10">
            <a:extLst xmlns:a="http://schemas.openxmlformats.org/drawingml/2006/main">
              <a:ext uri="{FF2B5EF4-FFF2-40B4-BE49-F238E27FC236}">
                <a16:creationId xmlns:a16="http://schemas.microsoft.com/office/drawing/2014/main" id="{55AED4B1-D7C8-4BF8-8F79-B2DC5992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053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self.score += 10</a:t>
            </a:r>
          </a:p>
        </p:txBody>
      </p:sp>
      <p:sp>
        <p:nvSpPr>
          <p:cNvPr id="12" name="hits[0] で一体だけを選び、重なった敵にも一発で多重命中しない。">
            <a:extLst xmlns:a="http://schemas.openxmlformats.org/drawingml/2006/main">
              <a:ext uri="{FF2B5EF4-FFF2-40B4-BE49-F238E27FC236}">
                <a16:creationId xmlns:a16="http://schemas.microsoft.com/office/drawing/2014/main" id="{E389FF9E-9695-47A1-8C83-158FC72B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hits[0] で一体だけを選び、重なった敵にも一発で多重命中しない。</a:t>
            </a:r>
          </a:p>
        </p:txBody>
      </p:sp>
      <p:sp>
        <p:nvSpPr>
          <p:cNvPr id="13" name="ダメージを与え、弾を除去し、撃破時だけ +10 点。">
            <a:extLst xmlns:a="http://schemas.openxmlformats.org/drawingml/2006/main">
              <a:ext uri="{FF2B5EF4-FFF2-40B4-BE49-F238E27FC236}">
                <a16:creationId xmlns:a16="http://schemas.microsoft.com/office/drawing/2014/main" id="{3FE6E779-23F4-4CC2-8586-A1A1226E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ダメージを与え、弾を除去し、撃破時だけ +10 点。</a:t>
            </a:r>
          </a:p>
        </p:txBody>
      </p:sp>
      <p:sp>
        <p:nvSpPr>
          <p:cNvPr id="14" name="game.py · Game.resolve_collisions() · excerpt">
            <a:extLst xmlns:a="http://schemas.openxmlformats.org/drawingml/2006/main">
              <a:ext uri="{FF2B5EF4-FFF2-40B4-BE49-F238E27FC236}">
                <a16:creationId xmlns:a16="http://schemas.microsoft.com/office/drawing/2014/main" id="{AB56ECED-3F42-4650-A8A3-8477CE6F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game.py · Game.resolve_collisions() · excerpt</a:t>
            </a:r>
          </a:p>
        </p:txBody>
      </p:sp>
      <p:sp>
        <p:nvSpPr>
          <p:cNvPr id="15" name="21">
            <a:extLst xmlns:a="http://schemas.openxmlformats.org/drawingml/2006/main">
              <a:ext uri="{FF2B5EF4-FFF2-40B4-BE49-F238E27FC236}">
                <a16:creationId xmlns:a16="http://schemas.microsoft.com/office/drawing/2014/main" id="{07F9F05A-0D48-4958-9607-EAB6B403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33732998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被弾：Player が正しい状態を守る">
            <a:extLst xmlns:a="http://schemas.openxmlformats.org/drawingml/2006/main">
              <a:ext uri="{FF2B5EF4-FFF2-40B4-BE49-F238E27FC236}">
                <a16:creationId xmlns:a16="http://schemas.microsoft.com/office/drawing/2014/main" id="{00571CAB-C0BB-4EFE-B9A5-5375FD00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被弾：Player が正しい状態を守る</a:t>
            </a:r>
          </a:p>
        </p:txBody>
      </p:sp>
      <p:sp>
        <p:nvSpPr>
          <p:cNvPr id="2" name="有効な被弾ごとに HP を 1 減らし、その後 0.8 秒間は無敵">
            <a:extLst xmlns:a="http://schemas.openxmlformats.org/drawingml/2006/main">
              <a:ext uri="{FF2B5EF4-FFF2-40B4-BE49-F238E27FC236}">
                <a16:creationId xmlns:a16="http://schemas.microsoft.com/office/drawing/2014/main" id="{2F9444A2-DBFA-419A-8484-E2BD5B76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有効な被弾ごとに HP を 1 減らし、その後 0.8 秒間は無敵</a:t>
            </a:r>
          </a:p>
        </p:txBody>
      </p:sp>
      <p:sp>
        <p:nvSpPr>
          <p:cNvPr id="3" name="def take_damage(self):">
            <a:extLst xmlns:a="http://schemas.openxmlformats.org/drawingml/2006/main">
              <a:ext uri="{FF2B5EF4-FFF2-40B4-BE49-F238E27FC236}">
                <a16:creationId xmlns:a16="http://schemas.microsoft.com/office/drawing/2014/main" id="{2C71F0A3-8604-402A-B6AA-69025B7C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take_damage(self):</a:t>
            </a:r>
          </a:p>
        </p:txBody>
      </p:sp>
      <p:sp>
        <p:nvSpPr>
          <p:cNvPr id="4" name="    if self.invulnerable &gt; 0 or self.hp == 0:">
            <a:extLst xmlns:a="http://schemas.openxmlformats.org/drawingml/2006/main">
              <a:ext uri="{FF2B5EF4-FFF2-40B4-BE49-F238E27FC236}">
                <a16:creationId xmlns:a16="http://schemas.microsoft.com/office/drawing/2014/main" id="{DED427C3-FF95-4285-80E8-DEEB7642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self.invulnerable &gt; 0 or self.hp == 0:</a:t>
            </a:r>
          </a:p>
        </p:txBody>
      </p:sp>
      <p:sp>
        <p:nvSpPr>
          <p:cNvPr id="5" name="        return False">
            <a:extLst xmlns:a="http://schemas.openxmlformats.org/drawingml/2006/main">
              <a:ext uri="{FF2B5EF4-FFF2-40B4-BE49-F238E27FC236}">
                <a16:creationId xmlns:a16="http://schemas.microsoft.com/office/drawing/2014/main" id="{FCA9FFC3-6FF3-4E8C-9C71-7554E2EC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False</a:t>
            </a:r>
          </a:p>
        </p:txBody>
      </p:sp>
      <p:sp>
        <p:nvSpPr>
          <p:cNvPr id="6" name="    self.hp -= 1">
            <a:extLst xmlns:a="http://schemas.openxmlformats.org/drawingml/2006/main">
              <a:ext uri="{FF2B5EF4-FFF2-40B4-BE49-F238E27FC236}">
                <a16:creationId xmlns:a16="http://schemas.microsoft.com/office/drawing/2014/main" id="{F917A67F-FF0F-4CBC-B69D-076F94FE1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self.hp -= 1</a:t>
            </a:r>
          </a:p>
        </p:txBody>
      </p:sp>
      <p:sp>
        <p:nvSpPr>
          <p:cNvPr id="7" name="    self.invulnerable = 0.8">
            <a:extLst xmlns:a="http://schemas.openxmlformats.org/drawingml/2006/main">
              <a:ext uri="{FF2B5EF4-FFF2-40B4-BE49-F238E27FC236}">
                <a16:creationId xmlns:a16="http://schemas.microsoft.com/office/drawing/2014/main" id="{1E096403-93E4-4F5F-ABAD-8F23A593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self.invulnerable = 0.8</a:t>
            </a:r>
          </a:p>
        </p:txBody>
      </p:sp>
      <p:sp>
        <p:nvSpPr>
          <p:cNvPr id="8" name="    return True">
            <a:extLst xmlns:a="http://schemas.openxmlformats.org/drawingml/2006/main">
              <a:ext uri="{FF2B5EF4-FFF2-40B4-BE49-F238E27FC236}">
                <a16:creationId xmlns:a16="http://schemas.microsoft.com/office/drawing/2014/main" id="{FD9F84AF-0E99-45D4-92F5-0DC64F35B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return True</a:t>
            </a:r>
          </a:p>
        </p:txBody>
      </p:sp>
      <p:sp>
        <p:nvSpPr>
          <p:cNvPr id="9" name="無敵時間中、または HP がすでに 0 ならダメージを受け付けない。">
            <a:extLst xmlns:a="http://schemas.openxmlformats.org/drawingml/2006/main">
              <a:ext uri="{FF2B5EF4-FFF2-40B4-BE49-F238E27FC236}">
                <a16:creationId xmlns:a16="http://schemas.microsoft.com/office/drawing/2014/main" id="{8CC58E5F-A0AA-4A60-B8DE-6B97C688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無敵時間中、または HP がすでに 0 ならダメージを受け付けない。</a:t>
            </a:r>
          </a:p>
        </p:txBody>
      </p:sp>
      <p:sp>
        <p:nvSpPr>
          <p:cNvPr id="10" name="Game は player.hp を直接変えず、take_damage() を呼ぶ。">
            <a:extLst xmlns:a="http://schemas.openxmlformats.org/drawingml/2006/main">
              <a:ext uri="{FF2B5EF4-FFF2-40B4-BE49-F238E27FC236}">
                <a16:creationId xmlns:a16="http://schemas.microsoft.com/office/drawing/2014/main" id="{F256B929-7502-4197-B1D5-2D14A10A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Game は player.hp を直接変えず、take_damage() を呼ぶ。</a:t>
            </a:r>
          </a:p>
        </p:txBody>
      </p:sp>
      <p:sp>
        <p:nvSpPr>
          <p:cNvPr id="11" name="actors.py · Player.take_damage()">
            <a:extLst xmlns:a="http://schemas.openxmlformats.org/drawingml/2006/main">
              <a:ext uri="{FF2B5EF4-FFF2-40B4-BE49-F238E27FC236}">
                <a16:creationId xmlns:a16="http://schemas.microsoft.com/office/drawing/2014/main" id="{72CC40F7-DE55-4A08-ABF5-786F5BCF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Player.take_damage()</a:t>
            </a:r>
          </a:p>
        </p:txBody>
      </p:sp>
      <p:sp>
        <p:nvSpPr>
          <p:cNvPr id="12" name="22">
            <a:extLst xmlns:a="http://schemas.openxmlformats.org/drawingml/2006/main">
              <a:ext uri="{FF2B5EF4-FFF2-40B4-BE49-F238E27FC236}">
                <a16:creationId xmlns:a16="http://schemas.microsoft.com/office/drawing/2014/main" id="{E0C1B648-8731-49E6-AAD8-F45A8405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51628513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ll()：画面を離れても実体は残る">
            <a:extLst xmlns:a="http://schemas.openxmlformats.org/drawingml/2006/main">
              <a:ext uri="{FF2B5EF4-FFF2-40B4-BE49-F238E27FC236}">
                <a16:creationId xmlns:a16="http://schemas.microsoft.com/office/drawing/2014/main" id="{5E36DE13-5711-478B-A3FD-942CF6BE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kill()：画面を離れても実体は残る</a:t>
            </a:r>
          </a:p>
        </p:txBody>
      </p:sp>
      <p:sp>
        <p:nvSpPr>
          <p:cNvPr id="2" name="グループへの所属と Python オブジェクトの寿命は異なる">
            <a:extLst xmlns:a="http://schemas.openxmlformats.org/drawingml/2006/main">
              <a:ext uri="{FF2B5EF4-FFF2-40B4-BE49-F238E27FC236}">
                <a16:creationId xmlns:a16="http://schemas.microsoft.com/office/drawing/2014/main" id="{6F5A84EB-0DC2-48EC-AB6A-888F4455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グループへの所属と Python オブジェクトの寿命は異なる</a:t>
            </a:r>
          </a:p>
        </p:txBody>
      </p:sp>
      <p:sp>
        <p:nvSpPr>
          <p:cNvPr id="3" name="b = game.player.shoot(&quot;B99&quot;)">
            <a:extLst xmlns:a="http://schemas.openxmlformats.org/drawingml/2006/main">
              <a:ext uri="{FF2B5EF4-FFF2-40B4-BE49-F238E27FC236}">
                <a16:creationId xmlns:a16="http://schemas.microsoft.com/office/drawing/2014/main" id="{CABFAC02-629F-4DBE-A0E0-A0B81DEB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b = game.player.shoot("B99")</a:t>
            </a:r>
          </a:p>
        </p:txBody>
      </p:sp>
      <p:sp>
        <p:nvSpPr>
          <p:cNvPr id="4" name="if b is not None:">
            <a:extLst xmlns:a="http://schemas.openxmlformats.org/drawingml/2006/main">
              <a:ext uri="{FF2B5EF4-FFF2-40B4-BE49-F238E27FC236}">
                <a16:creationId xmlns:a16="http://schemas.microsoft.com/office/drawing/2014/main" id="{CC3DC86A-CF15-41F8-9B19-C67B0D1D1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if b is not None:</a:t>
            </a:r>
          </a:p>
        </p:txBody>
      </p:sp>
      <p:sp>
        <p:nvSpPr>
          <p:cNvPr id="5" name="    game.bullets.add(b)">
            <a:extLst xmlns:a="http://schemas.openxmlformats.org/drawingml/2006/main">
              <a:ext uri="{FF2B5EF4-FFF2-40B4-BE49-F238E27FC236}">
                <a16:creationId xmlns:a16="http://schemas.microsoft.com/office/drawing/2014/main" id="{FEE4ECCC-3009-4964-BAD1-DAE2B944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game.bullets.add(b)</a:t>
            </a:r>
          </a:p>
        </p:txBody>
      </p:sp>
      <p:sp>
        <p:nvSpPr>
          <p:cNvPr id="6" name="    game.all_sprites.add(b)">
            <a:extLst xmlns:a="http://schemas.openxmlformats.org/drawingml/2006/main">
              <a:ext uri="{FF2B5EF4-FFF2-40B4-BE49-F238E27FC236}">
                <a16:creationId xmlns:a16="http://schemas.microsoft.com/office/drawing/2014/main" id="{C82C9A20-9A6B-4A82-97E6-52953409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game.all_sprites.add(b)</a:t>
            </a:r>
          </a:p>
        </p:txBody>
      </p:sp>
      <p:sp>
        <p:nvSpPr>
          <p:cNvPr id="7" name="    b.kill()">
            <a:extLst xmlns:a="http://schemas.openxmlformats.org/drawingml/2006/main">
              <a:ext uri="{FF2B5EF4-FFF2-40B4-BE49-F238E27FC236}">
                <a16:creationId xmlns:a16="http://schemas.microsoft.com/office/drawing/2014/main" id="{2E53C102-A41D-4CC5-AF57-4BA490D2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b.kill()</a:t>
            </a:r>
          </a:p>
        </p:txBody>
      </p:sp>
      <p:sp>
        <p:nvSpPr>
          <p:cNvPr id="8" name="    print(b.alive())                 # False">
            <a:extLst xmlns:a="http://schemas.openxmlformats.org/drawingml/2006/main">
              <a:ext uri="{FF2B5EF4-FFF2-40B4-BE49-F238E27FC236}">
                <a16:creationId xmlns:a16="http://schemas.microsoft.com/office/drawing/2014/main" id="{61DE7A52-880A-4266-9C5B-6286AA2B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print(b.alive())                 # False</a:t>
            </a:r>
          </a:p>
        </p:txBody>
      </p:sp>
      <p:sp>
        <p:nvSpPr>
          <p:cNvPr id="9" name="    print(b.owner is game.player)    # True">
            <a:extLst xmlns:a="http://schemas.openxmlformats.org/drawingml/2006/main">
              <a:ext uri="{FF2B5EF4-FFF2-40B4-BE49-F238E27FC236}">
                <a16:creationId xmlns:a16="http://schemas.microsoft.com/office/drawing/2014/main" id="{7B4912EA-9ABD-47AF-A783-2C90601D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print(b.owner is game.player)    # True</a:t>
            </a:r>
          </a:p>
        </p:txBody>
      </p:sp>
      <p:sp>
        <p:nvSpPr>
          <p:cNvPr id="10" name="kill() は全 Group から除去するが、b が参照を保持している。">
            <a:extLst xmlns:a="http://schemas.openxmlformats.org/drawingml/2006/main">
              <a:ext uri="{FF2B5EF4-FFF2-40B4-BE49-F238E27FC236}">
                <a16:creationId xmlns:a16="http://schemas.microsoft.com/office/drawing/2014/main" id="{CF427D50-AF58-434A-A1E8-BE8A7219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kill() は全 Group から除去するが、b が参照を保持している。</a:t>
            </a:r>
          </a:p>
        </p:txBody>
      </p:sp>
      <p:sp>
        <p:nvSpPr>
          <p:cNvPr id="11" name="alive() はグループへの所属を調べるもので、HP の検査ではない。">
            <a:extLst xmlns:a="http://schemas.openxmlformats.org/drawingml/2006/main">
              <a:ext uri="{FF2B5EF4-FFF2-40B4-BE49-F238E27FC236}">
                <a16:creationId xmlns:a16="http://schemas.microsoft.com/office/drawing/2014/main" id="{4FDF4F54-049E-496F-AD21-44350276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alive() はグループへの所属を調べるもので、HP の検査ではない。</a:t>
            </a:r>
          </a:p>
        </p:txBody>
      </p:sp>
      <p:sp>
        <p:nvSpPr>
          <p:cNvPr id="12" name="interactive example · fresh Game">
            <a:extLst xmlns:a="http://schemas.openxmlformats.org/drawingml/2006/main">
              <a:ext uri="{FF2B5EF4-FFF2-40B4-BE49-F238E27FC236}">
                <a16:creationId xmlns:a16="http://schemas.microsoft.com/office/drawing/2014/main" id="{C5496863-7C79-49D7-94DA-5BFC3BDD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interactive example · fresh Game</a:t>
            </a:r>
          </a:p>
        </p:txBody>
      </p:sp>
      <p:sp>
        <p:nvSpPr>
          <p:cNvPr id="13" name="23">
            <a:extLst xmlns:a="http://schemas.openxmlformats.org/drawingml/2006/main">
              <a:ext uri="{FF2B5EF4-FFF2-40B4-BE49-F238E27FC236}">
                <a16:creationId xmlns:a16="http://schemas.microsoft.com/office/drawing/2014/main" id="{25441A19-7550-428F-9D34-3BE257FD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90809555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メインループ：入力・更新・描画">
            <a:extLst xmlns:a="http://schemas.openxmlformats.org/drawingml/2006/main">
              <a:ext uri="{FF2B5EF4-FFF2-40B4-BE49-F238E27FC236}">
                <a16:creationId xmlns:a16="http://schemas.microsoft.com/office/drawing/2014/main" id="{F8AC7EDE-D8A5-4CE5-BAE5-A8382212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メインループ：入力・更新・描画</a:t>
            </a:r>
          </a:p>
        </p:txBody>
      </p:sp>
      <p:sp>
        <p:nvSpPr>
          <p:cNvPr id="2" name="run() の順序。キー入力の取得部分は省略。">
            <a:extLst xmlns:a="http://schemas.openxmlformats.org/drawingml/2006/main">
              <a:ext uri="{FF2B5EF4-FFF2-40B4-BE49-F238E27FC236}">
                <a16:creationId xmlns:a16="http://schemas.microsoft.com/office/drawing/2014/main" id="{61E96378-10D4-4513-A002-FB6DA8F0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run() の順序。キー入力の取得部分は省略。</a:t>
            </a:r>
          </a:p>
        </p:txBody>
      </p:sp>
      <p:sp>
        <p:nvSpPr>
          <p:cNvPr id="3" name="dt = min(self.clock.tick(FPS) / 1000, 1 / 30)">
            <a:extLst xmlns:a="http://schemas.openxmlformats.org/drawingml/2006/main">
              <a:ext uri="{FF2B5EF4-FFF2-40B4-BE49-F238E27FC236}">
                <a16:creationId xmlns:a16="http://schemas.microsoft.com/office/drawing/2014/main" id="{8658DC99-5F63-4E50-94C3-64746072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dt = min(self.clock.tick(FPS) / 1000, 1 / 30)</a:t>
            </a:r>
          </a:p>
        </p:txBody>
      </p:sp>
      <p:sp>
        <p:nvSpPr>
          <p:cNvPr id="4" name="self.handle_events(pygame.event.get())">
            <a:extLst xmlns:a="http://schemas.openxmlformats.org/drawingml/2006/main">
              <a:ext uri="{FF2B5EF4-FFF2-40B4-BE49-F238E27FC236}">
                <a16:creationId xmlns:a16="http://schemas.microsoft.com/office/drawing/2014/main" id="{D7654489-7756-4BBB-9BD7-1A9733AA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self.handle_events(pygame.event.get())</a:t>
            </a:r>
          </a:p>
        </p:txBody>
      </p:sp>
      <p:sp>
        <p:nvSpPr>
          <p:cNvPr id="5" name="# direction and shooting come from keyboard input">
            <a:extLst xmlns:a="http://schemas.openxmlformats.org/drawingml/2006/main">
              <a:ext uri="{FF2B5EF4-FFF2-40B4-BE49-F238E27FC236}">
                <a16:creationId xmlns:a16="http://schemas.microsoft.com/office/drawing/2014/main" id="{FDC28B79-81E0-457C-BE9D-910E4CB3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# direction and shooting come from keyboard input</a:t>
            </a:r>
          </a:p>
        </p:txBody>
      </p:sp>
      <p:sp>
        <p:nvSpPr>
          <p:cNvPr id="6" name="self.tick(dt, direction, shooting)">
            <a:extLst xmlns:a="http://schemas.openxmlformats.org/drawingml/2006/main">
              <a:ext uri="{FF2B5EF4-FFF2-40B4-BE49-F238E27FC236}">
                <a16:creationId xmlns:a16="http://schemas.microsoft.com/office/drawing/2014/main" id="{901D3541-0682-4EFA-BAE5-793474FB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self.tick(dt, direction, shooting)</a:t>
            </a:r>
          </a:p>
        </p:txBody>
      </p:sp>
      <p:sp>
        <p:nvSpPr>
          <p:cNvPr id="7" name="view.draw(self)">
            <a:extLst xmlns:a="http://schemas.openxmlformats.org/drawingml/2006/main">
              <a:ext uri="{FF2B5EF4-FFF2-40B4-BE49-F238E27FC236}">
                <a16:creationId xmlns:a16="http://schemas.microsoft.com/office/drawing/2014/main" id="{C90E4156-3B56-4698-8643-7FE782CB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view.draw(self)</a:t>
            </a:r>
          </a:p>
        </p:txBody>
      </p:sp>
      <p:sp>
        <p:nvSpPr>
          <p:cNvPr id="8" name="pygame.display.flip()">
            <a:extLst xmlns:a="http://schemas.openxmlformats.org/drawingml/2006/main">
              <a:ext uri="{FF2B5EF4-FFF2-40B4-BE49-F238E27FC236}">
                <a16:creationId xmlns:a16="http://schemas.microsoft.com/office/drawing/2014/main" id="{CEAC603C-DB02-412F-9757-388A8BD5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pygame.display.flip()</a:t>
            </a:r>
          </a:p>
        </p:txBody>
      </p:sp>
      <p:sp>
        <p:nvSpPr>
          <p:cNvPr id="9" name="tick() は playing のときだけ更新。view.draw() は停止・終了状態も描く。">
            <a:extLst xmlns:a="http://schemas.openxmlformats.org/drawingml/2006/main">
              <a:ext uri="{FF2B5EF4-FFF2-40B4-BE49-F238E27FC236}">
                <a16:creationId xmlns:a16="http://schemas.microsoft.com/office/drawing/2014/main" id="{F8EF67A9-5208-4AEA-A54E-E362F961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tick() は playing のときだけ更新。view.draw() は停止・終了状態も描く。</a:t>
            </a:r>
          </a:p>
        </p:txBody>
      </p:sp>
      <p:sp>
        <p:nvSpPr>
          <p:cNvPr id="10" name="Clock はミリ秒を返すので 1000 で割る。この例では dt を最大 1/30 秒に制限。">
            <a:extLst xmlns:a="http://schemas.openxmlformats.org/drawingml/2006/main">
              <a:ext uri="{FF2B5EF4-FFF2-40B4-BE49-F238E27FC236}">
                <a16:creationId xmlns:a16="http://schemas.microsoft.com/office/drawing/2014/main" id="{454D7765-55D6-4C17-A63F-329F4D3D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Clock はミリ秒を返すので 1000 で割る。この例では dt を最大 1/30 秒に制限。</a:t>
            </a:r>
          </a:p>
        </p:txBody>
      </p:sp>
      <p:sp>
        <p:nvSpPr>
          <p:cNvPr id="11" name="game.py · Game.run() · excerpt">
            <a:extLst xmlns:a="http://schemas.openxmlformats.org/drawingml/2006/main">
              <a:ext uri="{FF2B5EF4-FFF2-40B4-BE49-F238E27FC236}">
                <a16:creationId xmlns:a16="http://schemas.microsoft.com/office/drawing/2014/main" id="{418AC21A-91C7-43B3-9DA4-4FD9ECBA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game.py · Game.run() · excerpt</a:t>
            </a:r>
          </a:p>
        </p:txBody>
      </p:sp>
      <p:sp>
        <p:nvSpPr>
          <p:cNvPr id="12" name="24">
            <a:extLst xmlns:a="http://schemas.openxmlformats.org/drawingml/2006/main">
              <a:ext uri="{FF2B5EF4-FFF2-40B4-BE49-F238E27FC236}">
                <a16:creationId xmlns:a16="http://schemas.microsoft.com/office/drawing/2014/main" id="{B6944510-C969-4D95-9D74-949CA885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04007402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状態：停止中は勝手に動かない">
            <a:extLst xmlns:a="http://schemas.openxmlformats.org/drawingml/2006/main">
              <a:ext uri="{FF2B5EF4-FFF2-40B4-BE49-F238E27FC236}">
                <a16:creationId xmlns:a16="http://schemas.microsoft.com/office/drawing/2014/main" id="{9EE05C36-CD33-4787-9AC9-A7C59316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状態：停止中は勝手に動かない</a:t>
            </a:r>
          </a:p>
        </p:txBody>
      </p:sp>
      <p:sp>
        <p:nvSpPr>
          <p:cNvPr id="2" name="ready → playing ⇄ paused、playing → won / lost">
            <a:extLst xmlns:a="http://schemas.openxmlformats.org/drawingml/2006/main">
              <a:ext uri="{FF2B5EF4-FFF2-40B4-BE49-F238E27FC236}">
                <a16:creationId xmlns:a16="http://schemas.microsoft.com/office/drawing/2014/main" id="{E4B028DF-92D4-4A37-B2B0-B337D1BA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ready → playing ⇄ paused、playing → won / lost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20FE9A-DE6A-4ED1-BD94-ADE7D76B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2000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C40"/>
            </a:solidFill>
          </a:ln>
        </p:spPr>
      </p:sp>
      <p:sp>
        <p:nvSpPr>
          <p:cNvPr id="4" name="ready">
            <a:extLst xmlns:a="http://schemas.openxmlformats.org/drawingml/2006/main">
              <a:ext uri="{FF2B5EF4-FFF2-40B4-BE49-F238E27FC236}">
                <a16:creationId xmlns:a16="http://schemas.microsoft.com/office/drawing/2014/main" id="{533FF49C-7ECD-4D98-98E0-9C77C65A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66975"/>
            <a:ext cx="1695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ready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5D52F2-CA0C-4321-9502-1DB65490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81250"/>
            <a:ext cx="24288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6" name="playing">
            <a:extLst xmlns:a="http://schemas.openxmlformats.org/drawingml/2006/main">
              <a:ext uri="{FF2B5EF4-FFF2-40B4-BE49-F238E27FC236}">
                <a16:creationId xmlns:a16="http://schemas.microsoft.com/office/drawing/2014/main" id="{72489945-0EA2-4697-9656-B32C07FD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466975"/>
            <a:ext cx="21240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playing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B5CFD5-A512-492F-9FE2-09D6E2858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29125"/>
            <a:ext cx="24288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66D08"/>
            </a:solidFill>
          </a:ln>
        </p:spPr>
      </p:sp>
      <p:sp>
        <p:nvSpPr>
          <p:cNvPr id="8" name="paused">
            <a:extLst xmlns:a="http://schemas.openxmlformats.org/drawingml/2006/main">
              <a:ext uri="{FF2B5EF4-FFF2-40B4-BE49-F238E27FC236}">
                <a16:creationId xmlns:a16="http://schemas.microsoft.com/office/drawing/2014/main" id="{311F8068-0A94-40CE-9F33-111BC52A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514850"/>
            <a:ext cx="21240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A66D08"/>
                </a:solidFill>
                <a:latin typeface="Yu Gothic"/>
                <a:ea typeface="Yu Gothic"/>
                <a:cs typeface="Yu Gothic"/>
              </a:rPr>
              <a:t>paused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08E408-3D88-4B34-8FC8-FD08382E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66875"/>
            <a:ext cx="20478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10" name="won">
            <a:extLst xmlns:a="http://schemas.openxmlformats.org/drawingml/2006/main">
              <a:ext uri="{FF2B5EF4-FFF2-40B4-BE49-F238E27FC236}">
                <a16:creationId xmlns:a16="http://schemas.microsoft.com/office/drawing/2014/main" id="{C8833D59-6D98-4F2B-B84A-D5FC1516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52600"/>
            <a:ext cx="17430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won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AB486B-596F-4BF6-A92D-BD8496F1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24250"/>
            <a:ext cx="20478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F4A44"/>
            </a:solidFill>
          </a:ln>
        </p:spPr>
      </p:sp>
      <p:sp>
        <p:nvSpPr>
          <p:cNvPr id="12" name="lost">
            <a:extLst xmlns:a="http://schemas.openxmlformats.org/drawingml/2006/main">
              <a:ext uri="{FF2B5EF4-FFF2-40B4-BE49-F238E27FC236}">
                <a16:creationId xmlns:a16="http://schemas.microsoft.com/office/drawing/2014/main" id="{9E817E3A-B60F-4664-9B19-E9C8B8B7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609975"/>
            <a:ext cx="17430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BF4A44"/>
                </a:solidFill>
                <a:latin typeface="Yu Gothic"/>
                <a:ea typeface="Yu Gothic"/>
                <a:cs typeface="Yu Gothic"/>
              </a:rPr>
              <a:t>lost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C8CD88-90D0-47BC-95C0-91D0D4DA5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71750" y="2686050"/>
            <a:ext cx="2190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AF381A-C356-483C-9F2A-B8D0DF56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670551" y="268605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8A220A-B4AF-4578-8DAF-05FFED00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670551" y="263581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6" name="Enter">
            <a:extLst xmlns:a="http://schemas.openxmlformats.org/drawingml/2006/main">
              <a:ext uri="{FF2B5EF4-FFF2-40B4-BE49-F238E27FC236}">
                <a16:creationId xmlns:a16="http://schemas.microsoft.com/office/drawing/2014/main" id="{CB53044C-4DC0-4454-87D5-A43ABE17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57425"/>
            <a:ext cx="123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Enter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EF9CBD-BFF1-4DA4-A7FD-EE201CAF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0" y="3000375"/>
            <a:ext cx="0" cy="142875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BAC2C8-CFB1-4C85-AB9B-509C0BEF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474268" y="4337176"/>
            <a:ext cx="50232" cy="91949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17FE1C-8D36-4D09-8BBC-998818AB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24500" y="4337176"/>
            <a:ext cx="50232" cy="91949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0" name="P">
            <a:extLst xmlns:a="http://schemas.openxmlformats.org/drawingml/2006/main">
              <a:ext uri="{FF2B5EF4-FFF2-40B4-BE49-F238E27FC236}">
                <a16:creationId xmlns:a16="http://schemas.microsoft.com/office/drawing/2014/main" id="{295CAF8F-5B07-4B6E-BDD3-26602EBB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5528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3AE90A-5E23-4CFC-A701-5FFDA45D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429375" y="3000375"/>
            <a:ext cx="0" cy="142875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BA7AD4-8413-44C4-BF91-3FA4FA4B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429375" y="3000375"/>
            <a:ext cx="50232" cy="91949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4D7434-D646-4B7B-9177-7BA6FF09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379143" y="3000375"/>
            <a:ext cx="50232" cy="91949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4" name="P">
            <a:extLst xmlns:a="http://schemas.openxmlformats.org/drawingml/2006/main">
              <a:ext uri="{FF2B5EF4-FFF2-40B4-BE49-F238E27FC236}">
                <a16:creationId xmlns:a16="http://schemas.microsoft.com/office/drawing/2014/main" id="{BFBAE4CC-5CE9-40E0-A0DD-67A38EE1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528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5F704F-CBED-436E-9BCC-97ADAF9C5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91375" y="2686050"/>
            <a:ext cx="11430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B5C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72FC35-3A22-4752-972A-B1699FE2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334375" y="1971675"/>
            <a:ext cx="0" cy="71437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B5C4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68793A-FE6E-47D5-9E56-A30F173C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34375" y="1971675"/>
            <a:ext cx="1190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6B5261-7745-485B-AE7F-329C1C21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9433051" y="197167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DB702E-21F4-4732-BBD6-B7E19A29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9433051" y="192144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0" name="score ≥ 200">
            <a:extLst xmlns:a="http://schemas.openxmlformats.org/drawingml/2006/main">
              <a:ext uri="{FF2B5EF4-FFF2-40B4-BE49-F238E27FC236}">
                <a16:creationId xmlns:a16="http://schemas.microsoft.com/office/drawing/2014/main" id="{EBA48B67-F70F-49E1-9525-272DC073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score ≥ 200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0683C4-F666-4798-AB7E-F8662C2A3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34375" y="2686050"/>
            <a:ext cx="0" cy="115252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B5C4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388217-16BE-495D-BDC0-B4989DCBB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34375" y="3838575"/>
            <a:ext cx="1190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245F7C-B862-429D-AD33-C8CAB638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9433051" y="383857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ED1D6C-5C2B-4540-B827-9DB4C7F5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9433051" y="378834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5" name="hp = 0">
            <a:extLst xmlns:a="http://schemas.openxmlformats.org/drawingml/2006/main">
              <a:ext uri="{FF2B5EF4-FFF2-40B4-BE49-F238E27FC236}">
                <a16:creationId xmlns:a16="http://schemas.microsoft.com/office/drawing/2014/main" id="{91B8E6F9-CBB7-4D5D-A72E-DA10CC40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4194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BF4A44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BF4A44"/>
                </a:solidFill>
                <a:latin typeface="Yu Gothic"/>
                <a:ea typeface="Yu Gothic"/>
                <a:cs typeface="Yu Gothic"/>
              </a:rPr>
              <a:t>hp = 0</a:t>
            </a:r>
          </a:p>
        </p:txBody>
      </p:sp>
      <p:sp>
        <p:nvSpPr>
          <p:cNvPr id="36" name="R：すべての状態 → ready">
            <a:extLst xmlns:a="http://schemas.openxmlformats.org/drawingml/2006/main">
              <a:ext uri="{FF2B5EF4-FFF2-40B4-BE49-F238E27FC236}">
                <a16:creationId xmlns:a16="http://schemas.microsoft.com/office/drawing/2014/main" id="{39967CF3-64E4-42BE-B2BB-7A1B0B7A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R：すべての状態 → ready</a:t>
            </a:r>
          </a:p>
        </p:txBody>
      </p:sp>
      <p:sp>
        <p:nvSpPr>
          <p:cNvPr id="37" name="N は paused のときだけ update(1 / FPS) を呼び、発射せず 1 フレーム進める。">
            <a:extLst xmlns:a="http://schemas.openxmlformats.org/drawingml/2006/main">
              <a:ext uri="{FF2B5EF4-FFF2-40B4-BE49-F238E27FC236}">
                <a16:creationId xmlns:a16="http://schemas.microsoft.com/office/drawing/2014/main" id="{72026A0F-399E-493B-958F-677579C4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N は paused のときだけ update(1 / FPS) を呼び、発射せず 1 フレーム進める。</a:t>
            </a:r>
          </a:p>
        </p:txBody>
      </p:sp>
      <p:sp>
        <p:nvSpPr>
          <p:cNvPr id="38" name="R で ready、Enter で再開。HP が 0 の判定は 200 点到達より優先。">
            <a:extLst xmlns:a="http://schemas.openxmlformats.org/drawingml/2006/main">
              <a:ext uri="{FF2B5EF4-FFF2-40B4-BE49-F238E27FC236}">
                <a16:creationId xmlns:a16="http://schemas.microsoft.com/office/drawing/2014/main" id="{9968D771-6E63-497C-8802-8E1C6BDF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R で ready、Enter で再開。HP が 0 の判定は 200 点到達より優先。</a:t>
            </a:r>
          </a:p>
        </p:txBody>
      </p:sp>
      <p:sp>
        <p:nvSpPr>
          <p:cNvPr id="39" name="25">
            <a:extLst xmlns:a="http://schemas.openxmlformats.org/drawingml/2006/main">
              <a:ext uri="{FF2B5EF4-FFF2-40B4-BE49-F238E27FC236}">
                <a16:creationId xmlns:a16="http://schemas.microsoft.com/office/drawing/2014/main" id="{6055A588-0383-4D5B-9A3A-5D23EEAD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38411090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リセット：新しいラウンドの実体を作る">
            <a:extLst xmlns:a="http://schemas.openxmlformats.org/drawingml/2006/main">
              <a:ext uri="{FF2B5EF4-FFF2-40B4-BE49-F238E27FC236}">
                <a16:creationId xmlns:a16="http://schemas.microsoft.com/office/drawing/2014/main" id="{820CFB18-6035-4915-85C6-57EDCD0E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リセット：新しいラウンドの実体を作る</a:t>
            </a:r>
          </a:p>
        </p:txBody>
      </p:sp>
      <p:sp>
        <p:nvSpPr>
          <p:cNvPr id="2" name="reset() は自機とグループを再生成し、得点と状態を戻す">
            <a:extLst xmlns:a="http://schemas.openxmlformats.org/drawingml/2006/main">
              <a:ext uri="{FF2B5EF4-FFF2-40B4-BE49-F238E27FC236}">
                <a16:creationId xmlns:a16="http://schemas.microsoft.com/office/drawing/2014/main" id="{18D1C19E-9473-46BE-A276-7AEE437A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reset() は自機とグループを再生成し、得点と状態を戻す</a:t>
            </a:r>
          </a:p>
        </p:txBody>
      </p:sp>
      <p:sp>
        <p:nvSpPr>
          <p:cNvPr id="3" name="if hasattr(self, &quot;all_sprites&quot;):">
            <a:extLst xmlns:a="http://schemas.openxmlformats.org/drawingml/2006/main">
              <a:ext uri="{FF2B5EF4-FFF2-40B4-BE49-F238E27FC236}">
                <a16:creationId xmlns:a16="http://schemas.microsoft.com/office/drawing/2014/main" id="{F8AEC0BC-C815-42AA-8038-CE5625B0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if hasattr(self, "all_sprites"):</a:t>
            </a:r>
          </a:p>
        </p:txBody>
      </p:sp>
      <p:sp>
        <p:nvSpPr>
          <p:cNvPr id="4" name="    for actor in self.all_sprites.sprites():">
            <a:extLst xmlns:a="http://schemas.openxmlformats.org/drawingml/2006/main">
              <a:ext uri="{FF2B5EF4-FFF2-40B4-BE49-F238E27FC236}">
                <a16:creationId xmlns:a16="http://schemas.microsoft.com/office/drawing/2014/main" id="{DD916097-A03A-4AA4-8CC1-6D95A77C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for actor in self.all_sprites.sprites():</a:t>
            </a:r>
          </a:p>
        </p:txBody>
      </p:sp>
      <p:sp>
        <p:nvSpPr>
          <p:cNvPr id="5" name="        actor.kill()">
            <a:extLst xmlns:a="http://schemas.openxmlformats.org/drawingml/2006/main">
              <a:ext uri="{FF2B5EF4-FFF2-40B4-BE49-F238E27FC236}">
                <a16:creationId xmlns:a16="http://schemas.microsoft.com/office/drawing/2014/main" id="{DACBD662-5325-400B-BA57-C9BFF636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actor.kill()</a:t>
            </a:r>
          </a:p>
        </p:txBody>
      </p:sp>
      <p:sp>
        <p:nvSpPr>
          <p:cNvPr id="6" name="self.player = Player((PLAY_AREA.centerx, PLAY_AREA.bottom - 60))">
            <a:extLst xmlns:a="http://schemas.openxmlformats.org/drawingml/2006/main">
              <a:ext uri="{FF2B5EF4-FFF2-40B4-BE49-F238E27FC236}">
                <a16:creationId xmlns:a16="http://schemas.microsoft.com/office/drawing/2014/main" id="{AE519A95-3286-47AC-BA81-590C9966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self.player = Player((PLAY_AREA.centerx, PLAY_AREA.bottom - 60))</a:t>
            </a:r>
          </a:p>
        </p:txBody>
      </p:sp>
      <p:sp>
        <p:nvSpPr>
          <p:cNvPr id="7" name="self.all_sprites = pygame.sprite.Group(self.player)">
            <a:extLst xmlns:a="http://schemas.openxmlformats.org/drawingml/2006/main">
              <a:ext uri="{FF2B5EF4-FFF2-40B4-BE49-F238E27FC236}">
                <a16:creationId xmlns:a16="http://schemas.microsoft.com/office/drawing/2014/main" id="{CF499305-1D5B-4A73-94A4-16478237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self.all_sprites = pygame.sprite.Group(self.player)</a:t>
            </a:r>
          </a:p>
        </p:txBody>
      </p:sp>
      <p:sp>
        <p:nvSpPr>
          <p:cNvPr id="8" name="self.enemies = pygame.sprite.Group()">
            <a:extLst xmlns:a="http://schemas.openxmlformats.org/drawingml/2006/main">
              <a:ext uri="{FF2B5EF4-FFF2-40B4-BE49-F238E27FC236}">
                <a16:creationId xmlns:a16="http://schemas.microsoft.com/office/drawing/2014/main" id="{91446847-41C0-470A-B2B2-808D4C54A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self.enemies = pygame.sprite.Group()</a:t>
            </a:r>
          </a:p>
        </p:txBody>
      </p:sp>
      <p:sp>
        <p:nvSpPr>
          <p:cNvPr id="9" name="self.bullets = pygame.sprite.Group()">
            <a:extLst xmlns:a="http://schemas.openxmlformats.org/drawingml/2006/main">
              <a:ext uri="{FF2B5EF4-FFF2-40B4-BE49-F238E27FC236}">
                <a16:creationId xmlns:a16="http://schemas.microsoft.com/office/drawing/2014/main" id="{F7A65E24-E028-471E-902C-8DA18997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self.bullets = pygame.sprite.Group()</a:t>
            </a:r>
          </a:p>
        </p:txBody>
      </p:sp>
      <p:sp>
        <p:nvSpPr>
          <p:cNvPr id="10" name="self.score = 0">
            <a:extLst xmlns:a="http://schemas.openxmlformats.org/drawingml/2006/main">
              <a:ext uri="{FF2B5EF4-FFF2-40B4-BE49-F238E27FC236}">
                <a16:creationId xmlns:a16="http://schemas.microsoft.com/office/drawing/2014/main" id="{91C2CE05-4B1D-4BE8-95A4-3EFDB460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814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self.score = 0</a:t>
            </a:r>
          </a:p>
        </p:txBody>
      </p:sp>
      <p:sp>
        <p:nvSpPr>
          <p:cNvPr id="11" name="self.state = &quot;ready&quot;">
            <a:extLst xmlns:a="http://schemas.openxmlformats.org/drawingml/2006/main">
              <a:ext uri="{FF2B5EF4-FFF2-40B4-BE49-F238E27FC236}">
                <a16:creationId xmlns:a16="http://schemas.microsoft.com/office/drawing/2014/main" id="{47E76497-43D0-4358-92BA-E1EA1906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053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self.state = "ready"</a:t>
            </a:r>
          </a:p>
        </p:txBody>
      </p:sp>
      <p:sp>
        <p:nvSpPr>
          <p:cNvPr id="12" name="古い実体をグループから除去しても、別の参照があればアクセスできる。">
            <a:extLst xmlns:a="http://schemas.openxmlformats.org/drawingml/2006/main">
              <a:ext uri="{FF2B5EF4-FFF2-40B4-BE49-F238E27FC236}">
                <a16:creationId xmlns:a16="http://schemas.microsoft.com/office/drawing/2014/main" id="{17B23D84-1D2B-4935-A2B3-65005014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古い実体をグループから除去しても、別の参照があればアクセスできる。</a:t>
            </a:r>
          </a:p>
        </p:txBody>
      </p:sp>
      <p:sp>
        <p:nvSpPr>
          <p:cNvPr id="13" name="続いて初期の敵三体を作る。新しい player は別のオブジェクト。">
            <a:extLst xmlns:a="http://schemas.openxmlformats.org/drawingml/2006/main">
              <a:ext uri="{FF2B5EF4-FFF2-40B4-BE49-F238E27FC236}">
                <a16:creationId xmlns:a16="http://schemas.microsoft.com/office/drawing/2014/main" id="{BA192EEC-62CC-454F-ADE0-91F3C85C9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続いて初期の敵三体を作る。新しい player は別のオブジェクト。</a:t>
            </a:r>
          </a:p>
        </p:txBody>
      </p:sp>
      <p:sp>
        <p:nvSpPr>
          <p:cNvPr id="14" name="game.py · Game.reset() · excerpt after first initialization">
            <a:extLst xmlns:a="http://schemas.openxmlformats.org/drawingml/2006/main">
              <a:ext uri="{FF2B5EF4-FFF2-40B4-BE49-F238E27FC236}">
                <a16:creationId xmlns:a16="http://schemas.microsoft.com/office/drawing/2014/main" id="{91974847-662A-4E54-9BAF-ED58F454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game.py · Game.reset() · excerpt after first initialization</a:t>
            </a:r>
          </a:p>
        </p:txBody>
      </p:sp>
      <p:sp>
        <p:nvSpPr>
          <p:cNvPr id="15" name="26">
            <a:extLst xmlns:a="http://schemas.openxmlformats.org/drawingml/2006/main">
              <a:ext uri="{FF2B5EF4-FFF2-40B4-BE49-F238E27FC236}">
                <a16:creationId xmlns:a16="http://schemas.microsoft.com/office/drawing/2014/main" id="{F22D351F-BBB8-4AD6-A479-32D0348F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96540856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変更する責任からファイルを探す">
            <a:extLst xmlns:a="http://schemas.openxmlformats.org/drawingml/2006/main">
              <a:ext uri="{FF2B5EF4-FFF2-40B4-BE49-F238E27FC236}">
                <a16:creationId xmlns:a16="http://schemas.microsoft.com/office/drawing/2014/main" id="{79806D9B-1004-4C05-80FE-6A680328C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変更する責任からファイルを探す</a:t>
            </a:r>
          </a:p>
        </p:txBody>
      </p:sp>
      <p:sp>
        <p:nvSpPr>
          <p:cNvPr id="2" name="主要クラスは五つ。表示と言語は独立した関数に分ける">
            <a:extLst xmlns:a="http://schemas.openxmlformats.org/drawingml/2006/main">
              <a:ext uri="{FF2B5EF4-FFF2-40B4-BE49-F238E27FC236}">
                <a16:creationId xmlns:a16="http://schemas.microsoft.com/office/drawing/2014/main" id="{A76E1D79-C101-41E5-BFA2-72AC4388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主要クラスは五つ。表示と言語は独立した関数に分ける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BF7E39-17BC-4E2E-8826-0957E9E1675F}"/>
              </a:ext>
            </a:extLst>
          </p:cNvPr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810500"/>
              </a:tblGrid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ファイル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actors.py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Actor・Player・Enemy・Bullet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game.py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Game：イベント・生成・衝突・状態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view.py / i18n.py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画面と言語。ゲームの規則は扱わない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settings.py / main.py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パラメータ／コマンドラインの入口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tests/test_game.py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動作・衝突・状態・描画のテスト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27">
            <a:extLst xmlns:a="http://schemas.openxmlformats.org/drawingml/2006/main">
              <a:ext uri="{FF2B5EF4-FFF2-40B4-BE49-F238E27FC236}">
                <a16:creationId xmlns:a16="http://schemas.microsoft.com/office/drawing/2014/main" id="{2D7EBE62-364E-4B25-8091-76F6EB5B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79424769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オブジェクトの連携をテストする">
            <a:extLst xmlns:a="http://schemas.openxmlformats.org/drawingml/2006/main">
              <a:ext uri="{FF2B5EF4-FFF2-40B4-BE49-F238E27FC236}">
                <a16:creationId xmlns:a16="http://schemas.microsoft.com/office/drawing/2014/main" id="{1F146B1A-B04B-4330-A3CF-7C04827AC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オブジェクトの連携をテストする</a:t>
            </a:r>
          </a:p>
        </p:txBody>
      </p:sp>
      <p:sp>
        <p:nvSpPr>
          <p:cNvPr id="2" name="コードを読むだけでなく、観察できる結果を確かめる">
            <a:extLst xmlns:a="http://schemas.openxmlformats.org/drawingml/2006/main">
              <a:ext uri="{FF2B5EF4-FFF2-40B4-BE49-F238E27FC236}">
                <a16:creationId xmlns:a16="http://schemas.microsoft.com/office/drawing/2014/main" id="{D8932BA2-E289-4756-9236-29392A1C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コードを読むだけでなく、観察できる結果を確かめる</a:t>
            </a:r>
          </a:p>
        </p:txBody>
      </p:sp>
      <p:sp>
        <p:nvSpPr>
          <p:cNvPr id="3" name="# Windows PowerShell">
            <a:extLst xmlns:a="http://schemas.openxmlformats.org/drawingml/2006/main">
              <a:ext uri="{FF2B5EF4-FFF2-40B4-BE49-F238E27FC236}">
                <a16:creationId xmlns:a16="http://schemas.microsoft.com/office/drawing/2014/main" id="{35F4E4CE-07D3-4EE5-8A23-D7ED1365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# Windows PowerShell</a:t>
            </a:r>
          </a:p>
        </p:txBody>
      </p:sp>
      <p:sp>
        <p:nvSpPr>
          <p:cNvPr id="4" name=".\.venv\Scripts\python.exe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1BFA5914-A792-44C7-A53C-EA033DF45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.\.venv\Scripts\python.exe -m unittest discover -s tests -v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E8EB45-0144-4F35-86D1-59E21536D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6" name="# macOS / Linux">
            <a:extLst xmlns:a="http://schemas.openxmlformats.org/drawingml/2006/main">
              <a:ext uri="{FF2B5EF4-FFF2-40B4-BE49-F238E27FC236}">
                <a16:creationId xmlns:a16="http://schemas.microsoft.com/office/drawing/2014/main" id="{962A8534-C391-4352-A25B-9BC3CD80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# macOS / Linux</a:t>
            </a:r>
          </a:p>
        </p:txBody>
      </p:sp>
      <p:sp>
        <p:nvSpPr>
          <p:cNvPr id="7" name=".venv/bin/python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AD294F7D-4E36-4C0E-BCA7-325EA9B3A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.venv/bin/python -m unittest discover -s tests -v</a:t>
            </a:r>
          </a:p>
        </p:txBody>
      </p:sp>
      <p:sp>
        <p:nvSpPr>
          <p:cNvPr id="8" name="同一性・クールダウン・一度だけの命中・無敵時間・終了後の停止を確認する。">
            <a:extLst xmlns:a="http://schemas.openxmlformats.org/drawingml/2006/main">
              <a:ext uri="{FF2B5EF4-FFF2-40B4-BE49-F238E27FC236}">
                <a16:creationId xmlns:a16="http://schemas.microsoft.com/office/drawing/2014/main" id="{D3680257-4015-4865-8B89-8A6828DB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同一性・クールダウン・一度だけの命中・無敵時間・終了後の停止を確認する。</a:t>
            </a:r>
          </a:p>
        </p:txBody>
      </p:sp>
      <p:sp>
        <p:nvSpPr>
          <p:cNvPr id="9" name="テストは SDL の dummy ドライバーを使い、ゲーム画面を開かずに実行できる。">
            <a:extLst xmlns:a="http://schemas.openxmlformats.org/drawingml/2006/main">
              <a:ext uri="{FF2B5EF4-FFF2-40B4-BE49-F238E27FC236}">
                <a16:creationId xmlns:a16="http://schemas.microsoft.com/office/drawing/2014/main" id="{2D4BFC78-DE5F-41E3-A608-FF911C7E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テストは SDL の dummy ドライバーを使い、ゲーム画面を開かずに実行できる。</a:t>
            </a:r>
          </a:p>
        </p:txBody>
      </p:sp>
      <p:sp>
        <p:nvSpPr>
          <p:cNvPr id="10" name="project folder">
            <a:extLst xmlns:a="http://schemas.openxmlformats.org/drawingml/2006/main">
              <a:ext uri="{FF2B5EF4-FFF2-40B4-BE49-F238E27FC236}">
                <a16:creationId xmlns:a16="http://schemas.microsoft.com/office/drawing/2014/main" id="{A1CF781F-93E0-4665-8BB2-1652D25A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project folder</a:t>
            </a:r>
          </a:p>
        </p:txBody>
      </p:sp>
      <p:sp>
        <p:nvSpPr>
          <p:cNvPr id="11" name="28">
            <a:extLst xmlns:a="http://schemas.openxmlformats.org/drawingml/2006/main">
              <a:ext uri="{FF2B5EF4-FFF2-40B4-BE49-F238E27FC236}">
                <a16:creationId xmlns:a16="http://schemas.microsoft.com/office/drawing/2014/main" id="{08C810F6-BA03-4C1C-B657-125F288A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02736942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演習：担当するクラスだけを変える">
            <a:extLst xmlns:a="http://schemas.openxmlformats.org/drawingml/2006/main">
              <a:ext uri="{FF2B5EF4-FFF2-40B4-BE49-F238E27FC236}">
                <a16:creationId xmlns:a16="http://schemas.microsoft.com/office/drawing/2014/main" id="{57BE4B5A-9758-4662-98CD-A0C929320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演習：担当するクラスだけを変える</a:t>
            </a:r>
          </a:p>
        </p:txBody>
      </p:sp>
      <p:sp>
        <p:nvSpPr>
          <p:cNvPr id="2" name="観察・テストできる振る舞いで完成条件を決める">
            <a:extLst xmlns:a="http://schemas.openxmlformats.org/drawingml/2006/main">
              <a:ext uri="{FF2B5EF4-FFF2-40B4-BE49-F238E27FC236}">
                <a16:creationId xmlns:a16="http://schemas.microsoft.com/office/drawing/2014/main" id="{67B18B79-5F53-4813-99D1-F35DE1A9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観察・テストできる振る舞いで完成条件を決める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5B834D97-4B5D-4198-AB61-FD964027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" name="Enemy の HP を 3 にし、三発で撃破、10 点の加算は一度だけにする。">
            <a:extLst xmlns:a="http://schemas.openxmlformats.org/drawingml/2006/main">
              <a:ext uri="{FF2B5EF4-FFF2-40B4-BE49-F238E27FC236}">
                <a16:creationId xmlns:a16="http://schemas.microsoft.com/office/drawing/2014/main" id="{1A1812E4-F4B6-4DB3-B291-F77D582B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907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Enemy の HP を 3 にし、三発で撃破、10 点の加算は一度だけにする。</a:t>
            </a:r>
          </a:p>
        </p:txBody>
      </p:sp>
      <p:sp>
        <p:nvSpPr>
          <p:cNvPr id="5" name="02">
            <a:extLst xmlns:a="http://schemas.openxmlformats.org/drawingml/2006/main">
              <a:ext uri="{FF2B5EF4-FFF2-40B4-BE49-F238E27FC236}">
                <a16:creationId xmlns:a16="http://schemas.microsoft.com/office/drawing/2014/main" id="{F2AEB924-14B1-40A2-AA9C-DAA58FFA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042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" name="Bullet.damage を 2 にし、HP 2 の敵を一発で倒す。">
            <a:extLst xmlns:a="http://schemas.openxmlformats.org/drawingml/2006/main">
              <a:ext uri="{FF2B5EF4-FFF2-40B4-BE49-F238E27FC236}">
                <a16:creationId xmlns:a16="http://schemas.microsoft.com/office/drawing/2014/main" id="{7DD3A3F0-53FF-4EB3-8AA1-128A53C7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1947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Bullet.damage を 2 にし、HP 2 の敵を一発で倒す。</a:t>
            </a:r>
          </a:p>
        </p:txBody>
      </p:sp>
      <p:sp>
        <p:nvSpPr>
          <p:cNvPr id="7" name="03">
            <a:extLst xmlns:a="http://schemas.openxmlformats.org/drawingml/2006/main">
              <a:ext uri="{FF2B5EF4-FFF2-40B4-BE49-F238E27FC236}">
                <a16:creationId xmlns:a16="http://schemas.microsoft.com/office/drawing/2014/main" id="{DA53EE78-2A95-4B59-9372-16EA28B3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291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8" name="SHOT_INTERVAL を短くし、クールダウン中には新しい Bullet が作られないことを確かめる。">
            <a:extLst xmlns:a="http://schemas.openxmlformats.org/drawingml/2006/main">
              <a:ext uri="{FF2B5EF4-FFF2-40B4-BE49-F238E27FC236}">
                <a16:creationId xmlns:a16="http://schemas.microsoft.com/office/drawing/2014/main" id="{042623AD-956E-4C80-96F2-82F1D9D2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8482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SHOT_INTERVAL を短くし、クールダウン中には新しい Bullet が作られないことを確かめる。</a:t>
            </a:r>
          </a:p>
        </p:txBody>
      </p:sp>
      <p:sp>
        <p:nvSpPr>
          <p:cNvPr id="9" name="29">
            <a:extLst xmlns:a="http://schemas.openxmlformats.org/drawingml/2006/main">
              <a:ext uri="{FF2B5EF4-FFF2-40B4-BE49-F238E27FC236}">
                <a16:creationId xmlns:a16="http://schemas.microsoft.com/office/drawing/2014/main" id="{25FBD874-4B42-442C-BFBC-4BB45413C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53727856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五つのクラスからシステムを理解する">
            <a:extLst xmlns:a="http://schemas.openxmlformats.org/drawingml/2006/main">
              <a:ext uri="{FF2B5EF4-FFF2-40B4-BE49-F238E27FC236}">
                <a16:creationId xmlns:a16="http://schemas.microsoft.com/office/drawing/2014/main" id="{B6936B8F-832D-4810-9DF3-767BFEC7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五つのクラスからシステムを理解する</a:t>
            </a:r>
          </a:p>
        </p:txBody>
      </p:sp>
      <p:sp>
        <p:nvSpPr>
          <p:cNvPr id="2" name="状態を実体に持たせ、メソッドで協力させる">
            <a:extLst xmlns:a="http://schemas.openxmlformats.org/drawingml/2006/main">
              <a:ext uri="{FF2B5EF4-FFF2-40B4-BE49-F238E27FC236}">
                <a16:creationId xmlns:a16="http://schemas.microsoft.com/office/drawing/2014/main" id="{AB56510D-7967-4EE8-900F-46488AF9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状態を実体に持たせ、メソッドで協力させる</a:t>
            </a:r>
          </a:p>
        </p:txBody>
      </p:sp>
      <p:sp>
        <p:nvSpPr>
          <p:cNvPr id="3" name="継承で動作を共有し、関連で参照を持ち、多態性で呼び出しを統一する。 コースサイトに完成版の例・三言語のスライド・検索できる章を掲載。">
            <a:extLst xmlns:a="http://schemas.openxmlformats.org/drawingml/2006/main">
              <a:ext uri="{FF2B5EF4-FFF2-40B4-BE49-F238E27FC236}">
                <a16:creationId xmlns:a16="http://schemas.microsoft.com/office/drawing/2014/main" id="{21CEE099-B0C9-4FD9-A6D3-A268388C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66900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継承で動作を共有し、関連で参照を持ち、多態性で呼び出しを統一する。</a:t>
            </a:r>
          </a:p>
          <a:p xmlns:a="http://schemas.openxmlformats.org/drawingml/2006/main">
            <a:pPr algn="l">
              <a:defRPr sz="21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コースサイトに完成版の例・三言語のスライド・検索できる章を掲載。</a:t>
            </a:r>
          </a:p>
        </p:txBody>
      </p:sp>
      <p:sp>
        <p:nvSpPr>
          <p:cNvPr id="4" name="Pygame · Sprite / Group">
            <a:extLst xmlns:a="http://schemas.openxmlformats.org/drawingml/2006/main">
              <a:ext uri="{FF2B5EF4-FFF2-40B4-BE49-F238E27FC236}">
                <a16:creationId xmlns:a16="http://schemas.microsoft.com/office/drawing/2014/main" id="{99FEB1F1-6485-4489-903A-03F701FB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7662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Pygame · Sprite / Group</a:t>
            </a:r>
          </a:p>
        </p:txBody>
      </p:sp>
      <p:sp>
        <p:nvSpPr>
          <p:cNvPr id="5" name="https://www.pygame.org/docs/ref/sprite.html">
            <a:extLst xmlns:a="http://schemas.openxmlformats.org/drawingml/2006/main">
              <a:ext uri="{FF2B5EF4-FFF2-40B4-BE49-F238E27FC236}">
                <a16:creationId xmlns:a16="http://schemas.microsoft.com/office/drawing/2014/main" id="{F03589DF-1CD1-4FD2-A892-16547EA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76625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C40"/>
                </a:solidFill>
                <a:latin typeface="Yu Gothic"/>
                <a:ea typeface="Yu Gothic"/>
                <a:cs typeface="Yu Gothic"/>
                <a:hlinkClick xmlns:r="http://schemas.openxmlformats.org/officeDocument/2006/relationships" r:id="R42392710078e46d9"/>
              </a:rPr>
              <a:t>https://www.pygame.org/docs/ref/sprite.html</a:t>
            </a:r>
          </a:p>
        </p:txBody>
      </p:sp>
      <p:sp>
        <p:nvSpPr>
          <p:cNvPr id="6" name="Pygame · Clock">
            <a:extLst xmlns:a="http://schemas.openxmlformats.org/drawingml/2006/main">
              <a:ext uri="{FF2B5EF4-FFF2-40B4-BE49-F238E27FC236}">
                <a16:creationId xmlns:a16="http://schemas.microsoft.com/office/drawing/2014/main" id="{641056AC-B2D5-4ADC-A01C-A3B0FE0C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005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Pygame · Clock</a:t>
            </a:r>
          </a:p>
        </p:txBody>
      </p:sp>
      <p:sp>
        <p:nvSpPr>
          <p:cNvPr id="7" name="https://www.pygame.org/docs/ref/time.html">
            <a:extLst xmlns:a="http://schemas.openxmlformats.org/drawingml/2006/main">
              <a:ext uri="{FF2B5EF4-FFF2-40B4-BE49-F238E27FC236}">
                <a16:creationId xmlns:a16="http://schemas.microsoft.com/office/drawing/2014/main" id="{55711E3D-B1B1-44BD-B347-89B61F0B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00050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C40"/>
                </a:solidFill>
                <a:latin typeface="Yu Gothic"/>
                <a:ea typeface="Yu Gothic"/>
                <a:cs typeface="Yu Gothic"/>
                <a:hlinkClick xmlns:r="http://schemas.openxmlformats.org/officeDocument/2006/relationships" r:id="Refaa44d7abcd4d8c"/>
              </a:rPr>
              <a:t>https://www.pygame.org/docs/ref/time.html</a:t>
            </a:r>
          </a:p>
        </p:txBody>
      </p:sp>
      <p:sp>
        <p:nvSpPr>
          <p:cNvPr id="8" name="Python 3.12 · Data model">
            <a:extLst xmlns:a="http://schemas.openxmlformats.org/drawingml/2006/main">
              <a:ext uri="{FF2B5EF4-FFF2-40B4-BE49-F238E27FC236}">
                <a16:creationId xmlns:a16="http://schemas.microsoft.com/office/drawing/2014/main" id="{11776257-AB55-47E3-945F-F22ADE3D8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Python 3.12 · Data model</a:t>
            </a:r>
          </a:p>
        </p:txBody>
      </p:sp>
      <p:sp>
        <p:nvSpPr>
          <p:cNvPr id="9" name="https://docs.python.org/3.12/reference/datamodel.html">
            <a:extLst xmlns:a="http://schemas.openxmlformats.org/drawingml/2006/main">
              <a:ext uri="{FF2B5EF4-FFF2-40B4-BE49-F238E27FC236}">
                <a16:creationId xmlns:a16="http://schemas.microsoft.com/office/drawing/2014/main" id="{8B05B379-EA3A-49DD-88AF-C5BA7513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24375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C40"/>
                </a:solidFill>
                <a:latin typeface="Yu Gothic"/>
                <a:ea typeface="Yu Gothic"/>
                <a:cs typeface="Yu Gothic"/>
                <a:hlinkClick xmlns:r="http://schemas.openxmlformats.org/officeDocument/2006/relationships" r:id="R0132e8c4f8a74b49"/>
              </a:rPr>
              <a:t>https://docs.python.org/3.12/reference/datamodel.html</a:t>
            </a:r>
          </a:p>
        </p:txBody>
      </p:sp>
      <p:sp>
        <p:nvSpPr>
          <p:cNvPr id="10" name="OMG · UML 2.5.1">
            <a:extLst xmlns:a="http://schemas.openxmlformats.org/drawingml/2006/main">
              <a:ext uri="{FF2B5EF4-FFF2-40B4-BE49-F238E27FC236}">
                <a16:creationId xmlns:a16="http://schemas.microsoft.com/office/drawing/2014/main" id="{9CCAEC26-620C-46ED-B601-B4CAC3D1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48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OMG · UML 2.5.1</a:t>
            </a:r>
          </a:p>
        </p:txBody>
      </p:sp>
      <p:sp>
        <p:nvSpPr>
          <p:cNvPr id="11" name="https://www.omg.org/spec/UML/2.5.1">
            <a:extLst xmlns:a="http://schemas.openxmlformats.org/drawingml/2006/main">
              <a:ext uri="{FF2B5EF4-FFF2-40B4-BE49-F238E27FC236}">
                <a16:creationId xmlns:a16="http://schemas.microsoft.com/office/drawing/2014/main" id="{C5239D55-C404-4061-B6E6-E1F37CE55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0482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C40"/>
                </a:solidFill>
                <a:latin typeface="Yu Gothic"/>
                <a:ea typeface="Yu Gothic"/>
                <a:cs typeface="Yu Gothic"/>
                <a:hlinkClick xmlns:r="http://schemas.openxmlformats.org/officeDocument/2006/relationships" r:id="R349ac155b1a5423b"/>
              </a:rPr>
              <a:t>https://www.omg.org/spec/UML/2.5.1</a:t>
            </a:r>
          </a:p>
        </p:txBody>
      </p:sp>
      <p:sp>
        <p:nvSpPr>
          <p:cNvPr id="12" name="Course · Pygame">
            <a:extLst xmlns:a="http://schemas.openxmlformats.org/drawingml/2006/main">
              <a:ext uri="{FF2B5EF4-FFF2-40B4-BE49-F238E27FC236}">
                <a16:creationId xmlns:a16="http://schemas.microsoft.com/office/drawing/2014/main" id="{1B27E207-D8C0-43CD-9C13-DDBD85E0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7212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Course · Pygame</a:t>
            </a:r>
          </a:p>
        </p:txBody>
      </p:sp>
      <p:sp>
        <p:nvSpPr>
          <p:cNvPr id="13" name="https://minhuangyuntech.github.io/oo2026/ja/pygame/">
            <a:extLst xmlns:a="http://schemas.openxmlformats.org/drawingml/2006/main">
              <a:ext uri="{FF2B5EF4-FFF2-40B4-BE49-F238E27FC236}">
                <a16:creationId xmlns:a16="http://schemas.microsoft.com/office/drawing/2014/main" id="{03AD2B3F-2C09-4467-B0AF-2FC32B8A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572125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C40"/>
                </a:solidFill>
                <a:latin typeface="Yu Gothic"/>
                <a:ea typeface="Yu Gothic"/>
                <a:cs typeface="Yu Gothic"/>
                <a:hlinkClick xmlns:r="http://schemas.openxmlformats.org/officeDocument/2006/relationships" r:id="Rd32f4ea5cc3345ec"/>
              </a:rPr>
              <a:t>https://minhuangyuntech.github.io/oo2026/ja/pygame/</a:t>
            </a:r>
          </a:p>
        </p:txBody>
      </p:sp>
      <p:sp>
        <p:nvSpPr>
          <p:cNvPr id="14" name="30">
            <a:extLst xmlns:a="http://schemas.openxmlformats.org/drawingml/2006/main">
              <a:ext uri="{FF2B5EF4-FFF2-40B4-BE49-F238E27FC236}">
                <a16:creationId xmlns:a16="http://schemas.microsoft.com/office/drawing/2014/main" id="{67F23476-EBF4-4E2D-AA7F-77F96F32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9362672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2026-10-20T09:41:20.4440000Z</dcterms:created>
  <dcterms:modified xsi:type="dcterms:W3CDTF">2026-10-20T09:41:20.4440000Z</dcterms:modified>
</coreProperties>
</file>