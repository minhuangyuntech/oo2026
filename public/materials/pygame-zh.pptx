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7b44fd40240d0" /><Relationship Type="http://schemas.openxmlformats.org/officeDocument/2006/relationships/extended-properties" Target="/docProps/app.xml" Id="R5bea8cf273784427" /><Relationship Type="http://schemas.openxmlformats.org/officeDocument/2006/relationships/officeDocument" Target="/ppt/presentation.xml" Id="R70261800047747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7fb37e43640f7"/>
  </p:sldMasterIdLst>
  <p:notesMasterIdLst>
    <p:notesMasterId xmlns:r="http://schemas.openxmlformats.org/officeDocument/2006/relationships" r:id="R41a81f1904b34b88"/>
  </p:notesMasterIdLst>
  <p:sldIdLst>
    <p:sldId xmlns:r="http://schemas.openxmlformats.org/officeDocument/2006/relationships" id="256" r:id="R767935f58f8f445b"/>
    <p:sldId xmlns:r="http://schemas.openxmlformats.org/officeDocument/2006/relationships" id="257" r:id="Re28abf699d9b40ba"/>
    <p:sldId xmlns:r="http://schemas.openxmlformats.org/officeDocument/2006/relationships" id="258" r:id="R87cb736d256a4f39"/>
    <p:sldId xmlns:r="http://schemas.openxmlformats.org/officeDocument/2006/relationships" id="259" r:id="R71cab01f48d54dd1"/>
    <p:sldId xmlns:r="http://schemas.openxmlformats.org/officeDocument/2006/relationships" id="260" r:id="R7009bc968d244191"/>
    <p:sldId xmlns:r="http://schemas.openxmlformats.org/officeDocument/2006/relationships" id="261" r:id="R5db54c4a495b49d1"/>
    <p:sldId xmlns:r="http://schemas.openxmlformats.org/officeDocument/2006/relationships" id="262" r:id="R60fb8590956b42f5"/>
    <p:sldId xmlns:r="http://schemas.openxmlformats.org/officeDocument/2006/relationships" id="263" r:id="R451cf2bdd71e49a8"/>
    <p:sldId xmlns:r="http://schemas.openxmlformats.org/officeDocument/2006/relationships" id="264" r:id="Rae1eb8da80db417a"/>
    <p:sldId xmlns:r="http://schemas.openxmlformats.org/officeDocument/2006/relationships" id="265" r:id="R765b584a72c6484c"/>
    <p:sldId xmlns:r="http://schemas.openxmlformats.org/officeDocument/2006/relationships" id="266" r:id="Rab3ea7fee52543bc"/>
    <p:sldId xmlns:r="http://schemas.openxmlformats.org/officeDocument/2006/relationships" id="267" r:id="Re6d294e6032c42f5"/>
    <p:sldId xmlns:r="http://schemas.openxmlformats.org/officeDocument/2006/relationships" id="268" r:id="Ra9eb737aa4e742ba"/>
    <p:sldId xmlns:r="http://schemas.openxmlformats.org/officeDocument/2006/relationships" id="269" r:id="R2d5e309fdb4448f6"/>
    <p:sldId xmlns:r="http://schemas.openxmlformats.org/officeDocument/2006/relationships" id="270" r:id="R7d64d1ad0eb94581"/>
    <p:sldId xmlns:r="http://schemas.openxmlformats.org/officeDocument/2006/relationships" id="271" r:id="R8c1501ceb30c4da4"/>
    <p:sldId xmlns:r="http://schemas.openxmlformats.org/officeDocument/2006/relationships" id="272" r:id="R7b0d0c991c9d4e71"/>
    <p:sldId xmlns:r="http://schemas.openxmlformats.org/officeDocument/2006/relationships" id="273" r:id="Rdea5f22c7b3940ef"/>
    <p:sldId xmlns:r="http://schemas.openxmlformats.org/officeDocument/2006/relationships" id="274" r:id="R42b4da49cb7c4dac"/>
    <p:sldId xmlns:r="http://schemas.openxmlformats.org/officeDocument/2006/relationships" id="275" r:id="R64e214f9b13549e6"/>
    <p:sldId xmlns:r="http://schemas.openxmlformats.org/officeDocument/2006/relationships" id="276" r:id="R254c0c9165a54ed8"/>
    <p:sldId xmlns:r="http://schemas.openxmlformats.org/officeDocument/2006/relationships" id="277" r:id="Rd21b2334a5ac4d46"/>
    <p:sldId xmlns:r="http://schemas.openxmlformats.org/officeDocument/2006/relationships" id="278" r:id="R5e89a799f2d441bc"/>
    <p:sldId xmlns:r="http://schemas.openxmlformats.org/officeDocument/2006/relationships" id="279" r:id="R334b6bed7f7441d7"/>
    <p:sldId xmlns:r="http://schemas.openxmlformats.org/officeDocument/2006/relationships" id="280" r:id="R2df7500f53c944e5"/>
    <p:sldId xmlns:r="http://schemas.openxmlformats.org/officeDocument/2006/relationships" id="281" r:id="R9489191953044f02"/>
    <p:sldId xmlns:r="http://schemas.openxmlformats.org/officeDocument/2006/relationships" id="282" r:id="R634f2c107f3c45d0"/>
    <p:sldId xmlns:r="http://schemas.openxmlformats.org/officeDocument/2006/relationships" id="283" r:id="R69d0707362304adf"/>
    <p:sldId xmlns:r="http://schemas.openxmlformats.org/officeDocument/2006/relationships" id="284" r:id="R8f8f035017cf4750"/>
    <p:sldId xmlns:r="http://schemas.openxmlformats.org/officeDocument/2006/relationships" id="285" r:id="R3908fda126064c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0c92293967408f" /><Relationship Type="http://schemas.openxmlformats.org/officeDocument/2006/relationships/slideMaster" Target="/ppt/slideMasters/slideMaster1.xml" Id="Rcd47fb37e43640f7" /><Relationship Type="http://schemas.openxmlformats.org/officeDocument/2006/relationships/notesMaster" Target="/ppt/notesMasters/notesMaster1.xml" Id="R41a81f1904b34b88" /><Relationship Type="http://schemas.openxmlformats.org/officeDocument/2006/relationships/presProps" Target="/ppt/presProps.xml" Id="R0f31ab9e56ab43b7" /><Relationship Type="http://schemas.openxmlformats.org/officeDocument/2006/relationships/tableStyles" Target="/ppt/tableStyles.xml" Id="Rb94b25d083b64193" /><Relationship Type="http://schemas.openxmlformats.org/officeDocument/2006/relationships/slide" Target="/ppt/slides/slide1.xml" Id="R767935f58f8f445b" /><Relationship Type="http://schemas.openxmlformats.org/officeDocument/2006/relationships/slide" Target="/ppt/slides/slide2.xml" Id="Re28abf699d9b40ba" /><Relationship Type="http://schemas.openxmlformats.org/officeDocument/2006/relationships/slide" Target="/ppt/slides/slide3.xml" Id="R87cb736d256a4f39" /><Relationship Type="http://schemas.openxmlformats.org/officeDocument/2006/relationships/slide" Target="/ppt/slides/slide4.xml" Id="R71cab01f48d54dd1" /><Relationship Type="http://schemas.openxmlformats.org/officeDocument/2006/relationships/slide" Target="/ppt/slides/slide5.xml" Id="R7009bc968d244191" /><Relationship Type="http://schemas.openxmlformats.org/officeDocument/2006/relationships/slide" Target="/ppt/slides/slide6.xml" Id="R5db54c4a495b49d1" /><Relationship Type="http://schemas.openxmlformats.org/officeDocument/2006/relationships/slide" Target="/ppt/slides/slide7.xml" Id="R60fb8590956b42f5" /><Relationship Type="http://schemas.openxmlformats.org/officeDocument/2006/relationships/slide" Target="/ppt/slides/slide8.xml" Id="R451cf2bdd71e49a8" /><Relationship Type="http://schemas.openxmlformats.org/officeDocument/2006/relationships/slide" Target="/ppt/slides/slide9.xml" Id="Rae1eb8da80db417a" /><Relationship Type="http://schemas.openxmlformats.org/officeDocument/2006/relationships/slide" Target="/ppt/slides/slide10.xml" Id="R765b584a72c6484c" /><Relationship Type="http://schemas.openxmlformats.org/officeDocument/2006/relationships/slide" Target="/ppt/slides/slide11.xml" Id="Rab3ea7fee52543bc" /><Relationship Type="http://schemas.openxmlformats.org/officeDocument/2006/relationships/slide" Target="/ppt/slides/slide12.xml" Id="Re6d294e6032c42f5" /><Relationship Type="http://schemas.openxmlformats.org/officeDocument/2006/relationships/slide" Target="/ppt/slides/slide13.xml" Id="Ra9eb737aa4e742ba" /><Relationship Type="http://schemas.openxmlformats.org/officeDocument/2006/relationships/slide" Target="/ppt/slides/slide14.xml" Id="R2d5e309fdb4448f6" /><Relationship Type="http://schemas.openxmlformats.org/officeDocument/2006/relationships/slide" Target="/ppt/slides/slide15.xml" Id="R7d64d1ad0eb94581" /><Relationship Type="http://schemas.openxmlformats.org/officeDocument/2006/relationships/slide" Target="/ppt/slides/slide16.xml" Id="R8c1501ceb30c4da4" /><Relationship Type="http://schemas.openxmlformats.org/officeDocument/2006/relationships/slide" Target="/ppt/slides/slide17.xml" Id="R7b0d0c991c9d4e71" /><Relationship Type="http://schemas.openxmlformats.org/officeDocument/2006/relationships/slide" Target="/ppt/slides/slide18.xml" Id="Rdea5f22c7b3940ef" /><Relationship Type="http://schemas.openxmlformats.org/officeDocument/2006/relationships/slide" Target="/ppt/slides/slide19.xml" Id="R42b4da49cb7c4dac" /><Relationship Type="http://schemas.openxmlformats.org/officeDocument/2006/relationships/slide" Target="/ppt/slides/slide20.xml" Id="R64e214f9b13549e6" /><Relationship Type="http://schemas.openxmlformats.org/officeDocument/2006/relationships/slide" Target="/ppt/slides/slide21.xml" Id="R254c0c9165a54ed8" /><Relationship Type="http://schemas.openxmlformats.org/officeDocument/2006/relationships/slide" Target="/ppt/slides/slide22.xml" Id="Rd21b2334a5ac4d46" /><Relationship Type="http://schemas.openxmlformats.org/officeDocument/2006/relationships/slide" Target="/ppt/slides/slide23.xml" Id="R5e89a799f2d441bc" /><Relationship Type="http://schemas.openxmlformats.org/officeDocument/2006/relationships/slide" Target="/ppt/slides/slide24.xml" Id="R334b6bed7f7441d7" /><Relationship Type="http://schemas.openxmlformats.org/officeDocument/2006/relationships/slide" Target="/ppt/slides/slide25.xml" Id="R2df7500f53c944e5" /><Relationship Type="http://schemas.openxmlformats.org/officeDocument/2006/relationships/slide" Target="/ppt/slides/slide26.xml" Id="R9489191953044f02" /><Relationship Type="http://schemas.openxmlformats.org/officeDocument/2006/relationships/slide" Target="/ppt/slides/slide27.xml" Id="R634f2c107f3c45d0" /><Relationship Type="http://schemas.openxmlformats.org/officeDocument/2006/relationships/slide" Target="/ppt/slides/slide28.xml" Id="R69d0707362304adf" /><Relationship Type="http://schemas.openxmlformats.org/officeDocument/2006/relationships/slide" Target="/ppt/slides/slide29.xml" Id="R8f8f035017cf4750" /><Relationship Type="http://schemas.openxmlformats.org/officeDocument/2006/relationships/slide" Target="/ppt/slides/slide30.xml" Id="R3908fda126064c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90dcde73448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c81a6f3ee146a9" /><Relationship Type="http://schemas.openxmlformats.org/officeDocument/2006/relationships/notesMaster" Target="/ppt/notesMasters/notesMaster1.xml" Id="R40819860c540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28196d1e14fae" /><Relationship Type="http://schemas.openxmlformats.org/officeDocument/2006/relationships/notesMaster" Target="/ppt/notesMasters/notesMaster1.xml" Id="Ra63531231a05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5a935816794d5e" /><Relationship Type="http://schemas.openxmlformats.org/officeDocument/2006/relationships/notesMaster" Target="/ppt/notesMasters/notesMaster1.xml" Id="Rfdf26df0c747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634fb9eb6c47c3" /><Relationship Type="http://schemas.openxmlformats.org/officeDocument/2006/relationships/notesMaster" Target="/ppt/notesMasters/notesMaster1.xml" Id="R0cd22ad3fb7c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78a151ecfe4fbd" /><Relationship Type="http://schemas.openxmlformats.org/officeDocument/2006/relationships/notesMaster" Target="/ppt/notesMasters/notesMaster1.xml" Id="R4c1a11ee7ad44e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7f17b5392c457e" /><Relationship Type="http://schemas.openxmlformats.org/officeDocument/2006/relationships/notesMaster" Target="/ppt/notesMasters/notesMaster1.xml" Id="Rb75b052c3bb2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9ba3fb209463c" /><Relationship Type="http://schemas.openxmlformats.org/officeDocument/2006/relationships/notesMaster" Target="/ppt/notesMasters/notesMaster1.xml" Id="Re5bc02dbb38a47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542c00ffbf42ba" /><Relationship Type="http://schemas.openxmlformats.org/officeDocument/2006/relationships/notesMaster" Target="/ppt/notesMasters/notesMaster1.xml" Id="R2bf5109314dc4a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7db4b254634083" /><Relationship Type="http://schemas.openxmlformats.org/officeDocument/2006/relationships/notesMaster" Target="/ppt/notesMasters/notesMaster1.xml" Id="Rd20d38b1b16a40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92285fc1de4196" /><Relationship Type="http://schemas.openxmlformats.org/officeDocument/2006/relationships/notesMaster" Target="/ppt/notesMasters/notesMaster1.xml" Id="R68d32ee62c5d42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1814af62af40ac" /><Relationship Type="http://schemas.openxmlformats.org/officeDocument/2006/relationships/notesMaster" Target="/ppt/notesMasters/notesMaster1.xml" Id="R23d59298286643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e080adcea74735" /><Relationship Type="http://schemas.openxmlformats.org/officeDocument/2006/relationships/notesMaster" Target="/ppt/notesMasters/notesMaster1.xml" Id="R5cc13ab7eb2340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f613d9780d4bd9" /><Relationship Type="http://schemas.openxmlformats.org/officeDocument/2006/relationships/notesMaster" Target="/ppt/notesMasters/notesMaster1.xml" Id="Rf39f3af67a84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44d5af90ae4610" /><Relationship Type="http://schemas.openxmlformats.org/officeDocument/2006/relationships/notesMaster" Target="/ppt/notesMasters/notesMaster1.xml" Id="Rf42839b291e146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ecd5c43b654b47" /><Relationship Type="http://schemas.openxmlformats.org/officeDocument/2006/relationships/notesMaster" Target="/ppt/notesMasters/notesMaster1.xml" Id="R095e46614c804b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e9cf039b3146ab" /><Relationship Type="http://schemas.openxmlformats.org/officeDocument/2006/relationships/notesMaster" Target="/ppt/notesMasters/notesMaster1.xml" Id="Redd0d0d6ff0e41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65ad8ae1cd4952" /><Relationship Type="http://schemas.openxmlformats.org/officeDocument/2006/relationships/notesMaster" Target="/ppt/notesMasters/notesMaster1.xml" Id="R6e347f7518ae49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685daf0e994452" /><Relationship Type="http://schemas.openxmlformats.org/officeDocument/2006/relationships/notesMaster" Target="/ppt/notesMasters/notesMaster1.xml" Id="R615ff5df0cb84c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4a84ba26884eac" /><Relationship Type="http://schemas.openxmlformats.org/officeDocument/2006/relationships/notesMaster" Target="/ppt/notesMasters/notesMaster1.xml" Id="R6640780acf6c41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bae69ba90e4e90" /><Relationship Type="http://schemas.openxmlformats.org/officeDocument/2006/relationships/notesMaster" Target="/ppt/notesMasters/notesMaster1.xml" Id="R7c6db54c3aeb40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4750a6c08c4881" /><Relationship Type="http://schemas.openxmlformats.org/officeDocument/2006/relationships/notesMaster" Target="/ppt/notesMasters/notesMaster1.xml" Id="R40beca10375a43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11cd1691dc4312" /><Relationship Type="http://schemas.openxmlformats.org/officeDocument/2006/relationships/notesMaster" Target="/ppt/notesMasters/notesMaster1.xml" Id="Rc6ec24a1eb344d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3cd83fdc124e04" /><Relationship Type="http://schemas.openxmlformats.org/officeDocument/2006/relationships/notesMaster" Target="/ppt/notesMasters/notesMaster1.xml" Id="R0f7547c358cc4b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fcf481a01047f5" /><Relationship Type="http://schemas.openxmlformats.org/officeDocument/2006/relationships/notesMaster" Target="/ppt/notesMasters/notesMaster1.xml" Id="R3f58834bb3834b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8cd4a533c34728" /><Relationship Type="http://schemas.openxmlformats.org/officeDocument/2006/relationships/notesMaster" Target="/ppt/notesMasters/notesMaster1.xml" Id="Rc3315d232e1348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79da323b19414b" /><Relationship Type="http://schemas.openxmlformats.org/officeDocument/2006/relationships/notesMaster" Target="/ppt/notesMasters/notesMaster1.xml" Id="R591ce81864b441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22afc401ad432a" /><Relationship Type="http://schemas.openxmlformats.org/officeDocument/2006/relationships/notesMaster" Target="/ppt/notesMasters/notesMaster1.xml" Id="Ra1871000a8b149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4636847ad141dd" /><Relationship Type="http://schemas.openxmlformats.org/officeDocument/2006/relationships/notesMaster" Target="/ppt/notesMasters/notesMaster1.xml" Id="R42f971771f6c4c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c16f6052da452d" /><Relationship Type="http://schemas.openxmlformats.org/officeDocument/2006/relationships/notesMaster" Target="/ppt/notesMasters/notesMaster1.xml" Id="Rb1baa9e811e44e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8f48f349a845d0" /><Relationship Type="http://schemas.openxmlformats.org/officeDocument/2006/relationships/notesMaster" Target="/ppt/notesMasters/notesMaster1.xml" Id="Rdb033751403e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60c3645684d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801b51d3144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a7c9f5f8744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cff8b7cc5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daedc71fb44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812dccc22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F0483-ED7C-4C58-A25C-664AD9A7A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7DC432-0FB4-40D2-859A-4E7CF3121A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C3338A-3096-4015-B87A-919919F7E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0334DD-3746-46C4-AEF3-AF5627385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DBB564-FEA5-47BF-99FF-794981724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FF732B-AD66-4826-BE49-3D35A619B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BAA9E7-192C-43CC-ACCE-288E07C9E8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814E90-973B-4A8D-92E3-E0266078AC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6DDB88-55FD-499D-80AD-24DDE6DF3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FC781B-B74B-49B6-BC08-E96365233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619d49c4064297" /><Relationship Type="http://schemas.openxmlformats.org/officeDocument/2006/relationships/slideLayout" Target="/ppt/slideLayouts/slideLayout1.xml" Id="R0598332be3fa4b96" /><Relationship Type="http://schemas.openxmlformats.org/officeDocument/2006/relationships/slideLayout" Target="/ppt/slideLayouts/slideLayout2.xml" Id="Rcbda865879ae41e7" /><Relationship Type="http://schemas.openxmlformats.org/officeDocument/2006/relationships/slideLayout" Target="/ppt/slideLayouts/slideLayout3.xml" Id="R3d149b3827064a1c" /><Relationship Type="http://schemas.openxmlformats.org/officeDocument/2006/relationships/slideLayout" Target="/ppt/slideLayouts/slideLayout4.xml" Id="R2f0ea867e77540c6" /><Relationship Type="http://schemas.openxmlformats.org/officeDocument/2006/relationships/slideLayout" Target="/ppt/slideLayouts/slideLayout5.xml" Id="Rfd9f9705756f4618" /><Relationship Type="http://schemas.openxmlformats.org/officeDocument/2006/relationships/slideLayout" Target="/ppt/slideLayouts/slideLayout6.xml" Id="Rf99b60bf67bd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8332be3fa4b96"/>
    <p:sldLayoutId xmlns:r="http://schemas.openxmlformats.org/officeDocument/2006/relationships" id="2147483650" r:id="Rcbda865879ae41e7"/>
    <p:sldLayoutId xmlns:r="http://schemas.openxmlformats.org/officeDocument/2006/relationships" id="2147483651" r:id="R3d149b3827064a1c"/>
    <p:sldLayoutId xmlns:r="http://schemas.openxmlformats.org/officeDocument/2006/relationships" id="2147483652" r:id="R2f0ea867e77540c6"/>
    <p:sldLayoutId xmlns:r="http://schemas.openxmlformats.org/officeDocument/2006/relationships" id="2147483653" r:id="Rfd9f9705756f4618"/>
    <p:sldLayoutId xmlns:r="http://schemas.openxmlformats.org/officeDocument/2006/relationships" id="2147483654" r:id="Rf99b60bf67bd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94bff14974fa3" /><Relationship Type="http://schemas.openxmlformats.org/officeDocument/2006/relationships/notesSlide" Target="/ppt/notesSlides/notesSlide1.xml" Id="R308c03edc577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da85973184484" /><Relationship Type="http://schemas.openxmlformats.org/officeDocument/2006/relationships/image" Target="/ppt/media/image.png" Id="R63415437df3b4304" /><Relationship Type="http://schemas.openxmlformats.org/officeDocument/2006/relationships/notesSlide" Target="/ppt/notesSlides/notesSlide2.xml" Id="R0b32ee4e5131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1152d4e034e3b" /><Relationship Type="http://schemas.openxmlformats.org/officeDocument/2006/relationships/notesSlide" Target="/ppt/notesSlides/notesSlide3.xml" Id="Rf912340a9d00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6ca241522435e" /><Relationship Type="http://schemas.openxmlformats.org/officeDocument/2006/relationships/notesSlide" Target="/ppt/notesSlides/notesSlide4.xml" Id="R0ade9c774d13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823839c6247aa" /><Relationship Type="http://schemas.openxmlformats.org/officeDocument/2006/relationships/notesSlide" Target="/ppt/notesSlides/notesSlide5.xml" Id="R8d7141a55d55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cf085a74a4511" /><Relationship Type="http://schemas.openxmlformats.org/officeDocument/2006/relationships/notesSlide" Target="/ppt/notesSlides/notesSlide6.xml" Id="R860304c41e56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d880b26f54cbc" /><Relationship Type="http://schemas.openxmlformats.org/officeDocument/2006/relationships/notesSlide" Target="/ppt/notesSlides/notesSlide7.xml" Id="Re103bf5ed641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dc08477e54f0d" /><Relationship Type="http://schemas.openxmlformats.org/officeDocument/2006/relationships/notesSlide" Target="/ppt/notesSlides/notesSlide8.xml" Id="Rb2a44ef2354f45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c459a13b849f5" /><Relationship Type="http://schemas.openxmlformats.org/officeDocument/2006/relationships/notesSlide" Target="/ppt/notesSlides/notesSlide9.xml" Id="R8dc606ee945d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4bf818f1e449f" /><Relationship Type="http://schemas.openxmlformats.org/officeDocument/2006/relationships/notesSlide" Target="/ppt/notesSlides/notesSlide10.xml" Id="R5e637cb59f534a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a9b6f138d421c" /><Relationship Type="http://schemas.openxmlformats.org/officeDocument/2006/relationships/notesSlide" Target="/ppt/notesSlides/notesSlide11.xml" Id="R91f8abab556843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5f8bab56745c8" /><Relationship Type="http://schemas.openxmlformats.org/officeDocument/2006/relationships/notesSlide" Target="/ppt/notesSlides/notesSlide12.xml" Id="R311993d8dc0841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3d5ce55974625" /><Relationship Type="http://schemas.openxmlformats.org/officeDocument/2006/relationships/notesSlide" Target="/ppt/notesSlides/notesSlide13.xml" Id="R6a1aa40e5a4f40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6c20f69b94ecd" /><Relationship Type="http://schemas.openxmlformats.org/officeDocument/2006/relationships/notesSlide" Target="/ppt/notesSlides/notesSlide14.xml" Id="R324c255d70ab4c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84e49a900467e" /><Relationship Type="http://schemas.openxmlformats.org/officeDocument/2006/relationships/notesSlide" Target="/ppt/notesSlides/notesSlide15.xml" Id="R49382817859641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b2d02b1fd469f" /><Relationship Type="http://schemas.openxmlformats.org/officeDocument/2006/relationships/notesSlide" Target="/ppt/notesSlides/notesSlide16.xml" Id="R07a3dd5b4e2149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f7a29d1b04e77" /><Relationship Type="http://schemas.openxmlformats.org/officeDocument/2006/relationships/notesSlide" Target="/ppt/notesSlides/notesSlide17.xml" Id="Rff5279c0309749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9d5592b0e4c51" /><Relationship Type="http://schemas.openxmlformats.org/officeDocument/2006/relationships/notesSlide" Target="/ppt/notesSlides/notesSlide18.xml" Id="R4979eb236bc046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db4e1fc2d4414" /><Relationship Type="http://schemas.openxmlformats.org/officeDocument/2006/relationships/notesSlide" Target="/ppt/notesSlides/notesSlide19.xml" Id="Ra3e829bce35b4e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110a877d14b73" /><Relationship Type="http://schemas.openxmlformats.org/officeDocument/2006/relationships/notesSlide" Target="/ppt/notesSlides/notesSlide20.xml" Id="Re3926422ccc24f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cd8e3091e40a8" /><Relationship Type="http://schemas.openxmlformats.org/officeDocument/2006/relationships/notesSlide" Target="/ppt/notesSlides/notesSlide21.xml" Id="R7efad1a40b4844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c87ecc0b14d44" /><Relationship Type="http://schemas.openxmlformats.org/officeDocument/2006/relationships/notesSlide" Target="/ppt/notesSlides/notesSlide22.xml" Id="R89920f60077840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3309939b44f2d" /><Relationship Type="http://schemas.openxmlformats.org/officeDocument/2006/relationships/notesSlide" Target="/ppt/notesSlides/notesSlide23.xml" Id="Rec2be45f6a1043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6bae83b4443b4" /><Relationship Type="http://schemas.openxmlformats.org/officeDocument/2006/relationships/notesSlide" Target="/ppt/notesSlides/notesSlide24.xml" Id="Rce04aa758f9c43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95f2484784772" /><Relationship Type="http://schemas.openxmlformats.org/officeDocument/2006/relationships/notesSlide" Target="/ppt/notesSlides/notesSlide25.xml" Id="Rac21506348d149b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a1063891e4808" /><Relationship Type="http://schemas.openxmlformats.org/officeDocument/2006/relationships/notesSlide" Target="/ppt/notesSlides/notesSlide26.xml" Id="Rbd208b0783d243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5bd2219e544d4" /><Relationship Type="http://schemas.openxmlformats.org/officeDocument/2006/relationships/notesSlide" Target="/ppt/notesSlides/notesSlide27.xml" Id="R2f4e72dc03834a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004ea00da409f" /><Relationship Type="http://schemas.openxmlformats.org/officeDocument/2006/relationships/notesSlide" Target="/ppt/notesSlides/notesSlide28.xml" Id="R9df0bdd40c364a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f5b7955e74272" /><Relationship Type="http://schemas.openxmlformats.org/officeDocument/2006/relationships/notesSlide" Target="/ppt/notesSlides/notesSlide29.xml" Id="Rf8b5d4210203416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24a6cc04f42a8" /><Relationship Type="http://schemas.openxmlformats.org/officeDocument/2006/relationships/hyperlink" Target="https://www.pygame.org/docs/ref/sprite.html" TargetMode="External" Id="R899dde6658864afc" /><Relationship Type="http://schemas.openxmlformats.org/officeDocument/2006/relationships/hyperlink" Target="https://www.pygame.org/docs/ref/time.html" TargetMode="External" Id="Ra80b3c4807a249bf" /><Relationship Type="http://schemas.openxmlformats.org/officeDocument/2006/relationships/hyperlink" Target="https://docs.python.org/3.12/reference/datamodel.html" TargetMode="External" Id="R386ace66a5c44a35" /><Relationship Type="http://schemas.openxmlformats.org/officeDocument/2006/relationships/hyperlink" Target="https://www.omg.org/spec/UML/2.5.1" TargetMode="External" Id="Rbb92fbfe12534a0a" /><Relationship Type="http://schemas.openxmlformats.org/officeDocument/2006/relationships/hyperlink" Target="https://minhuangyuntech.github.io/oo2026/pygame/" TargetMode="External" Id="Rdb742d23fc1d447f" /><Relationship Type="http://schemas.openxmlformats.org/officeDocument/2006/relationships/notesSlide" Target="/ppt/notesSlides/notesSlide30.xml" Id="R26f5f2820af245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PYGAME">
            <a:extLst xmlns:a="http://schemas.openxmlformats.org/drawingml/2006/main">
              <a:ext uri="{FF2B5EF4-FFF2-40B4-BE49-F238E27FC236}">
                <a16:creationId xmlns:a16="http://schemas.microsoft.com/office/drawing/2014/main" id="{6A61D5CB-4451-4E00-8BC4-473F58E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OOP  /  PYGAME</a:t>
            </a:r>
          </a:p>
        </p:txBody>
      </p:sp>
      <p:sp>
        <p:nvSpPr>
          <p:cNvPr id="2" name="用射擊遊戲理解物件">
            <a:extLst xmlns:a="http://schemas.openxmlformats.org/drawingml/2006/main">
              <a:ext uri="{FF2B5EF4-FFF2-40B4-BE49-F238E27FC236}">
                <a16:creationId xmlns:a16="http://schemas.microsoft.com/office/drawing/2014/main" id="{99150FA9-FEA2-41D8-86C1-1B7E1A6C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1100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用射擊遊戲理解物件</a:t>
            </a:r>
          </a:p>
        </p:txBody>
      </p:sp>
      <p:sp>
        <p:nvSpPr>
          <p:cNvPr id="3" name="Pygame · 類別、參照與互動">
            <a:extLst xmlns:a="http://schemas.openxmlformats.org/drawingml/2006/main">
              <a:ext uri="{FF2B5EF4-FFF2-40B4-BE49-F238E27FC236}">
                <a16:creationId xmlns:a16="http://schemas.microsoft.com/office/drawing/2014/main" id="{50FA9E15-08DA-4875-A1D5-F8D0EB97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Pygame · 類別、參照與互動</a:t>
            </a:r>
          </a:p>
        </p:txBody>
      </p:sp>
      <p:sp>
        <p:nvSpPr>
          <p:cNvPr id="4" name="同一份遊戲，三種語言，五個核心類別。 從畫面出發，讀懂物件如何合作。">
            <a:extLst xmlns:a="http://schemas.openxmlformats.org/drawingml/2006/main">
              <a:ext uri="{FF2B5EF4-FFF2-40B4-BE49-F238E27FC236}">
                <a16:creationId xmlns:a16="http://schemas.microsoft.com/office/drawing/2014/main" id="{627F76AB-D8E4-4217-8748-AB0F77D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同一份遊戲，三種語言，五個核心類別。</a:t>
            </a:r>
          </a:p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從畫面出發，讀懂物件如何合作。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8BEB4F1-4A6E-4BF8-9321-120E4A48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6962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畫面上的每個角色，都是物件">
            <a:extLst xmlns:a="http://schemas.openxmlformats.org/drawingml/2006/main">
              <a:ext uri="{FF2B5EF4-FFF2-40B4-BE49-F238E27FC236}">
                <a16:creationId xmlns:a16="http://schemas.microsoft.com/office/drawing/2014/main" id="{35CAF383-843F-4C04-AA1B-7E62F5B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畫面上的每個角色，都是物件</a:t>
            </a:r>
          </a:p>
        </p:txBody>
      </p:sp>
      <p:sp>
        <p:nvSpPr>
          <p:cNvPr id="2" name="觀察標籤、狀態與右側的參照關係">
            <a:extLst xmlns:a="http://schemas.openxmlformats.org/drawingml/2006/main">
              <a:ext uri="{FF2B5EF4-FFF2-40B4-BE49-F238E27FC236}">
                <a16:creationId xmlns:a16="http://schemas.microsoft.com/office/drawing/2014/main" id="{3296E406-EC1C-4394-AE0A-E3C71641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觀察標籤、狀態與右側的參照關係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FD090-5832-4FFF-8A17-A5F22C3AA2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15437df3b4304"/>
          <a:stretch xmlns:a="http://schemas.openxmlformats.org/drawingml/2006/main"/>
        </p:blipFill>
        <p:spPr>
          <a:xfrm xmlns:a="http://schemas.openxmlformats.org/drawingml/2006/main">
            <a:off x="571500" y="1743075"/>
            <a:ext cx="6858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綠色 Player 是玩家；紅色與紫色 Enemy 是不同實體。">
            <a:extLst xmlns:a="http://schemas.openxmlformats.org/drawingml/2006/main">
              <a:ext uri="{FF2B5EF4-FFF2-40B4-BE49-F238E27FC236}">
                <a16:creationId xmlns:a16="http://schemas.microsoft.com/office/drawing/2014/main" id="{2123DE17-B1A6-49B0-9801-FFE158D2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002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綠色 Player 是玩家；紅色與紫色 Enemy 是不同實體。</a:t>
            </a:r>
          </a:p>
        </p:txBody>
      </p:sp>
      <p:sp>
        <p:nvSpPr>
          <p:cNvPr id="5" name="黃色 Bullet 持有 owner；右側顯示即時物件數量。">
            <a:extLst xmlns:a="http://schemas.openxmlformats.org/drawingml/2006/main">
              <a:ext uri="{FF2B5EF4-FFF2-40B4-BE49-F238E27FC236}">
                <a16:creationId xmlns:a16="http://schemas.microsoft.com/office/drawing/2014/main" id="{66440A83-D10A-4ACD-9776-7FABD6CC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黃色 Bullet 持有 owner；右側顯示即時物件數量。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7BD47881-5410-432E-84AD-EEBE781D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5005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安裝與啟動：Windows">
            <a:extLst xmlns:a="http://schemas.openxmlformats.org/drawingml/2006/main">
              <a:ext uri="{FF2B5EF4-FFF2-40B4-BE49-F238E27FC236}">
                <a16:creationId xmlns:a16="http://schemas.microsoft.com/office/drawing/2014/main" id="{4117C8B8-BF27-47DD-BB71-83A72B4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安裝與啟動：Windows</a:t>
            </a:r>
          </a:p>
        </p:txBody>
      </p:sp>
      <p:sp>
        <p:nvSpPr>
          <p:cNvPr id="2" name="解壓縮範例後，在專案資料夾開啟 PowerShell">
            <a:extLst xmlns:a="http://schemas.openxmlformats.org/drawingml/2006/main">
              <a:ext uri="{FF2B5EF4-FFF2-40B4-BE49-F238E27FC236}">
                <a16:creationId xmlns:a16="http://schemas.microsoft.com/office/drawing/2014/main" id="{A0EDF3FD-EB10-4EB0-9AB6-7EAB370E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解壓縮範例後，在專案資料夾開啟 PowerShell</a:t>
            </a:r>
          </a:p>
        </p:txBody>
      </p:sp>
      <p:sp>
        <p:nvSpPr>
          <p:cNvPr id="3" name="py -3.12 -m venv .venv">
            <a:extLst xmlns:a="http://schemas.openxmlformats.org/drawingml/2006/main">
              <a:ext uri="{FF2B5EF4-FFF2-40B4-BE49-F238E27FC236}">
                <a16:creationId xmlns:a16="http://schemas.microsoft.com/office/drawing/2014/main" id="{3CB71915-C005-442D-A96E-F5E04A8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4" name=".\.venv\Scripts\python.exe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07C780ED-6DA4-4DC2-B6EF-586CE8E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pip install -r requirements.txt</a:t>
            </a:r>
          </a:p>
        </p:txBody>
      </p:sp>
      <p:sp>
        <p:nvSpPr>
          <p:cNvPr id="5" name=".\.venv\Scripts\python.exe main.py --lang zh">
            <a:extLst xmlns:a="http://schemas.openxmlformats.org/drawingml/2006/main">
              <a:ext uri="{FF2B5EF4-FFF2-40B4-BE49-F238E27FC236}">
                <a16:creationId xmlns:a16="http://schemas.microsoft.com/office/drawing/2014/main" id="{086EE7C5-9857-429A-A742-DC225CA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main.py --lang zh</a:t>
            </a:r>
          </a:p>
        </p:txBody>
      </p:sp>
      <p:sp>
        <p:nvSpPr>
          <p:cNvPr id="6" name="建議使用 Python 3.12；requirements.txt 固定 pygame==2.6.1。">
            <a:extLst xmlns:a="http://schemas.openxmlformats.org/drawingml/2006/main">
              <a:ext uri="{FF2B5EF4-FFF2-40B4-BE49-F238E27FC236}">
                <a16:creationId xmlns:a16="http://schemas.microsoft.com/office/drawing/2014/main" id="{FD79A455-5C9D-43D0-A66C-02C69AEC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建議使用 Python 3.12；requirements.txt 固定 pygame==2.6.1。</a:t>
            </a:r>
          </a:p>
        </p:txBody>
      </p:sp>
      <p:sp>
        <p:nvSpPr>
          <p:cNvPr id="7" name="直接呼叫環境中的 Python，不需要啟用腳本。">
            <a:extLst xmlns:a="http://schemas.openxmlformats.org/drawingml/2006/main">
              <a:ext uri="{FF2B5EF4-FFF2-40B4-BE49-F238E27FC236}">
                <a16:creationId xmlns:a16="http://schemas.microsoft.com/office/drawing/2014/main" id="{AF2B56C7-609B-4317-B096-CFDBB4F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直接呼叫環境中的 Python，不需要啟用腳本。</a:t>
            </a:r>
          </a:p>
        </p:txBody>
      </p:sp>
      <p:sp>
        <p:nvSpPr>
          <p:cNvPr id="8" name="PowerShell">
            <a:extLst xmlns:a="http://schemas.openxmlformats.org/drawingml/2006/main">
              <a:ext uri="{FF2B5EF4-FFF2-40B4-BE49-F238E27FC236}">
                <a16:creationId xmlns:a16="http://schemas.microsoft.com/office/drawing/2014/main" id="{95ABDB94-0BE2-4835-B6FA-20481F0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FB273CF-E21E-42AE-AEA0-4E19DC4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2186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安裝與啟動：macOS / Linux">
            <a:extLst xmlns:a="http://schemas.openxmlformats.org/drawingml/2006/main">
              <a:ext uri="{FF2B5EF4-FFF2-40B4-BE49-F238E27FC236}">
                <a16:creationId xmlns:a16="http://schemas.microsoft.com/office/drawing/2014/main" id="{CCE49F82-EA27-49CA-BD06-FDE3A59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安裝與啟動：macOS / Linux</a:t>
            </a:r>
          </a:p>
        </p:txBody>
      </p:sp>
      <p:sp>
        <p:nvSpPr>
          <p:cNvPr id="2" name="在專案資料夾開啟終端機；使用本機圖形桌面">
            <a:extLst xmlns:a="http://schemas.openxmlformats.org/drawingml/2006/main">
              <a:ext uri="{FF2B5EF4-FFF2-40B4-BE49-F238E27FC236}">
                <a16:creationId xmlns:a16="http://schemas.microsoft.com/office/drawing/2014/main" id="{C9F69DF6-30C2-4E49-A241-61FE244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在專案資料夾開啟終端機；使用本機圖形桌面</a:t>
            </a:r>
          </a:p>
        </p:txBody>
      </p:sp>
      <p:sp>
        <p:nvSpPr>
          <p:cNvPr id="3" name="python3 -m venv .venv">
            <a:extLst xmlns:a="http://schemas.openxmlformats.org/drawingml/2006/main">
              <a:ext uri="{FF2B5EF4-FFF2-40B4-BE49-F238E27FC236}">
                <a16:creationId xmlns:a16="http://schemas.microsoft.com/office/drawing/2014/main" id="{A6166E05-C8E0-4095-87D4-EAD4F7AF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python3 -m venv .venv</a:t>
            </a:r>
          </a:p>
        </p:txBody>
      </p:sp>
      <p:sp>
        <p:nvSpPr>
          <p:cNvPr id="4" name=".venv/bin/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90EF20E3-E0C6-442C-B478-F8B11C7A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pip install -r requirements.txt</a:t>
            </a:r>
          </a:p>
        </p:txBody>
      </p:sp>
      <p:sp>
        <p:nvSpPr>
          <p:cNvPr id="5" name=".venv/bin/python main.py --lang zh">
            <a:extLst xmlns:a="http://schemas.openxmlformats.org/drawingml/2006/main">
              <a:ext uri="{FF2B5EF4-FFF2-40B4-BE49-F238E27FC236}">
                <a16:creationId xmlns:a16="http://schemas.microsoft.com/office/drawing/2014/main" id="{4CA740DA-86A4-4065-8526-EF1F3C0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main.py --lang zh</a:t>
            </a:r>
          </a:p>
        </p:txBody>
      </p:sp>
      <p:sp>
        <p:nvSpPr>
          <p:cNvPr id="6" name="--lang 可選 zh、en、ja；三種語言使用相同遊戲規則。">
            <a:extLst xmlns:a="http://schemas.openxmlformats.org/drawingml/2006/main">
              <a:ext uri="{FF2B5EF4-FFF2-40B4-BE49-F238E27FC236}">
                <a16:creationId xmlns:a16="http://schemas.microsoft.com/office/drawing/2014/main" id="{9AF1D4E8-4DC8-4E78-A76D-85CB53C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--lang 可選 zh、en、ja；三種語言使用相同遊戲規則。</a:t>
            </a:r>
          </a:p>
        </p:txBody>
      </p:sp>
      <p:sp>
        <p:nvSpPr>
          <p:cNvPr id="7" name="缺少中文字型時，可安裝系統的 Noto Sans CJK 字型。">
            <a:extLst xmlns:a="http://schemas.openxmlformats.org/drawingml/2006/main">
              <a:ext uri="{FF2B5EF4-FFF2-40B4-BE49-F238E27FC236}">
                <a16:creationId xmlns:a16="http://schemas.microsoft.com/office/drawing/2014/main" id="{22D07CDB-F035-4EC6-9E9B-3C40105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缺少中文字型時，可安裝系統的 Noto Sans CJK 字型。</a:t>
            </a:r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0E254852-C89B-4A47-B181-E2FE0B4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F3D7FB42-C725-4E9E-B699-653C1B4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0435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先玩一局，再觀察物件">
            <a:extLst xmlns:a="http://schemas.openxmlformats.org/drawingml/2006/main">
              <a:ext uri="{FF2B5EF4-FFF2-40B4-BE49-F238E27FC236}">
                <a16:creationId xmlns:a16="http://schemas.microsoft.com/office/drawing/2014/main" id="{EB690A1C-07DD-427B-B34C-936A0BE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先玩一局，再觀察物件</a:t>
            </a:r>
          </a:p>
        </p:txBody>
      </p:sp>
      <p:sp>
        <p:nvSpPr>
          <p:cNvPr id="2" name="擊破敵人 +10 分；200 分勝利；生命從 3 開始">
            <a:extLst xmlns:a="http://schemas.openxmlformats.org/drawingml/2006/main">
              <a:ext uri="{FF2B5EF4-FFF2-40B4-BE49-F238E27FC236}">
                <a16:creationId xmlns:a16="http://schemas.microsoft.com/office/drawing/2014/main" id="{B191CEC0-6231-4506-8A90-0E2E40C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擊破敵人 +10 分；200 分勝利；生命從 3 開始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37313-5E1C-4350-8211-EFADF200B06A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方向鍵 / WASD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射擊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暫停／暫停時前進一影格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Tab / R / Esc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標籤／重設回待機／離開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敵人碰到玩家或越過底線會觸發受傷；無敵時間內不重複扣血。">
            <a:extLst xmlns:a="http://schemas.openxmlformats.org/drawingml/2006/main">
              <a:ext uri="{FF2B5EF4-FFF2-40B4-BE49-F238E27FC236}">
                <a16:creationId xmlns:a16="http://schemas.microsoft.com/office/drawing/2014/main" id="{12DAE803-1FF2-4310-BE74-890C4D7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敵人碰到玩家或越過底線會觸發受傷；無敵時間內不重複扣血。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E8EB99B0-9AA9-434A-B51E-AC710C2E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7273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五個類別，各有一份責任">
            <a:extLst xmlns:a="http://schemas.openxmlformats.org/drawingml/2006/main">
              <a:ext uri="{FF2B5EF4-FFF2-40B4-BE49-F238E27FC236}">
                <a16:creationId xmlns:a16="http://schemas.microsoft.com/office/drawing/2014/main" id="{1F06C86B-CF68-4345-9C8C-05A6233F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五個類別，各有一份責任</a:t>
            </a:r>
          </a:p>
        </p:txBody>
      </p:sp>
      <p:sp>
        <p:nvSpPr>
          <p:cNvPr id="2" name="讓角色處理自己，讓 Game 協調彼此">
            <a:extLst xmlns:a="http://schemas.openxmlformats.org/drawingml/2006/main">
              <a:ext uri="{FF2B5EF4-FFF2-40B4-BE49-F238E27FC236}">
                <a16:creationId xmlns:a16="http://schemas.microsoft.com/office/drawing/2014/main" id="{775AA745-FC38-4DD3-89A3-14533C7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讓角色處理自己，讓 Game 協調彼此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843FA-4EAB-4DB0-BB73-66380975B71E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905250"/>
                <a:gridCol w="53340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pos、velocity、image、rect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共同的移動與外觀資料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hp、cooldown、invulnerable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輸入方向、射擊、受傷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hp、max_hp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下降、受擊與死亡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owner、damage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前進、離開畫面後移除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score、state、群組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生成、碰撞、勝敗與主迴圈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72D9DDC7-D8C8-4631-9A9F-BAEE7A75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6709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一個類別，可以建立多個物件">
            <a:extLst xmlns:a="http://schemas.openxmlformats.org/drawingml/2006/main">
              <a:ext uri="{FF2B5EF4-FFF2-40B4-BE49-F238E27FC236}">
                <a16:creationId xmlns:a16="http://schemas.microsoft.com/office/drawing/2014/main" id="{486E5D5B-2054-43E0-8A89-3EC4BE6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一個類別，可以建立多個物件</a:t>
            </a:r>
          </a:p>
        </p:txBody>
      </p:sp>
      <p:sp>
        <p:nvSpPr>
          <p:cNvPr id="2" name="類別定義共同規則；實體保存各自狀態">
            <a:extLst xmlns:a="http://schemas.openxmlformats.org/drawingml/2006/main">
              <a:ext uri="{FF2B5EF4-FFF2-40B4-BE49-F238E27FC236}">
                <a16:creationId xmlns:a16="http://schemas.microsoft.com/office/drawing/2014/main" id="{CDCBA903-193E-4A10-86DD-02689AF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類別定義共同規則；實體保存各自狀態</a:t>
            </a:r>
          </a:p>
        </p:txBody>
      </p:sp>
      <p:sp>
        <p:nvSpPr>
          <p:cNvPr id="3" name="e1 = Enemy(&quot;E01&quot;, (180, 180), hp=1)">
            <a:extLst xmlns:a="http://schemas.openxmlformats.org/drawingml/2006/main">
              <a:ext uri="{FF2B5EF4-FFF2-40B4-BE49-F238E27FC236}">
                <a16:creationId xmlns:a16="http://schemas.microsoft.com/office/drawing/2014/main" id="{532DC988-E2F4-4553-A41A-BE4CCB0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 = Enemy("E01", (180, 180), hp=1)</a:t>
            </a:r>
          </a:p>
        </p:txBody>
      </p:sp>
      <p:sp>
        <p:nvSpPr>
          <p:cNvPr id="4" name="e2 = Enemy(&quot;E02&quot;, (395, 235), hp=2)">
            <a:extLst xmlns:a="http://schemas.openxmlformats.org/drawingml/2006/main">
              <a:ext uri="{FF2B5EF4-FFF2-40B4-BE49-F238E27FC236}">
                <a16:creationId xmlns:a16="http://schemas.microsoft.com/office/drawing/2014/main" id="{51CF808B-FAA8-49D8-9528-105182B8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e2 = Enemy("E02", (395, 235), hp=2)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765A2-1EE7-459D-9CB6-84723A7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print(e1 is e2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68A275D5-7260-4040-894F-83E126F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 is e2)                 # False</a:t>
            </a:r>
          </a:p>
        </p:txBody>
      </p:sp>
      <p:sp>
        <p:nvSpPr>
          <p:cNvPr id="7" name="print(isinstance(e2, Enemy))    # True">
            <a:extLst xmlns:a="http://schemas.openxmlformats.org/drawingml/2006/main">
              <a:ext uri="{FF2B5EF4-FFF2-40B4-BE49-F238E27FC236}">
                <a16:creationId xmlns:a16="http://schemas.microsoft.com/office/drawing/2014/main" id="{DE327997-0800-474B-AC47-D19F90E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print(isinstance(e2, Enemy))    # True</a:t>
            </a:r>
          </a:p>
        </p:txBody>
      </p:sp>
      <p:sp>
        <p:nvSpPr>
          <p:cNvPr id="8" name="e1.take_hit(1)">
            <a:extLst xmlns:a="http://schemas.openxmlformats.org/drawingml/2006/main">
              <a:ext uri="{FF2B5EF4-FFF2-40B4-BE49-F238E27FC236}">
                <a16:creationId xmlns:a16="http://schemas.microsoft.com/office/drawing/2014/main" id="{2515F24B-7522-4472-BCED-AB9AD6F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e1.take_hit(1)</a:t>
            </a:r>
          </a:p>
        </p:txBody>
      </p:sp>
      <p:sp>
        <p:nvSpPr>
          <p:cNvPr id="9" name="print(e1.hp, e2.hp)             # 0 2">
            <a:extLst xmlns:a="http://schemas.openxmlformats.org/drawingml/2006/main">
              <a:ext uri="{FF2B5EF4-FFF2-40B4-BE49-F238E27FC236}">
                <a16:creationId xmlns:a16="http://schemas.microsoft.com/office/drawing/2014/main" id="{F9C464A1-A687-4BFA-B44C-F778813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print(e1.hp, e2.hp)             # 0 2</a:t>
            </a:r>
          </a:p>
        </p:txBody>
      </p:sp>
      <p:sp>
        <p:nvSpPr>
          <p:cNvPr id="10" name="e1 與 e2 都是 Enemy，但身分與 hp 不同。">
            <a:extLst xmlns:a="http://schemas.openxmlformats.org/drawingml/2006/main">
              <a:ext uri="{FF2B5EF4-FFF2-40B4-BE49-F238E27FC236}">
                <a16:creationId xmlns:a16="http://schemas.microsoft.com/office/drawing/2014/main" id="{86FE7923-E246-483B-9DA5-D8921CF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e1 與 e2 都是 Enemy，但身分與 hp 不同。</a:t>
            </a:r>
          </a:p>
        </p:txBody>
      </p:sp>
      <p:sp>
        <p:nvSpPr>
          <p:cNvPr id="11" name="e1.take_hit(1) 不會扣掉 e2 的 hp。">
            <a:extLst xmlns:a="http://schemas.openxmlformats.org/drawingml/2006/main">
              <a:ext uri="{FF2B5EF4-FFF2-40B4-BE49-F238E27FC236}">
                <a16:creationId xmlns:a16="http://schemas.microsoft.com/office/drawing/2014/main" id="{4B5A1C0B-9C76-4742-8DDA-94DDCC0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e1.take_hit(1) 不會扣掉 e2 的 hp。</a:t>
            </a:r>
          </a:p>
        </p:txBody>
      </p:sp>
      <p:sp>
        <p:nvSpPr>
          <p:cNvPr id="12" name="actors.py · Enemy">
            <a:extLst xmlns:a="http://schemas.openxmlformats.org/drawingml/2006/main">
              <a:ext uri="{FF2B5EF4-FFF2-40B4-BE49-F238E27FC236}">
                <a16:creationId xmlns:a16="http://schemas.microsoft.com/office/drawing/2014/main" id="{F588EB41-F11B-4041-879C-A59DD691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FB500221-B0A2-4A29-8172-DC6CB31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041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先讀懂 UML 的三種記號">
            <a:extLst xmlns:a="http://schemas.openxmlformats.org/drawingml/2006/main">
              <a:ext uri="{FF2B5EF4-FFF2-40B4-BE49-F238E27FC236}">
                <a16:creationId xmlns:a16="http://schemas.microsoft.com/office/drawing/2014/main" id="{0426A920-8BFC-4DC3-92C8-2A463C1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先讀懂 UML 的三種記號</a:t>
            </a:r>
          </a:p>
        </p:txBody>
      </p:sp>
      <p:sp>
        <p:nvSpPr>
          <p:cNvPr id="2" name="類別圖描述結構；物件圖描述某一刻的實體">
            <a:extLst xmlns:a="http://schemas.openxmlformats.org/drawingml/2006/main">
              <a:ext uri="{FF2B5EF4-FFF2-40B4-BE49-F238E27FC236}">
                <a16:creationId xmlns:a16="http://schemas.microsoft.com/office/drawing/2014/main" id="{328CEBEB-959E-4D9C-A9EE-C5AD388D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類別圖描述結構；物件圖描述某一刻的實體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77457942-1D49-40CC-95B7-9D0F941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類別方框：上層類別名稱，中層屬性，下層方法。">
            <a:extLst xmlns:a="http://schemas.openxmlformats.org/drawingml/2006/main">
              <a:ext uri="{FF2B5EF4-FFF2-40B4-BE49-F238E27FC236}">
                <a16:creationId xmlns:a16="http://schemas.microsoft.com/office/drawing/2014/main" id="{BC2EF00F-9CAA-4FF0-BB02-B14F2740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類別方框：上層類別名稱，中層屬性，下層方法。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A656EC5-8A7A-443A-8158-5E8EA17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空心三角形指向父類別；實線箭頭表示可導覽的關聯。">
            <a:extLst xmlns:a="http://schemas.openxmlformats.org/drawingml/2006/main">
              <a:ext uri="{FF2B5EF4-FFF2-40B4-BE49-F238E27FC236}">
                <a16:creationId xmlns:a16="http://schemas.microsoft.com/office/drawing/2014/main" id="{87105C43-0851-41B8-A06D-2D8B950A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空心三角形指向父類別；實線箭頭表示可導覽的關聯。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376894C0-9B1D-495E-B235-A20D785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1 是一個；0..* 是零到多個。物件名稱以 name : Class 表示並加底線。">
            <a:extLst xmlns:a="http://schemas.openxmlformats.org/drawingml/2006/main">
              <a:ext uri="{FF2B5EF4-FFF2-40B4-BE49-F238E27FC236}">
                <a16:creationId xmlns:a16="http://schemas.microsoft.com/office/drawing/2014/main" id="{E304F264-F77E-43E7-A898-88E7333A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 是一個；0..* 是零到多個。物件名稱以 name : Class 表示並加底線。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FF88A0A3-3D98-478F-9590-5D9E8E18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4000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類別圖：三種角色都是 Actor">
            <a:extLst xmlns:a="http://schemas.openxmlformats.org/drawingml/2006/main">
              <a:ext uri="{FF2B5EF4-FFF2-40B4-BE49-F238E27FC236}">
                <a16:creationId xmlns:a16="http://schemas.microsoft.com/office/drawing/2014/main" id="{FAA01D76-5DF7-4695-8591-FE9CFA69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類別圖：三種角色都是 Actor</a:t>
            </a:r>
          </a:p>
        </p:txBody>
      </p:sp>
      <p:sp>
        <p:nvSpPr>
          <p:cNvPr id="2" name="共用移動機制，再加入各自的行為">
            <a:extLst xmlns:a="http://schemas.openxmlformats.org/drawingml/2006/main">
              <a:ext uri="{FF2B5EF4-FFF2-40B4-BE49-F238E27FC236}">
                <a16:creationId xmlns:a16="http://schemas.microsoft.com/office/drawing/2014/main" id="{5D5F1376-7EF8-46E1-8615-A99E266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共用移動機制，再加入各自的行為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882B-96A5-4A72-9954-EEC650C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4" name="pygame.sprite.Sprite">
            <a:extLst xmlns:a="http://schemas.openxmlformats.org/drawingml/2006/main">
              <a:ext uri="{FF2B5EF4-FFF2-40B4-BE49-F238E27FC236}">
                <a16:creationId xmlns:a16="http://schemas.microsoft.com/office/drawing/2014/main" id="{FE89DB3D-C836-4C23-A5D0-82C355F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5260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pygame.sprite.Sprite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1BE6E-42D4-4639-826F-C49B473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81275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6" name="Actor">
            <a:extLst xmlns:a="http://schemas.openxmlformats.org/drawingml/2006/main">
              <a:ext uri="{FF2B5EF4-FFF2-40B4-BE49-F238E27FC236}">
                <a16:creationId xmlns:a16="http://schemas.microsoft.com/office/drawing/2014/main" id="{0B6358DF-3ADF-443A-BBF8-288653BA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6700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E595F-DBC4-47B5-B583-57F3AB1B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038475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name, pos, velocity, image, rect">
            <a:extLst xmlns:a="http://schemas.openxmlformats.org/drawingml/2006/main">
              <a:ext uri="{FF2B5EF4-FFF2-40B4-BE49-F238E27FC236}">
                <a16:creationId xmlns:a16="http://schemas.microsoft.com/office/drawing/2014/main" id="{1514253E-4E82-4BA9-8D2E-0E53604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337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name, pos, velocity, image, 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01F6-1554-4873-B65F-02295E50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409950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0" name="update(dt)">
            <a:extLst xmlns:a="http://schemas.openxmlformats.org/drawingml/2006/main">
              <a:ext uri="{FF2B5EF4-FFF2-40B4-BE49-F238E27FC236}">
                <a16:creationId xmlns:a16="http://schemas.microsoft.com/office/drawing/2014/main" id="{D1BD8C13-80E9-4458-A873-00C24E8B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956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5698-52EB-4891-9C21-EBDD7616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2" name="Player">
            <a:extLst xmlns:a="http://schemas.openxmlformats.org/drawingml/2006/main">
              <a:ext uri="{FF2B5EF4-FFF2-40B4-BE49-F238E27FC236}">
                <a16:creationId xmlns:a16="http://schemas.microsoft.com/office/drawing/2014/main" id="{14F7B9E1-4396-4750-9354-FA181F7A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E0B7B-7009-411F-A15E-B7ABFEF0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hp, cooldown, invulnerable">
            <a:extLst xmlns:a="http://schemas.openxmlformats.org/drawingml/2006/main">
              <a:ext uri="{FF2B5EF4-FFF2-40B4-BE49-F238E27FC236}">
                <a16:creationId xmlns:a16="http://schemas.microsoft.com/office/drawing/2014/main" id="{2C8E5272-CEC8-4201-AC60-D316B2F1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hp, cooldown, invulnerable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E8D0E-98A1-4A94-AC15-8D74BA3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shoot(name), take_damage() set_direction(x, y), update(dt)">
            <a:extLst xmlns:a="http://schemas.openxmlformats.org/drawingml/2006/main">
              <a:ext uri="{FF2B5EF4-FFF2-40B4-BE49-F238E27FC236}">
                <a16:creationId xmlns:a16="http://schemas.microsoft.com/office/drawing/2014/main" id="{A1926CFA-1193-4719-A13D-232863F0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shoot(name), take_damage()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set_direction(x, y), update(dt)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CCEBE-277F-40C8-9A8A-967FEFE1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8" name="Enemy">
            <a:extLst xmlns:a="http://schemas.openxmlformats.org/drawingml/2006/main">
              <a:ext uri="{FF2B5EF4-FFF2-40B4-BE49-F238E27FC236}">
                <a16:creationId xmlns:a16="http://schemas.microsoft.com/office/drawing/2014/main" id="{A2E92924-87FC-451E-B4AE-28049E1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rPr>
              <a:t>Enemy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147D0-4992-41AC-A02F-790A1AD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0" name="hp, max_hp">
            <a:extLst xmlns:a="http://schemas.openxmlformats.org/drawingml/2006/main">
              <a:ext uri="{FF2B5EF4-FFF2-40B4-BE49-F238E27FC236}">
                <a16:creationId xmlns:a16="http://schemas.microsoft.com/office/drawing/2014/main" id="{F5D59B53-FC66-46E3-B862-3DE31D3A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hp, max_hp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BEE62-7689-484E-A925-A42D400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2" name="take_hit(damage)">
            <a:extLst xmlns:a="http://schemas.openxmlformats.org/drawingml/2006/main">
              <a:ext uri="{FF2B5EF4-FFF2-40B4-BE49-F238E27FC236}">
                <a16:creationId xmlns:a16="http://schemas.microsoft.com/office/drawing/2014/main" id="{A9EC1266-E72E-4D92-BFF9-7E31636B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take_hit(damage)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77748-5899-4B9A-A22D-981E90E7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4" name="Bullet">
            <a:extLst xmlns:a="http://schemas.openxmlformats.org/drawingml/2006/main">
              <a:ext uri="{FF2B5EF4-FFF2-40B4-BE49-F238E27FC236}">
                <a16:creationId xmlns:a16="http://schemas.microsoft.com/office/drawing/2014/main" id="{1E98AE0E-64C8-4CAF-AA4A-2F5E6D50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Bullet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3F83B-FA4A-4926-B21B-13868DB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6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F774C794-600B-4E2B-97AA-6080B4DE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owner,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F88F7-5F0D-4A43-AE05-171DFE5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8" name="update(dt)">
            <a:extLst xmlns:a="http://schemas.openxmlformats.org/drawingml/2006/main">
              <a:ext uri="{FF2B5EF4-FFF2-40B4-BE49-F238E27FC236}">
                <a16:creationId xmlns:a16="http://schemas.microsoft.com/office/drawing/2014/main" id="{BF4E01E7-1748-42E7-B7D4-DD287A1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96C75-D150-4E69-BA54-3021EA8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01717-BFCB-4576-AAEF-106CB0A8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305050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ABADA9-0FD2-4C80-B91C-8A81077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8E68C-7D45-4818-A85F-09CAE5D7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5765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3379E-7F11-42A5-B616-D8D5A75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5AFB6-41E6-4643-93AE-56B11AB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C6F531-182D-420E-91C2-94001A36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123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1AE5E8-331A-43D8-8BAA-D544A49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202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空心三角形朝父類別。此圖省略部分繪圖細節。">
            <a:extLst xmlns:a="http://schemas.openxmlformats.org/drawingml/2006/main">
              <a:ext uri="{FF2B5EF4-FFF2-40B4-BE49-F238E27FC236}">
                <a16:creationId xmlns:a16="http://schemas.microsoft.com/office/drawing/2014/main" id="{F0588AA6-311E-4D46-89D6-2588CF2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空心三角形朝父類別。此圖省略部分繪圖細節。</a:t>
            </a:r>
          </a:p>
        </p:txBody>
      </p:sp>
      <p:sp>
        <p:nvSpPr>
          <p:cNvPr id="38" name="09">
            <a:extLst xmlns:a="http://schemas.openxmlformats.org/drawingml/2006/main">
              <a:ext uri="{FF2B5EF4-FFF2-40B4-BE49-F238E27FC236}">
                <a16:creationId xmlns:a16="http://schemas.microsoft.com/office/drawing/2014/main" id="{40467B04-ADBD-47F5-A00C-579154C9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8745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類別關係：管理、參照與建立">
            <a:extLst xmlns:a="http://schemas.openxmlformats.org/drawingml/2006/main">
              <a:ext uri="{FF2B5EF4-FFF2-40B4-BE49-F238E27FC236}">
                <a16:creationId xmlns:a16="http://schemas.microsoft.com/office/drawing/2014/main" id="{E36DAA1F-8149-4976-9551-3CEC679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類別關係：管理、參照與建立</a:t>
            </a:r>
          </a:p>
        </p:txBody>
      </p:sp>
      <p:sp>
        <p:nvSpPr>
          <p:cNvPr id="2" name="Bullet.owner 是參照；Game 持有群組來管理角色">
            <a:extLst xmlns:a="http://schemas.openxmlformats.org/drawingml/2006/main">
              <a:ext uri="{FF2B5EF4-FFF2-40B4-BE49-F238E27FC236}">
                <a16:creationId xmlns:a16="http://schemas.microsoft.com/office/drawing/2014/main" id="{47F33380-2C5C-440E-A903-5C7C3B5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Bullet.owner 是參照；Game 持有群組來管理角色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E1AF9-8E75-40CF-BAFE-6047FE62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524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E57C3C59-6D9F-4620-B458-ADF4BD19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1955-199A-4722-AF21-A66A895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45757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player, score, state all_sprites enemies, bullets">
            <a:extLst xmlns:a="http://schemas.openxmlformats.org/drawingml/2006/main">
              <a:ext uri="{FF2B5EF4-FFF2-40B4-BE49-F238E27FC236}">
                <a16:creationId xmlns:a16="http://schemas.microsoft.com/office/drawing/2014/main" id="{CDAD04E5-ECFC-406A-ABEE-A55DC7D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player, score, state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all_sprites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enemies, bullets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D4CD1-8290-4763-A567-52C0D602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362450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update(dt)">
            <a:extLst xmlns:a="http://schemas.openxmlformats.org/drawingml/2006/main">
              <a:ext uri="{FF2B5EF4-FFF2-40B4-BE49-F238E27FC236}">
                <a16:creationId xmlns:a16="http://schemas.microsoft.com/office/drawing/2014/main" id="{BB3F1A42-F815-4557-82DA-CC85E590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238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04BA6-A68D-4CC1-BA58-930142E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Player">
            <a:extLst xmlns:a="http://schemas.openxmlformats.org/drawingml/2006/main">
              <a:ext uri="{FF2B5EF4-FFF2-40B4-BE49-F238E27FC236}">
                <a16:creationId xmlns:a16="http://schemas.microsoft.com/office/drawing/2014/main" id="{551E02A9-9159-4EE6-8290-6414C56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38687-8D60-4A5C-8E5B-C2B46C00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2" name="hp, cooldown">
            <a:extLst xmlns:a="http://schemas.openxmlformats.org/drawingml/2006/main">
              <a:ext uri="{FF2B5EF4-FFF2-40B4-BE49-F238E27FC236}">
                <a16:creationId xmlns:a16="http://schemas.microsoft.com/office/drawing/2014/main" id="{E86BB162-DF2F-4DF3-B4F8-7014341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hp, cooldown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4EECB-494A-4340-BC16-4E8C29F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shoot(name)">
            <a:extLst xmlns:a="http://schemas.openxmlformats.org/drawingml/2006/main">
              <a:ext uri="{FF2B5EF4-FFF2-40B4-BE49-F238E27FC236}">
                <a16:creationId xmlns:a16="http://schemas.microsoft.com/office/drawing/2014/main" id="{33CA0C0D-4289-4F96-ADE4-D18BF20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shoot(name)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30BFC-E072-453D-AFA0-06414A3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16" name="Group">
            <a:extLst xmlns:a="http://schemas.openxmlformats.org/drawingml/2006/main">
              <a:ext uri="{FF2B5EF4-FFF2-40B4-BE49-F238E27FC236}">
                <a16:creationId xmlns:a16="http://schemas.microsoft.com/office/drawing/2014/main" id="{E3D23257-829C-494F-9682-31C37AD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E18D5-CCA3-4C2E-80E8-5F32360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8" name="Sprite references">
            <a:extLst xmlns:a="http://schemas.openxmlformats.org/drawingml/2006/main">
              <a:ext uri="{FF2B5EF4-FFF2-40B4-BE49-F238E27FC236}">
                <a16:creationId xmlns:a16="http://schemas.microsoft.com/office/drawing/2014/main" id="{616E8F24-1AA5-44AE-8EBE-CD05D38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Sprite 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C0C0F-E419-40AF-95DE-1CFC9BE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20" name="add(), update(), draw()">
            <a:extLst xmlns:a="http://schemas.openxmlformats.org/drawingml/2006/main">
              <a:ext uri="{FF2B5EF4-FFF2-40B4-BE49-F238E27FC236}">
                <a16:creationId xmlns:a16="http://schemas.microsoft.com/office/drawing/2014/main" id="{C2D5C15D-3978-4CD9-91BB-4C734C0D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add(), update(), draw()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587FD-71C4-4806-93FF-729B2AC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22" name="Actor">
            <a:extLst xmlns:a="http://schemas.openxmlformats.org/drawingml/2006/main">
              <a:ext uri="{FF2B5EF4-FFF2-40B4-BE49-F238E27FC236}">
                <a16:creationId xmlns:a16="http://schemas.microsoft.com/office/drawing/2014/main" id="{029B4DF2-6F76-40A6-B816-D4DF05C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76449-BDEE-45D3-8812-5D559D51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os, velocity">
            <a:extLst xmlns:a="http://schemas.openxmlformats.org/drawingml/2006/main">
              <a:ext uri="{FF2B5EF4-FFF2-40B4-BE49-F238E27FC236}">
                <a16:creationId xmlns:a16="http://schemas.microsoft.com/office/drawing/2014/main" id="{00E19DEC-FC43-491B-94E3-4360D25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pos, velocity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2D591-17B0-4E51-8F55-37F47F8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6" name="update(dt)">
            <a:extLst xmlns:a="http://schemas.openxmlformats.org/drawingml/2006/main">
              <a:ext uri="{FF2B5EF4-FFF2-40B4-BE49-F238E27FC236}">
                <a16:creationId xmlns:a16="http://schemas.microsoft.com/office/drawing/2014/main" id="{CDE7FF5B-A449-4698-AC64-4D9BA6A5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F65A3-7BD7-4D88-93D9-2DBE3EC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8" name="Bullet">
            <a:extLst xmlns:a="http://schemas.openxmlformats.org/drawingml/2006/main">
              <a:ext uri="{FF2B5EF4-FFF2-40B4-BE49-F238E27FC236}">
                <a16:creationId xmlns:a16="http://schemas.microsoft.com/office/drawing/2014/main" id="{576990E0-38B4-4822-A062-CCD4D351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Bullet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119B3-2147-4EFF-803F-FED62C73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0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F70E9433-DF2F-4B95-9257-61C53C45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owner, damage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19C39-26E5-4859-BE74-D1989C97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2" name="update(dt)">
            <a:extLst xmlns:a="http://schemas.openxmlformats.org/drawingml/2006/main">
              <a:ext uri="{FF2B5EF4-FFF2-40B4-BE49-F238E27FC236}">
                <a16:creationId xmlns:a16="http://schemas.microsoft.com/office/drawing/2014/main" id="{93332AA7-6F70-4885-9245-2591B895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6DFAFD-01D7-44FE-8987-880A3BF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09750" y="2200275"/>
            <a:ext cx="0" cy="8001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25B25E-E72C-4CE0-80C4-22CEB797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2200275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766B4-4218-4CAA-ADA2-63646BC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22002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22CD8-F515-4C13-8113-7A7F790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21500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player">
            <a:extLst xmlns:a="http://schemas.openxmlformats.org/drawingml/2006/main">
              <a:ext uri="{FF2B5EF4-FFF2-40B4-BE49-F238E27FC236}">
                <a16:creationId xmlns:a16="http://schemas.microsoft.com/office/drawing/2014/main" id="{87A8CBFA-3B43-4171-BE10-D8E6D43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38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player</a:t>
            </a:r>
          </a:p>
        </p:txBody>
      </p:sp>
      <p:sp>
        <p:nvSpPr>
          <p:cNvPr id="38" name="1">
            <a:extLst xmlns:a="http://schemas.openxmlformats.org/drawingml/2006/main">
              <a:ext uri="{FF2B5EF4-FFF2-40B4-BE49-F238E27FC236}">
                <a16:creationId xmlns:a16="http://schemas.microsoft.com/office/drawing/2014/main" id="{76781864-DA61-4102-96F7-88FCC5C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86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9" name="1">
            <a:extLst xmlns:a="http://schemas.openxmlformats.org/drawingml/2006/main">
              <a:ext uri="{FF2B5EF4-FFF2-40B4-BE49-F238E27FC236}">
                <a16:creationId xmlns:a16="http://schemas.microsoft.com/office/drawing/2014/main" id="{D3A3E94F-ACD6-4DC8-924A-30A67C05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95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82E3F-78AE-4DB3-B27C-E4D690B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5625" y="4048125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EA6504-331D-4F58-A4D4-D049397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081197-4FF5-44E8-8872-7896DCD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3" name="groups">
            <a:extLst xmlns:a="http://schemas.openxmlformats.org/drawingml/2006/main">
              <a:ext uri="{FF2B5EF4-FFF2-40B4-BE49-F238E27FC236}">
                <a16:creationId xmlns:a16="http://schemas.microsoft.com/office/drawing/2014/main" id="{F761AA25-DF87-4E92-A430-16E538F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052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groups</a:t>
            </a:r>
          </a:p>
        </p:txBody>
      </p:sp>
      <p:sp>
        <p:nvSpPr>
          <p:cNvPr id="44" name="1">
            <a:extLst xmlns:a="http://schemas.openxmlformats.org/drawingml/2006/main">
              <a:ext uri="{FF2B5EF4-FFF2-40B4-BE49-F238E27FC236}">
                <a16:creationId xmlns:a16="http://schemas.microsoft.com/office/drawing/2014/main" id="{5C632C4E-AF7D-4EAB-B733-FB40938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5" name="3">
            <a:extLst xmlns:a="http://schemas.openxmlformats.org/drawingml/2006/main">
              <a:ext uri="{FF2B5EF4-FFF2-40B4-BE49-F238E27FC236}">
                <a16:creationId xmlns:a16="http://schemas.microsoft.com/office/drawing/2014/main" id="{CD0FB3ED-BF26-41A6-9E9D-94CFBE45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A3BADB-90E2-4D6A-958B-2364786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04812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F7AA9D-C09B-44C4-B328-E8EF23B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0917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A7C59F-6422-4F3E-8018-674DE97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90917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9" name="members">
            <a:extLst xmlns:a="http://schemas.openxmlformats.org/drawingml/2006/main">
              <a:ext uri="{FF2B5EF4-FFF2-40B4-BE49-F238E27FC236}">
                <a16:creationId xmlns:a16="http://schemas.microsoft.com/office/drawing/2014/main" id="{33D82531-991B-4C40-BF10-E58ECCAF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members</a:t>
            </a:r>
          </a:p>
        </p:txBody>
      </p:sp>
      <p:sp>
        <p:nvSpPr>
          <p:cNvPr id="50" name="0..*">
            <a:extLst xmlns:a="http://schemas.openxmlformats.org/drawingml/2006/main">
              <a:ext uri="{FF2B5EF4-FFF2-40B4-BE49-F238E27FC236}">
                <a16:creationId xmlns:a16="http://schemas.microsoft.com/office/drawing/2014/main" id="{60BBCE16-B16C-4E85-98E9-FC298A1C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0..*</a:t>
            </a:r>
          </a:p>
        </p:txBody>
      </p:sp>
      <p:sp>
        <p:nvSpPr>
          <p:cNvPr id="51" name="0..*">
            <a:extLst xmlns:a="http://schemas.openxmlformats.org/drawingml/2006/main">
              <a:ext uri="{FF2B5EF4-FFF2-40B4-BE49-F238E27FC236}">
                <a16:creationId xmlns:a16="http://schemas.microsoft.com/office/drawing/2014/main" id="{D8450804-EE92-44AC-AD58-4AC1128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0..*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0641E5-F968-45A9-9C4A-604B03D4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223837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12FD7D-7743-4ED4-B565-90F8ED2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34250" y="21881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567BB1-915D-4059-9133-80C44D3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22383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5" name="owner">
            <a:extLst xmlns:a="http://schemas.openxmlformats.org/drawingml/2006/main">
              <a:ext uri="{FF2B5EF4-FFF2-40B4-BE49-F238E27FC236}">
                <a16:creationId xmlns:a16="http://schemas.microsoft.com/office/drawing/2014/main" id="{2B2E4B95-43D7-49A3-97BA-EF65719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57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56" name="1">
            <a:extLst xmlns:a="http://schemas.openxmlformats.org/drawingml/2006/main">
              <a:ext uri="{FF2B5EF4-FFF2-40B4-BE49-F238E27FC236}">
                <a16:creationId xmlns:a16="http://schemas.microsoft.com/office/drawing/2014/main" id="{C93A72C4-4138-4726-BE93-3D17D427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7" name="0..*">
            <a:extLst xmlns:a="http://schemas.openxmlformats.org/drawingml/2006/main">
              <a:ext uri="{FF2B5EF4-FFF2-40B4-BE49-F238E27FC236}">
                <a16:creationId xmlns:a16="http://schemas.microsoft.com/office/drawing/2014/main" id="{F955CDD8-5598-4BB7-BF0A-F639582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0..*</a:t>
            </a:r>
          </a:p>
        </p:txBody>
      </p:sp>
      <p:sp>
        <p:nvSpPr>
          <p:cNvPr id="58" name="groups = all_sprites, enemies, bullets">
            <a:extLst xmlns:a="http://schemas.openxmlformats.org/drawingml/2006/main">
              <a:ext uri="{FF2B5EF4-FFF2-40B4-BE49-F238E27FC236}">
                <a16:creationId xmlns:a16="http://schemas.microsoft.com/office/drawing/2014/main" id="{7ABE58C4-1FB8-45D6-8D88-3085F98B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groups = all_sprites, enemies, bullets</a:t>
            </a:r>
          </a:p>
        </p:txBody>
      </p:sp>
      <p:sp>
        <p:nvSpPr>
          <p:cNvPr id="59" name="一顆 Bullet 對應一個 Player；同一 Player 可被多顆 Bullet 參照。">
            <a:extLst xmlns:a="http://schemas.openxmlformats.org/drawingml/2006/main">
              <a:ext uri="{FF2B5EF4-FFF2-40B4-BE49-F238E27FC236}">
                <a16:creationId xmlns:a16="http://schemas.microsoft.com/office/drawing/2014/main" id="{C2EE2F36-876A-4933-82CF-609F957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一顆 Bullet 對應一個 Player；同一 Player 可被多顆 Bullet 參照。</a:t>
            </a:r>
          </a:p>
        </p:txBody>
      </p:sp>
      <p:sp>
        <p:nvSpPr>
          <p:cNvPr id="60" name="群組不等於獨佔擁有，不使用組合關係的實心菱形。">
            <a:extLst xmlns:a="http://schemas.openxmlformats.org/drawingml/2006/main">
              <a:ext uri="{FF2B5EF4-FFF2-40B4-BE49-F238E27FC236}">
                <a16:creationId xmlns:a16="http://schemas.microsoft.com/office/drawing/2014/main" id="{3C249C0E-1BE4-4533-9105-34798F2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群組不等於獨佔擁有，不使用組合關係的實心菱形。</a:t>
            </a:r>
          </a:p>
        </p:txBody>
      </p:sp>
      <p:sp>
        <p:nvSpPr>
          <p:cNvPr id="61" name="10">
            <a:extLst xmlns:a="http://schemas.openxmlformats.org/drawingml/2006/main">
              <a:ext uri="{FF2B5EF4-FFF2-40B4-BE49-F238E27FC236}">
                <a16:creationId xmlns:a16="http://schemas.microsoft.com/office/drawing/2014/main" id="{8344EB46-CF84-4848-A2C8-3668521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7669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物件圖：同一個玩家，兩個參照">
            <a:extLst xmlns:a="http://schemas.openxmlformats.org/drawingml/2006/main">
              <a:ext uri="{FF2B5EF4-FFF2-40B4-BE49-F238E27FC236}">
                <a16:creationId xmlns:a16="http://schemas.microsoft.com/office/drawing/2014/main" id="{29BDC447-D1CD-43CF-B6C5-C09C6BE8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物件圖：同一個玩家，兩個參照</a:t>
            </a:r>
          </a:p>
        </p:txBody>
      </p:sp>
      <p:sp>
        <p:nvSpPr>
          <p:cNvPr id="2" name="暫停畫面中的快照：1 個 Player、3 個 Enemy、2 個 Bullet">
            <a:extLst xmlns:a="http://schemas.openxmlformats.org/drawingml/2006/main">
              <a:ext uri="{FF2B5EF4-FFF2-40B4-BE49-F238E27FC236}">
                <a16:creationId xmlns:a16="http://schemas.microsoft.com/office/drawing/2014/main" id="{2EE98345-3DC6-4393-8FD6-18BFC22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暫停畫面中的快照：1 個 Player、3 個 Enemy、2 個 Bullet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356C1-E671-4F95-95C4-FA32F66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4" name="B01 : Bullet">
            <a:extLst xmlns:a="http://schemas.openxmlformats.org/drawingml/2006/main">
              <a:ext uri="{FF2B5EF4-FFF2-40B4-BE49-F238E27FC236}">
                <a16:creationId xmlns:a16="http://schemas.microsoft.com/office/drawing/2014/main" id="{27D48F9C-ED7B-4AEE-AA7E-7E653D65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B01 : Bullet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FC7AA-26AE-4696-8C62-E0ED28A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019300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FC00A-61A4-4884-94AE-B337B4C9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124075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7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DE1CEA9F-4EFC-4B6F-8250-35B0393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damage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owner → player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ECF3-F5EE-40E4-A7B3-2E36B63E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9" name="B02 : Bullet">
            <a:extLst xmlns:a="http://schemas.openxmlformats.org/drawingml/2006/main">
              <a:ext uri="{FF2B5EF4-FFF2-40B4-BE49-F238E27FC236}">
                <a16:creationId xmlns:a16="http://schemas.microsoft.com/office/drawing/2014/main" id="{D3EC1DF4-119D-49DF-A885-ECA0CD9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B02 : Bullet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2A34A-7A3E-44B2-9442-979C8CFD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352925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45CAB-C1B1-4DFA-9DC3-822E431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457700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2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F11F2962-5BE8-4E42-A249-FE8FAD79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damage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owner → 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BCA29-39D1-4A17-8FAB-7A50E157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4" name="player : Player">
            <a:extLst xmlns:a="http://schemas.openxmlformats.org/drawingml/2006/main">
              <a:ext uri="{FF2B5EF4-FFF2-40B4-BE49-F238E27FC236}">
                <a16:creationId xmlns:a16="http://schemas.microsoft.com/office/drawing/2014/main" id="{C4EDA451-24AC-43E2-B18D-F5BE320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4322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player : 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507AC-2C32-4739-AEB6-A069A0E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6350" y="3209925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2A252-3CE7-4381-A80F-9679C8D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331470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7" name="hp = 3 pos = (394, 664)">
            <a:extLst xmlns:a="http://schemas.openxmlformats.org/drawingml/2006/main">
              <a:ext uri="{FF2B5EF4-FFF2-40B4-BE49-F238E27FC236}">
                <a16:creationId xmlns:a16="http://schemas.microsoft.com/office/drawing/2014/main" id="{B51978F6-644F-4BD1-B65A-25E0028D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099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 = 3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pos = (394, 664)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EE342-1480-4BFC-BD94-490E0E1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305050"/>
            <a:ext cx="1266825" cy="7905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3A8AE-7946-4260-B1DD-531C020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29351" y="3089559"/>
            <a:ext cx="104599" cy="606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57259-0D07-459D-B304-7FBD6F4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82539" y="3004331"/>
            <a:ext cx="51411" cy="91294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918D5-D9A2-4A06-B4CE-5BD234AF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67125" y="3857625"/>
            <a:ext cx="1266825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D7714-2B5B-493D-8663-B11D6F4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78532" y="3857625"/>
            <a:ext cx="55418" cy="8891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30931-49F1-44C3-A98C-60214B9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29184" y="3857625"/>
            <a:ext cx="104766" cy="141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4" name="owner">
            <a:extLst xmlns:a="http://schemas.openxmlformats.org/drawingml/2006/main">
              <a:ext uri="{FF2B5EF4-FFF2-40B4-BE49-F238E27FC236}">
                <a16:creationId xmlns:a16="http://schemas.microsoft.com/office/drawing/2014/main" id="{7213AD0B-5EC9-42CD-A37E-C216186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5" name="owner">
            <a:extLst xmlns:a="http://schemas.openxmlformats.org/drawingml/2006/main">
              <a:ext uri="{FF2B5EF4-FFF2-40B4-BE49-F238E27FC236}">
                <a16:creationId xmlns:a16="http://schemas.microsoft.com/office/drawing/2014/main" id="{5EF1587E-12EC-4FCA-A087-C3CA519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33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C4268-7AD2-44BD-B0AC-EE1FB703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27" name="E01 : Enemy">
            <a:extLst xmlns:a="http://schemas.openxmlformats.org/drawingml/2006/main">
              <a:ext uri="{FF2B5EF4-FFF2-40B4-BE49-F238E27FC236}">
                <a16:creationId xmlns:a16="http://schemas.microsoft.com/office/drawing/2014/main" id="{CF33265A-DB68-44C5-A8A2-D140A257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rPr>
              <a:t>E01 : Enemy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BEF51-BC26-47CF-B32D-397CA6E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2019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CF212-BF4F-4B0D-AC21-71B1FDA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2124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0" name="hp = 1 velocity.y = 65">
            <a:extLst xmlns:a="http://schemas.openxmlformats.org/drawingml/2006/main">
              <a:ext uri="{FF2B5EF4-FFF2-40B4-BE49-F238E27FC236}">
                <a16:creationId xmlns:a16="http://schemas.microsoft.com/office/drawing/2014/main" id="{E66176C5-27F2-4D49-A899-CBB79F8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velocity.y = 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823B6F-A413-450A-AFF1-3C9214E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32" name="E02 : Enemy">
            <a:extLst xmlns:a="http://schemas.openxmlformats.org/drawingml/2006/main">
              <a:ext uri="{FF2B5EF4-FFF2-40B4-BE49-F238E27FC236}">
                <a16:creationId xmlns:a16="http://schemas.microsoft.com/office/drawing/2014/main" id="{44798E1F-C98E-4AFF-B2A1-5927920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rPr>
              <a:t>E02 : Enemy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9A52E-EA23-43F7-B0A9-91A0B12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3543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5A619-716A-4092-AE8A-09ECC60E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648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5" name="hp = 2 velocity.y = 85">
            <a:extLst xmlns:a="http://schemas.openxmlformats.org/drawingml/2006/main">
              <a:ext uri="{FF2B5EF4-FFF2-40B4-BE49-F238E27FC236}">
                <a16:creationId xmlns:a16="http://schemas.microsoft.com/office/drawing/2014/main" id="{8B90A8CD-54DB-42F2-AE40-EEAE1BAB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43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 = 2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velocity.y = 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22CFC5-699C-461E-ABD3-121D216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37" name="E03 : Enemy">
            <a:extLst xmlns:a="http://schemas.openxmlformats.org/drawingml/2006/main">
              <a:ext uri="{FF2B5EF4-FFF2-40B4-BE49-F238E27FC236}">
                <a16:creationId xmlns:a16="http://schemas.microsoft.com/office/drawing/2014/main" id="{517C6F5C-9E87-44EB-ADD3-3E534167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rPr>
              <a:t>E03 : Enemy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180253-4FEF-4C56-8DE4-76BA2CD3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48768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561679-1148-4E7A-BB59-C2E09A3D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49815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40" name="hp = 1 velocity.y = 100">
            <a:extLst xmlns:a="http://schemas.openxmlformats.org/drawingml/2006/main">
              <a:ext uri="{FF2B5EF4-FFF2-40B4-BE49-F238E27FC236}">
                <a16:creationId xmlns:a16="http://schemas.microsoft.com/office/drawing/2014/main" id="{EAD0A215-3013-4935-B078-AA5F1984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768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hp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velocity.y = 100</a:t>
            </a:r>
          </a:p>
        </p:txBody>
      </p:sp>
      <p:sp>
        <p:nvSpPr>
          <p:cNvPr id="41" name="B01.owner is B02.owner  →  True">
            <a:extLst xmlns:a="http://schemas.openxmlformats.org/drawingml/2006/main">
              <a:ext uri="{FF2B5EF4-FFF2-40B4-BE49-F238E27FC236}">
                <a16:creationId xmlns:a16="http://schemas.microsoft.com/office/drawing/2014/main" id="{4A9B3FD2-28A9-42D8-BC93-12B8C20B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B01.owner is B02.owner  →  True</a:t>
            </a:r>
          </a:p>
        </p:txBody>
      </p:sp>
      <p:sp>
        <p:nvSpPr>
          <p:cNvPr id="42" name="B01.owner 與 B02.owner 指向同一個 player，不會複製玩家。">
            <a:extLst xmlns:a="http://schemas.openxmlformats.org/drawingml/2006/main">
              <a:ext uri="{FF2B5EF4-FFF2-40B4-BE49-F238E27FC236}">
                <a16:creationId xmlns:a16="http://schemas.microsoft.com/office/drawing/2014/main" id="{D845A37C-D90E-46B7-A071-AE71C7D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B01.owner 與 B02.owner 指向同一個 player，不會複製玩家。</a:t>
            </a:r>
          </a:p>
        </p:txBody>
      </p:sp>
      <p:sp>
        <p:nvSpPr>
          <p:cNvPr id="43" name="每個敵人的 hp、位置與速度仍各自獨立。">
            <a:extLst xmlns:a="http://schemas.openxmlformats.org/drawingml/2006/main">
              <a:ext uri="{FF2B5EF4-FFF2-40B4-BE49-F238E27FC236}">
                <a16:creationId xmlns:a16="http://schemas.microsoft.com/office/drawing/2014/main" id="{A42A3789-1B2C-47FB-9EAC-AF6326D4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每個敵人的 hp、位置與速度仍各自獨立。</a:t>
            </a:r>
          </a:p>
        </p:txBody>
      </p:sp>
      <p:sp>
        <p:nvSpPr>
          <p:cNvPr id="44" name="11">
            <a:extLst xmlns:a="http://schemas.openxmlformats.org/drawingml/2006/main">
              <a:ext uri="{FF2B5EF4-FFF2-40B4-BE49-F238E27FC236}">
                <a16:creationId xmlns:a16="http://schemas.microsoft.com/office/drawing/2014/main" id="{167FB77C-8F7E-4384-8333-4A1641C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2259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roup 分組，不會複製物件">
            <a:extLst xmlns:a="http://schemas.openxmlformats.org/drawingml/2006/main">
              <a:ext uri="{FF2B5EF4-FFF2-40B4-BE49-F238E27FC236}">
                <a16:creationId xmlns:a16="http://schemas.microsoft.com/office/drawing/2014/main" id="{B7FEE8D4-DA43-4586-BE99-5CCF5304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Group 分組，不會複製物件</a:t>
            </a:r>
          </a:p>
        </p:txBody>
      </p:sp>
      <p:sp>
        <p:nvSpPr>
          <p:cNvPr id="2" name="同一個 Enemy 可以同時出現在兩個群組">
            <a:extLst xmlns:a="http://schemas.openxmlformats.org/drawingml/2006/main">
              <a:ext uri="{FF2B5EF4-FFF2-40B4-BE49-F238E27FC236}">
                <a16:creationId xmlns:a16="http://schemas.microsoft.com/office/drawing/2014/main" id="{E1B52D5F-71B8-489A-8601-5BFCA73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同一個 Enemy 可以同時出現在兩個群組</a:t>
            </a:r>
          </a:p>
        </p:txBody>
      </p:sp>
      <p:sp>
        <p:nvSpPr>
          <p:cNvPr id="3" name="e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47265A22-5D3C-4102-9EC3-7B64776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 = Enemy("E01", (180, 180))</a:t>
            </a:r>
          </a:p>
        </p:txBody>
      </p:sp>
      <p:sp>
        <p:nvSpPr>
          <p:cNvPr id="4" name="all_sprit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B80609F1-7761-4FC2-9BB1-C6FB2B8F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all_sprites = pygame.sprite.Group(e)</a:t>
            </a:r>
          </a:p>
        </p:txBody>
      </p:sp>
      <p:sp>
        <p:nvSpPr>
          <p:cNvPr id="5" name="enemi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EFC492FF-EDDD-4A6C-AC5C-1F449A13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enemies = pygame.sprite.Group(e)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C379-B60F-4134-9904-F9E834A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print(all_sprites.sprites()[0] is e)  # True">
            <a:extLst xmlns:a="http://schemas.openxmlformats.org/drawingml/2006/main">
              <a:ext uri="{FF2B5EF4-FFF2-40B4-BE49-F238E27FC236}">
                <a16:creationId xmlns:a16="http://schemas.microsoft.com/office/drawing/2014/main" id="{ED81DEAD-B515-4DF2-BDF5-EDC6749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print(all_sprites.sprites()[0] is e)  # True</a:t>
            </a:r>
          </a:p>
        </p:txBody>
      </p:sp>
      <p:sp>
        <p:nvSpPr>
          <p:cNvPr id="8" name="print(enemies.sprites()[0] is e)      # True">
            <a:extLst xmlns:a="http://schemas.openxmlformats.org/drawingml/2006/main">
              <a:ext uri="{FF2B5EF4-FFF2-40B4-BE49-F238E27FC236}">
                <a16:creationId xmlns:a16="http://schemas.microsoft.com/office/drawing/2014/main" id="{E77F5DB7-6A08-4905-8ED6-A16E93D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print(enemies.sprites()[0] is e)      # True</a:t>
            </a:r>
          </a:p>
        </p:txBody>
      </p:sp>
      <p:sp>
        <p:nvSpPr>
          <p:cNvPr id="9" name="all_sprites 統一更新與繪製；enemies 用於敵人碰撞檢查。">
            <a:extLst xmlns:a="http://schemas.openxmlformats.org/drawingml/2006/main">
              <a:ext uri="{FF2B5EF4-FFF2-40B4-BE49-F238E27FC236}">
                <a16:creationId xmlns:a16="http://schemas.microsoft.com/office/drawing/2014/main" id="{DE89E517-4C69-4A55-8FB4-C2EFEF0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all_sprites 統一更新與繪製；enemies 用於敵人碰撞檢查。</a:t>
            </a:r>
          </a:p>
        </p:txBody>
      </p:sp>
      <p:sp>
        <p:nvSpPr>
          <p:cNvPr id="10" name="改變 e.hp，從任何群組取得的同一物件都會反映新值。">
            <a:extLst xmlns:a="http://schemas.openxmlformats.org/drawingml/2006/main">
              <a:ext uri="{FF2B5EF4-FFF2-40B4-BE49-F238E27FC236}">
                <a16:creationId xmlns:a16="http://schemas.microsoft.com/office/drawing/2014/main" id="{92C7F754-7A6E-4C0D-8DE9-356D06DD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改變 e.hp，從任何群組取得的同一物件都會反映新值。</a:t>
            </a:r>
          </a:p>
        </p:txBody>
      </p:sp>
      <p:sp>
        <p:nvSpPr>
          <p:cNvPr id="11" name="game.py · spawn_enemy()">
            <a:extLst xmlns:a="http://schemas.openxmlformats.org/drawingml/2006/main">
              <a:ext uri="{FF2B5EF4-FFF2-40B4-BE49-F238E27FC236}">
                <a16:creationId xmlns:a16="http://schemas.microsoft.com/office/drawing/2014/main" id="{4FB9AD9C-58C2-42C9-A85C-AEB9FC9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spawn_enemy()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770CBA0A-398B-469C-B837-C3637DE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59188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tor：把共同資料集中起來">
            <a:extLst xmlns:a="http://schemas.openxmlformats.org/drawingml/2006/main">
              <a:ext uri="{FF2B5EF4-FFF2-40B4-BE49-F238E27FC236}">
                <a16:creationId xmlns:a16="http://schemas.microsoft.com/office/drawing/2014/main" id="{FC17CF2D-12EA-4B7E-888C-522DD47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Actor：把共同資料集中起來</a:t>
            </a:r>
          </a:p>
        </p:txBody>
      </p:sp>
      <p:sp>
        <p:nvSpPr>
          <p:cNvPr id="2" name="image 是外觀；rect 是位置與碰撞範圍">
            <a:extLst xmlns:a="http://schemas.openxmlformats.org/drawingml/2006/main">
              <a:ext uri="{FF2B5EF4-FFF2-40B4-BE49-F238E27FC236}">
                <a16:creationId xmlns:a16="http://schemas.microsoft.com/office/drawing/2014/main" id="{3A4F7E51-843A-4D68-A6D5-97BF5C5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image 是外觀；rect 是位置與碰撞範圍</a:t>
            </a:r>
          </a:p>
        </p:txBody>
      </p:sp>
      <p:sp>
        <p:nvSpPr>
          <p:cNvPr id="3" name="class Actor(pygame.sprite.Sprite):">
            <a:extLst xmlns:a="http://schemas.openxmlformats.org/drawingml/2006/main">
              <a:ext uri="{FF2B5EF4-FFF2-40B4-BE49-F238E27FC236}">
                <a16:creationId xmlns:a16="http://schemas.microsoft.com/office/drawing/2014/main" id="{B7086916-2196-4ADD-A294-16A44A81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Actor(pygame.sprite.Sprite):</a:t>
            </a:r>
          </a:p>
        </p:txBody>
      </p:sp>
      <p:sp>
        <p:nvSpPr>
          <p:cNvPr id="4" name="    def __init__(self, name, position, size):">
            <a:extLst xmlns:a="http://schemas.openxmlformats.org/drawingml/2006/main">
              <a:ext uri="{FF2B5EF4-FFF2-40B4-BE49-F238E27FC236}">
                <a16:creationId xmlns:a16="http://schemas.microsoft.com/office/drawing/2014/main" id="{2516A004-8B59-465C-A683-B777CC6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size):</a:t>
            </a:r>
          </a:p>
        </p:txBody>
      </p:sp>
      <p:sp>
        <p:nvSpPr>
          <p:cNvPr id="5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BC51A71C-0CD3-493B-8EDF-2041291C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A9BB14B0-1FDF-4E63-9AEF-4A1324B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image = pygame.Surface(size, pygame.SRCALPHA)">
            <a:extLst xmlns:a="http://schemas.openxmlformats.org/drawingml/2006/main">
              <a:ext uri="{FF2B5EF4-FFF2-40B4-BE49-F238E27FC236}">
                <a16:creationId xmlns:a16="http://schemas.microsoft.com/office/drawing/2014/main" id="{0447947D-64B7-465E-8D7D-A875C83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self.image = pygame.Surface(size, pygame.SRCALPHA)</a:t>
            </a:r>
          </a:p>
        </p:txBody>
      </p:sp>
      <p:sp>
        <p:nvSpPr>
          <p:cNvPr id="8" name="        self.pos = pygame.Vector2(position)">
            <a:extLst xmlns:a="http://schemas.openxmlformats.org/drawingml/2006/main">
              <a:ext uri="{FF2B5EF4-FFF2-40B4-BE49-F238E27FC236}">
                <a16:creationId xmlns:a16="http://schemas.microsoft.com/office/drawing/2014/main" id="{40F20C20-17ED-4A83-ABCB-F0B2E673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self.pos = pygame.Vector2(position)</a:t>
            </a:r>
          </a:p>
        </p:txBody>
      </p:sp>
      <p:sp>
        <p:nvSpPr>
          <p:cNvPr id="9" name="        self.rect = self.image.get_rect(center=position)">
            <a:extLst xmlns:a="http://schemas.openxmlformats.org/drawingml/2006/main">
              <a:ext uri="{FF2B5EF4-FFF2-40B4-BE49-F238E27FC236}">
                <a16:creationId xmlns:a16="http://schemas.microsoft.com/office/drawing/2014/main" id="{A5552C28-A31D-4B4A-8275-F7665422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self.rect = self.image.get_rect(center=position)</a:t>
            </a:r>
          </a:p>
        </p:txBody>
      </p:sp>
      <p:sp>
        <p:nvSpPr>
          <p:cNvPr id="10" name="        self.velocity = pygame.Vector2()">
            <a:extLst xmlns:a="http://schemas.openxmlformats.org/drawingml/2006/main">
              <a:ext uri="{FF2B5EF4-FFF2-40B4-BE49-F238E27FC236}">
                <a16:creationId xmlns:a16="http://schemas.microsoft.com/office/drawing/2014/main" id="{27506C20-E234-4AF2-873F-308D1B1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 = pygame.Vector2()</a:t>
            </a:r>
          </a:p>
        </p:txBody>
      </p:sp>
      <p:sp>
        <p:nvSpPr>
          <p:cNvPr id="11" name="super().__init__() 先初始化 Sprite 的群組管理功能。">
            <a:extLst xmlns:a="http://schemas.openxmlformats.org/drawingml/2006/main">
              <a:ext uri="{FF2B5EF4-FFF2-40B4-BE49-F238E27FC236}">
                <a16:creationId xmlns:a16="http://schemas.microsoft.com/office/drawing/2014/main" id="{FBBE781E-B40C-48A4-8073-56EEEAE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super().__init__() 先初始化 Sprite 的群組管理功能。</a:t>
            </a:r>
          </a:p>
        </p:txBody>
      </p:sp>
      <p:sp>
        <p:nvSpPr>
          <p:cNvPr id="12" name="pos 使用浮點座標；rect 使用整數像素座標。">
            <a:extLst xmlns:a="http://schemas.openxmlformats.org/drawingml/2006/main">
              <a:ext uri="{FF2B5EF4-FFF2-40B4-BE49-F238E27FC236}">
                <a16:creationId xmlns:a16="http://schemas.microsoft.com/office/drawing/2014/main" id="{B009052A-AA63-4667-9B55-C828C34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pos 使用浮點座標；rect 使用整數像素座標。</a:t>
            </a:r>
          </a:p>
        </p:txBody>
      </p:sp>
      <p:sp>
        <p:nvSpPr>
          <p:cNvPr id="13" name="actors.py · Actor.__init__()">
            <a:extLst xmlns:a="http://schemas.openxmlformats.org/drawingml/2006/main">
              <a:ext uri="{FF2B5EF4-FFF2-40B4-BE49-F238E27FC236}">
                <a16:creationId xmlns:a16="http://schemas.microsoft.com/office/drawing/2014/main" id="{F8B7003D-DBE4-4E17-9FF0-BCECFDF1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Actor.__init__()</a:t>
            </a:r>
          </a:p>
        </p:txBody>
      </p:sp>
      <p:sp>
        <p:nvSpPr>
          <p:cNvPr id="14" name="13">
            <a:extLst xmlns:a="http://schemas.openxmlformats.org/drawingml/2006/main">
              <a:ext uri="{FF2B5EF4-FFF2-40B4-BE49-F238E27FC236}">
                <a16:creationId xmlns:a16="http://schemas.microsoft.com/office/drawing/2014/main" id="{7FBB3705-62C1-4C2E-9DC8-391D1C64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8021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移動 = 速度 × 經過時間">
            <a:extLst xmlns:a="http://schemas.openxmlformats.org/drawingml/2006/main">
              <a:ext uri="{FF2B5EF4-FFF2-40B4-BE49-F238E27FC236}">
                <a16:creationId xmlns:a16="http://schemas.microsoft.com/office/drawing/2014/main" id="{6AC985E5-456A-4DCD-BF26-DAFC1AD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移動 = 速度 × 經過時間</a:t>
            </a:r>
          </a:p>
        </p:txBody>
      </p:sp>
      <p:sp>
        <p:nvSpPr>
          <p:cNvPr id="2" name="dt 的單位是秒；速度的單位是像素／秒">
            <a:extLst xmlns:a="http://schemas.openxmlformats.org/drawingml/2006/main">
              <a:ext uri="{FF2B5EF4-FFF2-40B4-BE49-F238E27FC236}">
                <a16:creationId xmlns:a16="http://schemas.microsoft.com/office/drawing/2014/main" id="{0B53BDB5-A781-486F-96DE-0C8B7277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dt 的單位是秒；速度的單位是像素／秒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897BE3B1-55BB-4DFA-A67E-C173E79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17DF4569-07E3-4106-BAFE-221AABCD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8203D504-2B8D-42B5-8038-22958F80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每秒 80 像素，經過 0.5 秒會移動 40 像素。">
            <a:extLst xmlns:a="http://schemas.openxmlformats.org/drawingml/2006/main">
              <a:ext uri="{FF2B5EF4-FFF2-40B4-BE49-F238E27FC236}">
                <a16:creationId xmlns:a16="http://schemas.microsoft.com/office/drawing/2014/main" id="{676C40C6-A5D9-43C3-9BFB-EB23ED6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每秒 80 像素，經過 0.5 秒會移動 40 像素。</a:t>
            </a:r>
          </a:p>
        </p:txBody>
      </p:sp>
      <p:sp>
        <p:nvSpPr>
          <p:cNvPr id="7" name="先更新 pos 再同步 rect，避免每影格的小數位移被丟掉。">
            <a:extLst xmlns:a="http://schemas.openxmlformats.org/drawingml/2006/main">
              <a:ext uri="{FF2B5EF4-FFF2-40B4-BE49-F238E27FC236}">
                <a16:creationId xmlns:a16="http://schemas.microsoft.com/office/drawing/2014/main" id="{18B7E225-DBF3-479E-A7C3-4292C11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先更新 pos 再同步 rect，避免每影格的小數位移被丟掉。</a:t>
            </a:r>
          </a:p>
        </p:txBody>
      </p:sp>
      <p:sp>
        <p:nvSpPr>
          <p:cNvPr id="8" name="actors.py · Actor.update()">
            <a:extLst xmlns:a="http://schemas.openxmlformats.org/drawingml/2006/main">
              <a:ext uri="{FF2B5EF4-FFF2-40B4-BE49-F238E27FC236}">
                <a16:creationId xmlns:a16="http://schemas.microsoft.com/office/drawing/2014/main" id="{C9D96437-542F-45A2-9578-D2FB391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Actor.update()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832ED0A0-BD4B-4EE8-83CA-9BF8347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06467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：把輸入轉成方向">
            <a:extLst xmlns:a="http://schemas.openxmlformats.org/drawingml/2006/main">
              <a:ext uri="{FF2B5EF4-FFF2-40B4-BE49-F238E27FC236}">
                <a16:creationId xmlns:a16="http://schemas.microsoft.com/office/drawing/2014/main" id="{E247B94B-82EE-44B0-9E9F-01EAFF1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Player：把輸入轉成方向</a:t>
            </a:r>
          </a:p>
        </p:txBody>
      </p:sp>
      <p:sp>
        <p:nvSpPr>
          <p:cNvPr id="2" name="由 Game 讀取按鍵；Player 決定自己的速度">
            <a:extLst xmlns:a="http://schemas.openxmlformats.org/drawingml/2006/main">
              <a:ext uri="{FF2B5EF4-FFF2-40B4-BE49-F238E27FC236}">
                <a16:creationId xmlns:a16="http://schemas.microsoft.com/office/drawing/2014/main" id="{BA073DBE-2F67-41D1-902E-B728D43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由 Game 讀取按鍵；Player 決定自己的速度</a:t>
            </a:r>
          </a:p>
        </p:txBody>
      </p:sp>
      <p:sp>
        <p:nvSpPr>
          <p:cNvPr id="3" name="def set_direction(self, x, y):">
            <a:extLst xmlns:a="http://schemas.openxmlformats.org/drawingml/2006/main">
              <a:ext uri="{FF2B5EF4-FFF2-40B4-BE49-F238E27FC236}">
                <a16:creationId xmlns:a16="http://schemas.microsoft.com/office/drawing/2014/main" id="{CE203FF0-A7EF-4B14-872F-58AEB000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set_direction(self, x, y):</a:t>
            </a:r>
          </a:p>
        </p:txBody>
      </p:sp>
      <p:sp>
        <p:nvSpPr>
          <p:cNvPr id="4" name="    direction = pygame.Vector2(x, y)">
            <a:extLst xmlns:a="http://schemas.openxmlformats.org/drawingml/2006/main">
              <a:ext uri="{FF2B5EF4-FFF2-40B4-BE49-F238E27FC236}">
                <a16:creationId xmlns:a16="http://schemas.microsoft.com/office/drawing/2014/main" id="{8A0590FB-588A-4FE0-A88E-BC223E20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direction = pygame.Vector2(x, y)</a:t>
            </a:r>
          </a:p>
        </p:txBody>
      </p:sp>
      <p:sp>
        <p:nvSpPr>
          <p:cNvPr id="5" name="    if direction.length_squared() &gt; 1:">
            <a:extLst xmlns:a="http://schemas.openxmlformats.org/drawingml/2006/main">
              <a:ext uri="{FF2B5EF4-FFF2-40B4-BE49-F238E27FC236}">
                <a16:creationId xmlns:a16="http://schemas.microsoft.com/office/drawing/2014/main" id="{ECB89465-3D63-4322-B73D-6BC6D15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direction.length_squared() &gt; 1:</a:t>
            </a:r>
          </a:p>
        </p:txBody>
      </p:sp>
      <p:sp>
        <p:nvSpPr>
          <p:cNvPr id="6" name="        direction = direction.normalize()">
            <a:extLst xmlns:a="http://schemas.openxmlformats.org/drawingml/2006/main">
              <a:ext uri="{FF2B5EF4-FFF2-40B4-BE49-F238E27FC236}">
                <a16:creationId xmlns:a16="http://schemas.microsoft.com/office/drawing/2014/main" id="{1E76F525-E72B-4B51-B853-C44FF884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direction = direction.normalize()</a:t>
            </a:r>
          </a:p>
        </p:txBody>
      </p:sp>
      <p:sp>
        <p:nvSpPr>
          <p:cNvPr id="7" name="    self.velocity = direction * PLAYER_SPEED">
            <a:extLst xmlns:a="http://schemas.openxmlformats.org/drawingml/2006/main">
              <a:ext uri="{FF2B5EF4-FFF2-40B4-BE49-F238E27FC236}">
                <a16:creationId xmlns:a16="http://schemas.microsoft.com/office/drawing/2014/main" id="{F041ACAC-2131-496A-BBE3-C4D3F2C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 = direction * PLAYER_SPEED</a:t>
            </a:r>
          </a:p>
        </p:txBody>
      </p:sp>
      <p:sp>
        <p:nvSpPr>
          <p:cNvPr id="8" name="(1, 0) 向右；(0, -1) 向上；(0, 0) 停止。">
            <a:extLst xmlns:a="http://schemas.openxmlformats.org/drawingml/2006/main">
              <a:ext uri="{FF2B5EF4-FFF2-40B4-BE49-F238E27FC236}">
                <a16:creationId xmlns:a16="http://schemas.microsoft.com/office/drawing/2014/main" id="{EC90846D-7E06-4391-B47F-FAFEC5DC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(1, 0) 向右；(0, -1) 向上；(0, 0) 停止。</a:t>
            </a:r>
          </a:p>
        </p:txBody>
      </p:sp>
      <p:sp>
        <p:nvSpPr>
          <p:cNvPr id="9" name="normalize() 讓斜向移動與直向移動具有相同速率。">
            <a:extLst xmlns:a="http://schemas.openxmlformats.org/drawingml/2006/main">
              <a:ext uri="{FF2B5EF4-FFF2-40B4-BE49-F238E27FC236}">
                <a16:creationId xmlns:a16="http://schemas.microsoft.com/office/drawing/2014/main" id="{496F383D-CB47-43B5-931A-D5C6339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normalize() 讓斜向移動與直向移動具有相同速率。</a:t>
            </a:r>
          </a:p>
        </p:txBody>
      </p:sp>
      <p:sp>
        <p:nvSpPr>
          <p:cNvPr id="10" name="actors.py · Player.set_direction()">
            <a:extLst xmlns:a="http://schemas.openxmlformats.org/drawingml/2006/main">
              <a:ext uri="{FF2B5EF4-FFF2-40B4-BE49-F238E27FC236}">
                <a16:creationId xmlns:a16="http://schemas.microsoft.com/office/drawing/2014/main" id="{8FF14E88-0B13-4547-A65B-DAFB80CC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Player.set_direction()</a:t>
            </a:r>
          </a:p>
        </p:txBody>
      </p:sp>
      <p:sp>
        <p:nvSpPr>
          <p:cNvPr id="11" name="15">
            <a:extLst xmlns:a="http://schemas.openxmlformats.org/drawingml/2006/main">
              <a:ext uri="{FF2B5EF4-FFF2-40B4-BE49-F238E27FC236}">
                <a16:creationId xmlns:a16="http://schemas.microsoft.com/office/drawing/2014/main" id="{8C95AC00-2776-4AED-8C8F-84E50750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5454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.shoot()：決定能否發射">
            <a:extLst xmlns:a="http://schemas.openxmlformats.org/drawingml/2006/main">
              <a:ext uri="{FF2B5EF4-FFF2-40B4-BE49-F238E27FC236}">
                <a16:creationId xmlns:a16="http://schemas.microsoft.com/office/drawing/2014/main" id="{BD65254C-344C-45E5-BD62-0F7A17A2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Player.shoot()：決定能否發射</a:t>
            </a:r>
          </a:p>
        </p:txBody>
      </p:sp>
      <p:sp>
        <p:nvSpPr>
          <p:cNvPr id="2" name="方法把限制與狀態更新封裝在一起">
            <a:extLst xmlns:a="http://schemas.openxmlformats.org/drawingml/2006/main">
              <a:ext uri="{FF2B5EF4-FFF2-40B4-BE49-F238E27FC236}">
                <a16:creationId xmlns:a16="http://schemas.microsoft.com/office/drawing/2014/main" id="{9922C079-D5BF-433C-8215-9E05640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方法把限制與狀態更新封裝在一起</a:t>
            </a:r>
          </a:p>
        </p:txBody>
      </p:sp>
      <p:sp>
        <p:nvSpPr>
          <p:cNvPr id="3" name="def shoot(self, name):">
            <a:extLst xmlns:a="http://schemas.openxmlformats.org/drawingml/2006/main">
              <a:ext uri="{FF2B5EF4-FFF2-40B4-BE49-F238E27FC236}">
                <a16:creationId xmlns:a16="http://schemas.microsoft.com/office/drawing/2014/main" id="{FC3360F4-6C26-4D90-B8D8-FF16CF4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shoot(self, name):</a:t>
            </a:r>
          </a:p>
        </p:txBody>
      </p:sp>
      <p:sp>
        <p:nvSpPr>
          <p:cNvPr id="4" name="    if self.cooldown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925BE753-1CDC-4988-97B6-782F9E0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self.cooldown &gt; 0 or self.hp == 0:</a:t>
            </a:r>
          </a:p>
        </p:txBody>
      </p:sp>
      <p:sp>
        <p:nvSpPr>
          <p:cNvPr id="5" name="        return None">
            <a:extLst xmlns:a="http://schemas.openxmlformats.org/drawingml/2006/main">
              <a:ext uri="{FF2B5EF4-FFF2-40B4-BE49-F238E27FC236}">
                <a16:creationId xmlns:a16="http://schemas.microsoft.com/office/drawing/2014/main" id="{0B01C353-77E2-447C-B060-DD1847D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None</a:t>
            </a:r>
          </a:p>
        </p:txBody>
      </p:sp>
      <p:sp>
        <p:nvSpPr>
          <p:cNvPr id="6" name="    self.cooldown = SHOT_INTERVAL">
            <a:extLst xmlns:a="http://schemas.openxmlformats.org/drawingml/2006/main">
              <a:ext uri="{FF2B5EF4-FFF2-40B4-BE49-F238E27FC236}">
                <a16:creationId xmlns:a16="http://schemas.microsoft.com/office/drawing/2014/main" id="{326982E2-7998-4222-AB14-15869636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self.cooldown = SHOT_INTERVAL</a:t>
            </a:r>
          </a:p>
        </p:txBody>
      </p:sp>
      <p:sp>
        <p:nvSpPr>
          <p:cNvPr id="7" name="    return Bullet(name, self)">
            <a:extLst xmlns:a="http://schemas.openxmlformats.org/drawingml/2006/main">
              <a:ext uri="{FF2B5EF4-FFF2-40B4-BE49-F238E27FC236}">
                <a16:creationId xmlns:a16="http://schemas.microsoft.com/office/drawing/2014/main" id="{436C7440-A419-492D-A362-4AE1868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Bullet(name, self)</a:t>
            </a:r>
          </a:p>
        </p:txBody>
      </p:sp>
      <p:sp>
        <p:nvSpPr>
          <p:cNvPr id="8" name="冷卻未結束或 hp 為 0 時，回傳 None。">
            <a:extLst xmlns:a="http://schemas.openxmlformats.org/drawingml/2006/main">
              <a:ext uri="{FF2B5EF4-FFF2-40B4-BE49-F238E27FC236}">
                <a16:creationId xmlns:a16="http://schemas.microsoft.com/office/drawing/2014/main" id="{3B54B7F2-1B0E-4DA1-99A8-BCA9565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冷卻未結束或 hp 為 0 時，回傳 None。</a:t>
            </a:r>
          </a:p>
        </p:txBody>
      </p:sp>
      <p:sp>
        <p:nvSpPr>
          <p:cNvPr id="9" name="成功時建立新 Bullet；self 就是發射它的玩家。">
            <a:extLst xmlns:a="http://schemas.openxmlformats.org/drawingml/2006/main">
              <a:ext uri="{FF2B5EF4-FFF2-40B4-BE49-F238E27FC236}">
                <a16:creationId xmlns:a16="http://schemas.microsoft.com/office/drawing/2014/main" id="{7E155714-0102-4432-BF78-A9A90F36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成功時建立新 Bullet；self 就是發射它的玩家。</a:t>
            </a:r>
          </a:p>
        </p:txBody>
      </p:sp>
      <p:sp>
        <p:nvSpPr>
          <p:cNvPr id="10" name="actors.py · Player.shoot()">
            <a:extLst xmlns:a="http://schemas.openxmlformats.org/drawingml/2006/main">
              <a:ext uri="{FF2B5EF4-FFF2-40B4-BE49-F238E27FC236}">
                <a16:creationId xmlns:a16="http://schemas.microsoft.com/office/drawing/2014/main" id="{B6F8A64E-5700-4243-AAFA-478F8F3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Player.shoot()</a:t>
            </a:r>
          </a:p>
        </p:txBody>
      </p:sp>
      <p:sp>
        <p:nvSpPr>
          <p:cNvPr id="11" name="16">
            <a:extLst xmlns:a="http://schemas.openxmlformats.org/drawingml/2006/main">
              <a:ext uri="{FF2B5EF4-FFF2-40B4-BE49-F238E27FC236}">
                <a16:creationId xmlns:a16="http://schemas.microsoft.com/office/drawing/2014/main" id="{69E9394B-63CA-417E-833C-41AD1E2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15999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ullet：記住誰發射自己">
            <a:extLst xmlns:a="http://schemas.openxmlformats.org/drawingml/2006/main">
              <a:ext uri="{FF2B5EF4-FFF2-40B4-BE49-F238E27FC236}">
                <a16:creationId xmlns:a16="http://schemas.microsoft.com/office/drawing/2014/main" id="{F69EA34D-3D99-4B12-AA9E-5451A06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Bullet：記住誰發射自己</a:t>
            </a:r>
          </a:p>
        </p:txBody>
      </p:sp>
      <p:sp>
        <p:nvSpPr>
          <p:cNvPr id="2" name="owner 保留物件參照；負的 y 速度表示向上">
            <a:extLst xmlns:a="http://schemas.openxmlformats.org/drawingml/2006/main">
              <a:ext uri="{FF2B5EF4-FFF2-40B4-BE49-F238E27FC236}">
                <a16:creationId xmlns:a16="http://schemas.microsoft.com/office/drawing/2014/main" id="{E48B2047-A6D8-4743-B302-C317C1F6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owner 保留物件參照；負的 y 速度表示向上</a:t>
            </a:r>
          </a:p>
        </p:txBody>
      </p:sp>
      <p:sp>
        <p:nvSpPr>
          <p:cNvPr id="3" name="def __init__(self, name, owner):">
            <a:extLst xmlns:a="http://schemas.openxmlformats.org/drawingml/2006/main">
              <a:ext uri="{FF2B5EF4-FFF2-40B4-BE49-F238E27FC236}">
                <a16:creationId xmlns:a16="http://schemas.microsoft.com/office/drawing/2014/main" id="{FD7ACA5F-91F9-4C27-9D25-883713C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name, owner):</a:t>
            </a:r>
          </a:p>
        </p:txBody>
      </p:sp>
      <p:sp>
        <p:nvSpPr>
          <p:cNvPr id="4" name="    position = (owner.rect.centerx, owner.rect.top - 9)">
            <a:extLst xmlns:a="http://schemas.openxmlformats.org/drawingml/2006/main">
              <a:ext uri="{FF2B5EF4-FFF2-40B4-BE49-F238E27FC236}">
                <a16:creationId xmlns:a16="http://schemas.microsoft.com/office/drawing/2014/main" id="{D9C8C7DD-22AB-413F-83F0-CDFE29D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position = (owner.rect.centerx, owner.rect.top - 9)</a:t>
            </a:r>
          </a:p>
        </p:txBody>
      </p:sp>
      <p:sp>
        <p:nvSpPr>
          <p:cNvPr id="5" name="    super().__init__(name, position, (8, 20))">
            <a:extLst xmlns:a="http://schemas.openxmlformats.org/drawingml/2006/main">
              <a:ext uri="{FF2B5EF4-FFF2-40B4-BE49-F238E27FC236}">
                <a16:creationId xmlns:a16="http://schemas.microsoft.com/office/drawing/2014/main" id="{D3515820-B814-4D8F-BECC-55A4375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super().__init__(name, position, (8, 20))</a:t>
            </a:r>
          </a:p>
        </p:txBody>
      </p:sp>
      <p:sp>
        <p:nvSpPr>
          <p:cNvPr id="6" name="    self.owner = owner">
            <a:extLst xmlns:a="http://schemas.openxmlformats.org/drawingml/2006/main">
              <a:ext uri="{FF2B5EF4-FFF2-40B4-BE49-F238E27FC236}">
                <a16:creationId xmlns:a16="http://schemas.microsoft.com/office/drawing/2014/main" id="{766D9A6D-C394-4C77-BCEA-4E1D91C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self.owner = owner</a:t>
            </a:r>
          </a:p>
        </p:txBody>
      </p:sp>
      <p:sp>
        <p:nvSpPr>
          <p:cNvPr id="7" name="    self.damage = 1">
            <a:extLst xmlns:a="http://schemas.openxmlformats.org/drawingml/2006/main">
              <a:ext uri="{FF2B5EF4-FFF2-40B4-BE49-F238E27FC236}">
                <a16:creationId xmlns:a16="http://schemas.microsoft.com/office/drawing/2014/main" id="{59373960-3F66-49C7-9747-DAF78D3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self.damage = 1</a:t>
            </a:r>
          </a:p>
        </p:txBody>
      </p:sp>
      <p:sp>
        <p:nvSpPr>
          <p:cNvPr id="8" name="    self.velocity.y = -BULLET_SPEED">
            <a:extLst xmlns:a="http://schemas.openxmlformats.org/drawingml/2006/main">
              <a:ext uri="{FF2B5EF4-FFF2-40B4-BE49-F238E27FC236}">
                <a16:creationId xmlns:a16="http://schemas.microsoft.com/office/drawing/2014/main" id="{8830C958-A070-45E1-BDCE-EDFE45C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self.velocity.y = -BULLET_SPEED</a:t>
            </a:r>
          </a:p>
        </p:txBody>
      </p:sp>
      <p:sp>
        <p:nvSpPr>
          <p:cNvPr id="9" name="owner 是 Player 物件，不是字串，也不是複本。">
            <a:extLst xmlns:a="http://schemas.openxmlformats.org/drawingml/2006/main">
              <a:ext uri="{FF2B5EF4-FFF2-40B4-BE49-F238E27FC236}">
                <a16:creationId xmlns:a16="http://schemas.microsoft.com/office/drawing/2014/main" id="{82CEA7C3-C9B0-48B9-82C2-3642AC79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owner 是 Player 物件，不是字串，也不是複本。</a:t>
            </a:r>
          </a:p>
        </p:txBody>
      </p:sp>
      <p:sp>
        <p:nvSpPr>
          <p:cNvPr id="10" name="此頁省略外觀繪製；傷害數值為 1。">
            <a:extLst xmlns:a="http://schemas.openxmlformats.org/drawingml/2006/main">
              <a:ext uri="{FF2B5EF4-FFF2-40B4-BE49-F238E27FC236}">
                <a16:creationId xmlns:a16="http://schemas.microsoft.com/office/drawing/2014/main" id="{19134B4A-FC79-407A-8DDA-49F841C0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此頁省略外觀繪製；傷害數值為 1。</a:t>
            </a:r>
          </a:p>
        </p:txBody>
      </p:sp>
      <p:sp>
        <p:nvSpPr>
          <p:cNvPr id="11" name="actors.py · Bullet.__init__() · excerpt">
            <a:extLst xmlns:a="http://schemas.openxmlformats.org/drawingml/2006/main">
              <a:ext uri="{FF2B5EF4-FFF2-40B4-BE49-F238E27FC236}">
                <a16:creationId xmlns:a16="http://schemas.microsoft.com/office/drawing/2014/main" id="{09F18562-27C7-49EC-A354-E0197D2D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Bullet.__init__() · excerpt</a:t>
            </a:r>
          </a:p>
        </p:txBody>
      </p:sp>
      <p:sp>
        <p:nvSpPr>
          <p:cNvPr id="12" name="17">
            <a:extLst xmlns:a="http://schemas.openxmlformats.org/drawingml/2006/main">
              <a:ext uri="{FF2B5EF4-FFF2-40B4-BE49-F238E27FC236}">
                <a16:creationId xmlns:a16="http://schemas.microsoft.com/office/drawing/2014/main" id="{59CD40CA-FA65-4D33-8333-2FFD6582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6443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ame：把新子彈加入場景">
            <a:extLst xmlns:a="http://schemas.openxmlformats.org/drawingml/2006/main">
              <a:ext uri="{FF2B5EF4-FFF2-40B4-BE49-F238E27FC236}">
                <a16:creationId xmlns:a16="http://schemas.microsoft.com/office/drawing/2014/main" id="{23436AC1-453C-4166-8ED9-E6CFD95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Game：把新子彈加入場景</a:t>
            </a:r>
          </a:p>
        </p:txBody>
      </p:sp>
      <p:sp>
        <p:nvSpPr>
          <p:cNvPr id="2" name="建立物件，與加入群組，是兩個不同步驟">
            <a:extLst xmlns:a="http://schemas.openxmlformats.org/drawingml/2006/main">
              <a:ext uri="{FF2B5EF4-FFF2-40B4-BE49-F238E27FC236}">
                <a16:creationId xmlns:a16="http://schemas.microsoft.com/office/drawing/2014/main" id="{B5B79B98-540C-4757-AAF4-0D72C3EB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建立物件，與加入群組，是兩個不同步驟</a:t>
            </a:r>
          </a:p>
        </p:txBody>
      </p:sp>
      <p:sp>
        <p:nvSpPr>
          <p:cNvPr id="3" name="bullet = self.player.shoot(f&quot;B{self.next_bullet:02}&quot;)">
            <a:extLst xmlns:a="http://schemas.openxmlformats.org/drawingml/2006/main">
              <a:ext uri="{FF2B5EF4-FFF2-40B4-BE49-F238E27FC236}">
                <a16:creationId xmlns:a16="http://schemas.microsoft.com/office/drawing/2014/main" id="{A040A35F-4955-464A-ABC5-A60C8F2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bullet = self.player.shoot(f"B{self.next_bullet:02}")</a:t>
            </a:r>
          </a:p>
        </p:txBody>
      </p:sp>
      <p:sp>
        <p:nvSpPr>
          <p:cNvPr id="4" name="if bullet is not None:">
            <a:extLst xmlns:a="http://schemas.openxmlformats.org/drawingml/2006/main">
              <a:ext uri="{FF2B5EF4-FFF2-40B4-BE49-F238E27FC236}">
                <a16:creationId xmlns:a16="http://schemas.microsoft.com/office/drawing/2014/main" id="{150892B5-8ECF-4F27-A9B3-BA89C91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bullet is not None:</a:t>
            </a:r>
          </a:p>
        </p:txBody>
      </p:sp>
      <p:sp>
        <p:nvSpPr>
          <p:cNvPr id="5" name="    self.next_bullet += 1">
            <a:extLst xmlns:a="http://schemas.openxmlformats.org/drawingml/2006/main">
              <a:ext uri="{FF2B5EF4-FFF2-40B4-BE49-F238E27FC236}">
                <a16:creationId xmlns:a16="http://schemas.microsoft.com/office/drawing/2014/main" id="{81F83584-66AA-4CFB-84FB-672FFDB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self.next_bullet += 1</a:t>
            </a:r>
          </a:p>
        </p:txBody>
      </p:sp>
      <p:sp>
        <p:nvSpPr>
          <p:cNvPr id="6" name="    self.bullets.add(bullet)">
            <a:extLst xmlns:a="http://schemas.openxmlformats.org/drawingml/2006/main">
              <a:ext uri="{FF2B5EF4-FFF2-40B4-BE49-F238E27FC236}">
                <a16:creationId xmlns:a16="http://schemas.microsoft.com/office/drawing/2014/main" id="{162A2042-676A-44DB-845A-835B99D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self.bullets.add(bullet)</a:t>
            </a:r>
          </a:p>
        </p:txBody>
      </p:sp>
      <p:sp>
        <p:nvSpPr>
          <p:cNvPr id="7" name="    self.all_sprites.add(bullet)">
            <a:extLst xmlns:a="http://schemas.openxmlformats.org/drawingml/2006/main">
              <a:ext uri="{FF2B5EF4-FFF2-40B4-BE49-F238E27FC236}">
                <a16:creationId xmlns:a16="http://schemas.microsoft.com/office/drawing/2014/main" id="{BD842A9A-A9B0-4307-8551-AEEF8D0D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self.all_sprites.add(bullet)</a:t>
            </a:r>
          </a:p>
        </p:txBody>
      </p:sp>
      <p:sp>
        <p:nvSpPr>
          <p:cNvPr id="8" name="Player 負責產生 Bullet；Game 決定它參與哪些群組。">
            <a:extLst xmlns:a="http://schemas.openxmlformats.org/drawingml/2006/main">
              <a:ext uri="{FF2B5EF4-FFF2-40B4-BE49-F238E27FC236}">
                <a16:creationId xmlns:a16="http://schemas.microsoft.com/office/drawing/2014/main" id="{6F337E6D-FDE0-4544-8795-35BCE7F3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Player 負責產生 Bullet；Game 決定它參與哪些群組。</a:t>
            </a:r>
          </a:p>
        </p:txBody>
      </p:sp>
      <p:sp>
        <p:nvSpPr>
          <p:cNvPr id="9" name="加入 bullets 後可參與碰撞；加入 all_sprites 後可更新與繪製。">
            <a:extLst xmlns:a="http://schemas.openxmlformats.org/drawingml/2006/main">
              <a:ext uri="{FF2B5EF4-FFF2-40B4-BE49-F238E27FC236}">
                <a16:creationId xmlns:a16="http://schemas.microsoft.com/office/drawing/2014/main" id="{1BB93F9D-B2B8-444A-AC07-048C615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加入 bullets 後可參與碰撞；加入 all_sprites 後可更新與繪製。</a:t>
            </a:r>
          </a:p>
        </p:txBody>
      </p:sp>
      <p:sp>
        <p:nvSpPr>
          <p:cNvPr id="10" name="game.py · Game.try_shoot() · excerpt">
            <a:extLst xmlns:a="http://schemas.openxmlformats.org/drawingml/2006/main">
              <a:ext uri="{FF2B5EF4-FFF2-40B4-BE49-F238E27FC236}">
                <a16:creationId xmlns:a16="http://schemas.microsoft.com/office/drawing/2014/main" id="{3466345F-37C0-4918-9716-F8B2D117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Game.try_shoot() · excerpt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EA43D919-FE1B-4DF3-A9B6-8C47627A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602852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多型：同一個 update(dt)，不同工作">
            <a:extLst xmlns:a="http://schemas.openxmlformats.org/drawingml/2006/main">
              <a:ext uri="{FF2B5EF4-FFF2-40B4-BE49-F238E27FC236}">
                <a16:creationId xmlns:a16="http://schemas.microsoft.com/office/drawing/2014/main" id="{107F599A-8B56-4CDC-B075-158CBF5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多型：同一個 update(dt)，不同工作</a:t>
            </a:r>
          </a:p>
        </p:txBody>
      </p:sp>
      <p:sp>
        <p:nvSpPr>
          <p:cNvPr id="2" name="game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0D0FF631-5E36-437F-8994-0AFF255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game.all_sprites.update(dt)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BE74B46D-39F0-4DC1-AA37-87BB1DF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Player.update：先移動，再限制邊界、更新冷卻與無敵時間。">
            <a:extLst xmlns:a="http://schemas.openxmlformats.org/drawingml/2006/main">
              <a:ext uri="{FF2B5EF4-FFF2-40B4-BE49-F238E27FC236}">
                <a16:creationId xmlns:a16="http://schemas.microsoft.com/office/drawing/2014/main" id="{B9D3E40F-72CD-42F0-AA92-6EF8E7A1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Player.update：先移動，再限制邊界、更新冷卻與無敵時間。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0CE58B8-7E91-46B6-94F0-2146CE2C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Enemy：直接沿用 Actor.update，依自己的 velocity 向下移動。">
            <a:extLst xmlns:a="http://schemas.openxmlformats.org/drawingml/2006/main">
              <a:ext uri="{FF2B5EF4-FFF2-40B4-BE49-F238E27FC236}">
                <a16:creationId xmlns:a16="http://schemas.microsoft.com/office/drawing/2014/main" id="{D3C09DEE-49ED-4880-9CD9-557747BE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Enemy：直接沿用 Actor.update，依自己的 velocity 向下移動。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6003CE8-373C-4465-BCBA-C3BC0C8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Bullet.update：先移動，離開上方邊界就 kill()。">
            <a:extLst xmlns:a="http://schemas.openxmlformats.org/drawingml/2006/main">
              <a:ext uri="{FF2B5EF4-FFF2-40B4-BE49-F238E27FC236}">
                <a16:creationId xmlns:a16="http://schemas.microsoft.com/office/drawing/2014/main" id="{269B61A7-4B6A-439C-913C-27AACEA8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Bullet.update：先移動，離開上方邊界就 kill()。</a:t>
            </a:r>
          </a:p>
        </p:txBody>
      </p:sp>
      <p:sp>
        <p:nvSpPr>
          <p:cNvPr id="9" name="19">
            <a:extLst xmlns:a="http://schemas.openxmlformats.org/drawingml/2006/main">
              <a:ext uri="{FF2B5EF4-FFF2-40B4-BE49-F238E27FC236}">
                <a16:creationId xmlns:a16="http://schemas.microsoft.com/office/drawing/2014/main" id="{A43A9CC6-1003-48D2-9720-F37DF77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539578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nemy：自己管理受擊狀態">
            <a:extLst xmlns:a="http://schemas.openxmlformats.org/drawingml/2006/main">
              <a:ext uri="{FF2B5EF4-FFF2-40B4-BE49-F238E27FC236}">
                <a16:creationId xmlns:a16="http://schemas.microsoft.com/office/drawing/2014/main" id="{1BEFB5FD-6E4D-4279-9076-1A9689B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Enemy：自己管理受擊狀態</a:t>
            </a:r>
          </a:p>
        </p:txBody>
      </p:sp>
      <p:sp>
        <p:nvSpPr>
          <p:cNvPr id="2" name="Game 問「是否擊破？」；Enemy 決定 hp 如何變化">
            <a:extLst xmlns:a="http://schemas.openxmlformats.org/drawingml/2006/main">
              <a:ext uri="{FF2B5EF4-FFF2-40B4-BE49-F238E27FC236}">
                <a16:creationId xmlns:a16="http://schemas.microsoft.com/office/drawing/2014/main" id="{9E2B0010-C00E-4621-899F-0ADE882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Game 問「是否擊破？」；Enemy 決定 hp 如何變化</a:t>
            </a:r>
          </a:p>
        </p:txBody>
      </p:sp>
      <p:sp>
        <p:nvSpPr>
          <p:cNvPr id="3" name="def take_hit(self, damage):">
            <a:extLst xmlns:a="http://schemas.openxmlformats.org/drawingml/2006/main">
              <a:ext uri="{FF2B5EF4-FFF2-40B4-BE49-F238E27FC236}">
                <a16:creationId xmlns:a16="http://schemas.microsoft.com/office/drawing/2014/main" id="{7C0C46C5-F70C-4DFE-BDAC-C156FD2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take_hit(self, damage):</a:t>
            </a:r>
          </a:p>
        </p:txBody>
      </p:sp>
      <p:sp>
        <p:nvSpPr>
          <p:cNvPr id="4" name="    self.hp = max(0, self.hp - damage)">
            <a:extLst xmlns:a="http://schemas.openxmlformats.org/drawingml/2006/main">
              <a:ext uri="{FF2B5EF4-FFF2-40B4-BE49-F238E27FC236}">
                <a16:creationId xmlns:a16="http://schemas.microsoft.com/office/drawing/2014/main" id="{961CB950-2757-4029-B1B1-89AA060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= max(0, self.hp - damage)</a:t>
            </a:r>
          </a:p>
        </p:txBody>
      </p:sp>
      <p:sp>
        <p:nvSpPr>
          <p:cNvPr id="5" name="    if self.hp == 0:">
            <a:extLst xmlns:a="http://schemas.openxmlformats.org/drawingml/2006/main">
              <a:ext uri="{FF2B5EF4-FFF2-40B4-BE49-F238E27FC236}">
                <a16:creationId xmlns:a16="http://schemas.microsoft.com/office/drawing/2014/main" id="{EC84C2A3-8576-4A7C-B3C4-1FAC86E3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self.hp == 0: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84281921-A907-42D7-A95B-AA8C1B8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837CB491-70A9-4696-ACD1-9AE771B3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8" name="    return False">
            <a:extLst xmlns:a="http://schemas.openxmlformats.org/drawingml/2006/main">
              <a:ext uri="{FF2B5EF4-FFF2-40B4-BE49-F238E27FC236}">
                <a16:creationId xmlns:a16="http://schemas.microsoft.com/office/drawing/2014/main" id="{5C20C6EB-A68B-4930-9772-831E263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9" name="max(0, ...) 使 hp 不會小於 0。">
            <a:extLst xmlns:a="http://schemas.openxmlformats.org/drawingml/2006/main">
              <a:ext uri="{FF2B5EF4-FFF2-40B4-BE49-F238E27FC236}">
                <a16:creationId xmlns:a16="http://schemas.microsoft.com/office/drawing/2014/main" id="{C433FA53-FE26-424D-AC58-BCF1EC3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max(0, ...) 使 hp 不會小於 0。</a:t>
            </a:r>
          </a:p>
        </p:txBody>
      </p:sp>
      <p:sp>
        <p:nvSpPr>
          <p:cNvPr id="10" name="回傳 True 才表示剛被擊破；Game 才加分。">
            <a:extLst xmlns:a="http://schemas.openxmlformats.org/drawingml/2006/main">
              <a:ext uri="{FF2B5EF4-FFF2-40B4-BE49-F238E27FC236}">
                <a16:creationId xmlns:a16="http://schemas.microsoft.com/office/drawing/2014/main" id="{AF623118-C5A0-4EF5-BA72-017A8C4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回傳 True 才表示剛被擊破；Game 才加分。</a:t>
            </a:r>
          </a:p>
        </p:txBody>
      </p:sp>
      <p:sp>
        <p:nvSpPr>
          <p:cNvPr id="11" name="actors.py · Enemy.take_hit()">
            <a:extLst xmlns:a="http://schemas.openxmlformats.org/drawingml/2006/main">
              <a:ext uri="{FF2B5EF4-FFF2-40B4-BE49-F238E27FC236}">
                <a16:creationId xmlns:a16="http://schemas.microsoft.com/office/drawing/2014/main" id="{168A2ED3-D628-4E61-B079-8D28DE8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Enemy.take_hit()</a:t>
            </a:r>
          </a:p>
        </p:txBody>
      </p:sp>
      <p:sp>
        <p:nvSpPr>
          <p:cNvPr id="12" name="20">
            <a:extLst xmlns:a="http://schemas.openxmlformats.org/drawingml/2006/main">
              <a:ext uri="{FF2B5EF4-FFF2-40B4-BE49-F238E27FC236}">
                <a16:creationId xmlns:a16="http://schemas.microsoft.com/office/drawing/2014/main" id="{489760DF-4DA7-48B6-ACB8-1F5D972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24987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碰撞：一顆子彈只處理一次命中">
            <a:extLst xmlns:a="http://schemas.openxmlformats.org/drawingml/2006/main">
              <a:ext uri="{FF2B5EF4-FFF2-40B4-BE49-F238E27FC236}">
                <a16:creationId xmlns:a16="http://schemas.microsoft.com/office/drawing/2014/main" id="{7CF1CA54-560C-41E6-816F-BF6B3A35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碰撞：一顆子彈只處理一次命中</a:t>
            </a:r>
          </a:p>
        </p:txBody>
      </p:sp>
      <p:sp>
        <p:nvSpPr>
          <p:cNvPr id="2" name="rect 矩形重疊；本例沒有使用像素遮罩">
            <a:extLst xmlns:a="http://schemas.openxmlformats.org/drawingml/2006/main">
              <a:ext uri="{FF2B5EF4-FFF2-40B4-BE49-F238E27FC236}">
                <a16:creationId xmlns:a16="http://schemas.microsoft.com/office/drawing/2014/main" id="{8E7256EE-0326-458F-83C1-CA55F6E5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rect 矩形重疊；本例沒有使用像素遮罩</a:t>
            </a:r>
          </a:p>
        </p:txBody>
      </p:sp>
      <p:sp>
        <p:nvSpPr>
          <p:cNvPr id="3" name="for bullet in self.bullets.sprites():">
            <a:extLst xmlns:a="http://schemas.openxmlformats.org/drawingml/2006/main">
              <a:ext uri="{FF2B5EF4-FFF2-40B4-BE49-F238E27FC236}">
                <a16:creationId xmlns:a16="http://schemas.microsoft.com/office/drawing/2014/main" id="{18B3E964-C5F3-4EFC-8EB6-F0B7FA95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bullet in self.bullets.sprites():</a:t>
            </a:r>
          </a:p>
        </p:txBody>
      </p:sp>
      <p:sp>
        <p:nvSpPr>
          <p:cNvPr id="4" name="    hits = pygame.sprite.spritecollide(">
            <a:extLst xmlns:a="http://schemas.openxmlformats.org/drawingml/2006/main">
              <a:ext uri="{FF2B5EF4-FFF2-40B4-BE49-F238E27FC236}">
                <a16:creationId xmlns:a16="http://schemas.microsoft.com/office/drawing/2014/main" id="{394851D1-A508-41E5-A57D-D44F569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hits = pygame.sprite.spritecollide(</a:t>
            </a:r>
          </a:p>
        </p:txBody>
      </p:sp>
      <p:sp>
        <p:nvSpPr>
          <p:cNvPr id="5" name="        bullet, self.enemies, False)">
            <a:extLst xmlns:a="http://schemas.openxmlformats.org/drawingml/2006/main">
              <a:ext uri="{FF2B5EF4-FFF2-40B4-BE49-F238E27FC236}">
                <a16:creationId xmlns:a16="http://schemas.microsoft.com/office/drawing/2014/main" id="{B868D118-18A0-457C-9C4F-87E3434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bullet, self.enemies, False)</a:t>
            </a:r>
          </a:p>
        </p:txBody>
      </p:sp>
      <p:sp>
        <p:nvSpPr>
          <p:cNvPr id="6" name="    if hits:">
            <a:extLst xmlns:a="http://schemas.openxmlformats.org/drawingml/2006/main">
              <a:ext uri="{FF2B5EF4-FFF2-40B4-BE49-F238E27FC236}">
                <a16:creationId xmlns:a16="http://schemas.microsoft.com/office/drawing/2014/main" id="{E701365A-4355-4687-B9BF-D27C88C0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hits:</a:t>
            </a:r>
          </a:p>
        </p:txBody>
      </p:sp>
      <p:sp>
        <p:nvSpPr>
          <p:cNvPr id="7" name="        enemy = hits[0]">
            <a:extLst xmlns:a="http://schemas.openxmlformats.org/drawingml/2006/main">
              <a:ext uri="{FF2B5EF4-FFF2-40B4-BE49-F238E27FC236}">
                <a16:creationId xmlns:a16="http://schemas.microsoft.com/office/drawing/2014/main" id="{CE731053-111A-414E-ABA9-D4136FA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enemy = hits[0]</a:t>
            </a:r>
          </a:p>
        </p:txBody>
      </p:sp>
      <p:sp>
        <p:nvSpPr>
          <p:cNvPr id="8" name="        destroyed = enemy.take_hit(bullet.damage)">
            <a:extLst xmlns:a="http://schemas.openxmlformats.org/drawingml/2006/main">
              <a:ext uri="{FF2B5EF4-FFF2-40B4-BE49-F238E27FC236}">
                <a16:creationId xmlns:a16="http://schemas.microsoft.com/office/drawing/2014/main" id="{FA953A8E-6F04-4168-9364-E2D8CE2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destroyed = enemy.take_hit(bullet.damage)</a:t>
            </a:r>
          </a:p>
        </p:txBody>
      </p:sp>
      <p:sp>
        <p:nvSpPr>
          <p:cNvPr id="9" name="        bullet.kill()">
            <a:extLst xmlns:a="http://schemas.openxmlformats.org/drawingml/2006/main">
              <a:ext uri="{FF2B5EF4-FFF2-40B4-BE49-F238E27FC236}">
                <a16:creationId xmlns:a16="http://schemas.microsoft.com/office/drawing/2014/main" id="{C42D1B79-FB1B-408B-942F-3AED2BA4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bullet.kill()</a:t>
            </a:r>
          </a:p>
        </p:txBody>
      </p:sp>
      <p:sp>
        <p:nvSpPr>
          <p:cNvPr id="10" name="        if destroyed:">
            <a:extLst xmlns:a="http://schemas.openxmlformats.org/drawingml/2006/main">
              <a:ext uri="{FF2B5EF4-FFF2-40B4-BE49-F238E27FC236}">
                <a16:creationId xmlns:a16="http://schemas.microsoft.com/office/drawing/2014/main" id="{919FE575-B245-4D7D-94A4-14960A7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destroyed:</a:t>
            </a:r>
          </a:p>
        </p:txBody>
      </p:sp>
      <p:sp>
        <p:nvSpPr>
          <p:cNvPr id="11" name="            self.score += 10">
            <a:extLst xmlns:a="http://schemas.openxmlformats.org/drawingml/2006/main">
              <a:ext uri="{FF2B5EF4-FFF2-40B4-BE49-F238E27FC236}">
                <a16:creationId xmlns:a16="http://schemas.microsoft.com/office/drawing/2014/main" id="{C497DC24-FAE8-4569-9580-3E1C17CF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self.score += 10</a:t>
            </a:r>
          </a:p>
        </p:txBody>
      </p:sp>
      <p:sp>
        <p:nvSpPr>
          <p:cNvPr id="12" name="hits[0] 只取第一個敵人；重疊敵人不會被同一顆子彈重複擊中。">
            <a:extLst xmlns:a="http://schemas.openxmlformats.org/drawingml/2006/main">
              <a:ext uri="{FF2B5EF4-FFF2-40B4-BE49-F238E27FC236}">
                <a16:creationId xmlns:a16="http://schemas.microsoft.com/office/drawing/2014/main" id="{982E32FA-A7DC-4986-9E6F-D5E57762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hits[0] 只取第一個敵人；重疊敵人不會被同一顆子彈重複擊中。</a:t>
            </a:r>
          </a:p>
        </p:txBody>
      </p:sp>
      <p:sp>
        <p:nvSpPr>
          <p:cNvPr id="13" name="先扣血，再移除子彈；擊破才 +10。">
            <a:extLst xmlns:a="http://schemas.openxmlformats.org/drawingml/2006/main">
              <a:ext uri="{FF2B5EF4-FFF2-40B4-BE49-F238E27FC236}">
                <a16:creationId xmlns:a16="http://schemas.microsoft.com/office/drawing/2014/main" id="{1EDE9887-5CF0-4A75-B6DD-D29E8C4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先扣血，再移除子彈；擊破才 +10。</a:t>
            </a:r>
          </a:p>
        </p:txBody>
      </p:sp>
      <p:sp>
        <p:nvSpPr>
          <p:cNvPr id="14" name="game.py · Game.resolve_collisions() · excerpt">
            <a:extLst xmlns:a="http://schemas.openxmlformats.org/drawingml/2006/main">
              <a:ext uri="{FF2B5EF4-FFF2-40B4-BE49-F238E27FC236}">
                <a16:creationId xmlns:a16="http://schemas.microsoft.com/office/drawing/2014/main" id="{65DA2A99-4E8D-4266-8685-7AF07C74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Game.resolve_collisions() · excerpt</a:t>
            </a:r>
          </a:p>
        </p:txBody>
      </p:sp>
      <p:sp>
        <p:nvSpPr>
          <p:cNvPr id="15" name="21">
            <a:extLst xmlns:a="http://schemas.openxmlformats.org/drawingml/2006/main">
              <a:ext uri="{FF2B5EF4-FFF2-40B4-BE49-F238E27FC236}">
                <a16:creationId xmlns:a16="http://schemas.microsoft.com/office/drawing/2014/main" id="{E8B69A7B-64A4-456F-8CE0-206722E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29901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受傷：由 Player 維持有效狀態">
            <a:extLst xmlns:a="http://schemas.openxmlformats.org/drawingml/2006/main">
              <a:ext uri="{FF2B5EF4-FFF2-40B4-BE49-F238E27FC236}">
                <a16:creationId xmlns:a16="http://schemas.microsoft.com/office/drawing/2014/main" id="{6BDE5E6D-2B18-437F-8D8F-5A879A56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受傷：由 Player 維持有效狀態</a:t>
            </a:r>
          </a:p>
        </p:txBody>
      </p:sp>
      <p:sp>
        <p:nvSpPr>
          <p:cNvPr id="2" name="每次有效受傷扣 1；接著有 0.8 秒無敵時間">
            <a:extLst xmlns:a="http://schemas.openxmlformats.org/drawingml/2006/main">
              <a:ext uri="{FF2B5EF4-FFF2-40B4-BE49-F238E27FC236}">
                <a16:creationId xmlns:a16="http://schemas.microsoft.com/office/drawing/2014/main" id="{98699F61-A021-4B7F-9F12-67CF603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每次有效受傷扣 1；接著有 0.8 秒無敵時間</a:t>
            </a:r>
          </a:p>
        </p:txBody>
      </p:sp>
      <p:sp>
        <p:nvSpPr>
          <p:cNvPr id="3" name="def take_damage(self):">
            <a:extLst xmlns:a="http://schemas.openxmlformats.org/drawingml/2006/main">
              <a:ext uri="{FF2B5EF4-FFF2-40B4-BE49-F238E27FC236}">
                <a16:creationId xmlns:a16="http://schemas.microsoft.com/office/drawing/2014/main" id="{6C585ACD-BCB8-4B1E-9E17-FD5DBE6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take_damage(self):</a:t>
            </a:r>
          </a:p>
        </p:txBody>
      </p:sp>
      <p:sp>
        <p:nvSpPr>
          <p:cNvPr id="4" name="    if self.invulnerable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FEC72FAB-7534-412C-A1FA-F1233B6D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self.invulnerable &gt; 0 or self.hp == 0: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7C1CA487-0035-470A-A026-F2D7CE12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self.hp -= 1">
            <a:extLst xmlns:a="http://schemas.openxmlformats.org/drawingml/2006/main">
              <a:ext uri="{FF2B5EF4-FFF2-40B4-BE49-F238E27FC236}">
                <a16:creationId xmlns:a16="http://schemas.microsoft.com/office/drawing/2014/main" id="{15A9DA94-E22E-40CC-BD0D-2755403B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-= 1</a:t>
            </a:r>
          </a:p>
        </p:txBody>
      </p:sp>
      <p:sp>
        <p:nvSpPr>
          <p:cNvPr id="7" name="    self.invulnerable = 0.8">
            <a:extLst xmlns:a="http://schemas.openxmlformats.org/drawingml/2006/main">
              <a:ext uri="{FF2B5EF4-FFF2-40B4-BE49-F238E27FC236}">
                <a16:creationId xmlns:a16="http://schemas.microsoft.com/office/drawing/2014/main" id="{6C1EF795-6AD7-4215-AB4C-9021393C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self.invulnerable = 0.8</a:t>
            </a:r>
          </a:p>
        </p:txBody>
      </p:sp>
      <p:sp>
        <p:nvSpPr>
          <p:cNvPr id="8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E848CEA5-5DE6-4E3F-B129-5578AF0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9" name="無敵時間內或 hp 已為 0 時，拒絕新的傷害。">
            <a:extLst xmlns:a="http://schemas.openxmlformats.org/drawingml/2006/main">
              <a:ext uri="{FF2B5EF4-FFF2-40B4-BE49-F238E27FC236}">
                <a16:creationId xmlns:a16="http://schemas.microsoft.com/office/drawing/2014/main" id="{C9624AAC-278F-490E-9448-8DCB7F93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無敵時間內或 hp 已為 0 時，拒絕新的傷害。</a:t>
            </a:r>
          </a:p>
        </p:txBody>
      </p:sp>
      <p:sp>
        <p:nvSpPr>
          <p:cNvPr id="10" name="Game 不直接修改 player.hp，而是呼叫 take_damage()。">
            <a:extLst xmlns:a="http://schemas.openxmlformats.org/drawingml/2006/main">
              <a:ext uri="{FF2B5EF4-FFF2-40B4-BE49-F238E27FC236}">
                <a16:creationId xmlns:a16="http://schemas.microsoft.com/office/drawing/2014/main" id="{C4BA57F5-AD75-4EA2-9BE4-0DDBC31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Game 不直接修改 player.hp，而是呼叫 take_damage()。</a:t>
            </a:r>
          </a:p>
        </p:txBody>
      </p:sp>
      <p:sp>
        <p:nvSpPr>
          <p:cNvPr id="11" name="actors.py · Player.take_damage()">
            <a:extLst xmlns:a="http://schemas.openxmlformats.org/drawingml/2006/main">
              <a:ext uri="{FF2B5EF4-FFF2-40B4-BE49-F238E27FC236}">
                <a16:creationId xmlns:a16="http://schemas.microsoft.com/office/drawing/2014/main" id="{AD218D28-5CDB-4949-922B-51DCEF02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Player.take_damage()</a:t>
            </a:r>
          </a:p>
        </p:txBody>
      </p:sp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23D7F75B-68B7-4DB5-B2CE-F2253CAB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53737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ll()：離開場景，不等於立即銷毀">
            <a:extLst xmlns:a="http://schemas.openxmlformats.org/drawingml/2006/main">
              <a:ext uri="{FF2B5EF4-FFF2-40B4-BE49-F238E27FC236}">
                <a16:creationId xmlns:a16="http://schemas.microsoft.com/office/drawing/2014/main" id="{5B5C55CF-F8E0-4409-B0AC-12FE560E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kill()：離開場景，不等於立即銷毀</a:t>
            </a:r>
          </a:p>
        </p:txBody>
      </p:sp>
      <p:sp>
        <p:nvSpPr>
          <p:cNvPr id="2" name="群組成員身分與 Python 物件生命週期不同">
            <a:extLst xmlns:a="http://schemas.openxmlformats.org/drawingml/2006/main">
              <a:ext uri="{FF2B5EF4-FFF2-40B4-BE49-F238E27FC236}">
                <a16:creationId xmlns:a16="http://schemas.microsoft.com/office/drawing/2014/main" id="{F84620EC-5F20-4079-86C4-A4531B4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群組成員身分與 Python 物件生命週期不同</a:t>
            </a:r>
          </a:p>
        </p:txBody>
      </p:sp>
      <p:sp>
        <p:nvSpPr>
          <p:cNvPr id="3" name="b = game.player.shoot(&quot;B99&quot;)">
            <a:extLst xmlns:a="http://schemas.openxmlformats.org/drawingml/2006/main">
              <a:ext uri="{FF2B5EF4-FFF2-40B4-BE49-F238E27FC236}">
                <a16:creationId xmlns:a16="http://schemas.microsoft.com/office/drawing/2014/main" id="{EC2BE110-C700-41AE-A928-56C2D25A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game.player.shoot("B99")</a:t>
            </a:r>
          </a:p>
        </p:txBody>
      </p:sp>
      <p:sp>
        <p:nvSpPr>
          <p:cNvPr id="4" name="if b is not None:">
            <a:extLst xmlns:a="http://schemas.openxmlformats.org/drawingml/2006/main">
              <a:ext uri="{FF2B5EF4-FFF2-40B4-BE49-F238E27FC236}">
                <a16:creationId xmlns:a16="http://schemas.microsoft.com/office/drawing/2014/main" id="{C354645E-5F48-4A99-BC57-2F2CB307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 is not None:</a:t>
            </a:r>
          </a:p>
        </p:txBody>
      </p:sp>
      <p:sp>
        <p:nvSpPr>
          <p:cNvPr id="5" name="    game.bullets.add(b)">
            <a:extLst xmlns:a="http://schemas.openxmlformats.org/drawingml/2006/main">
              <a:ext uri="{FF2B5EF4-FFF2-40B4-BE49-F238E27FC236}">
                <a16:creationId xmlns:a16="http://schemas.microsoft.com/office/drawing/2014/main" id="{3E3107F1-75F4-4BA3-BE11-154912F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game.bullets.add(b)</a:t>
            </a:r>
          </a:p>
        </p:txBody>
      </p:sp>
      <p:sp>
        <p:nvSpPr>
          <p:cNvPr id="6" name="    game.all_sprites.add(b)">
            <a:extLst xmlns:a="http://schemas.openxmlformats.org/drawingml/2006/main">
              <a:ext uri="{FF2B5EF4-FFF2-40B4-BE49-F238E27FC236}">
                <a16:creationId xmlns:a16="http://schemas.microsoft.com/office/drawing/2014/main" id="{A56B94D2-1008-479D-B8BB-5F565D5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game.all_sprites.add(b)</a:t>
            </a:r>
          </a:p>
        </p:txBody>
      </p:sp>
      <p:sp>
        <p:nvSpPr>
          <p:cNvPr id="7" name="    b.kill()">
            <a:extLst xmlns:a="http://schemas.openxmlformats.org/drawingml/2006/main">
              <a:ext uri="{FF2B5EF4-FFF2-40B4-BE49-F238E27FC236}">
                <a16:creationId xmlns:a16="http://schemas.microsoft.com/office/drawing/2014/main" id="{DD3A6BBD-2D4F-4A85-9AA4-7AE9A0F0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b.kill()</a:t>
            </a:r>
          </a:p>
        </p:txBody>
      </p:sp>
      <p:sp>
        <p:nvSpPr>
          <p:cNvPr id="8" name="    print(b.alive()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DFCC1117-6A92-4D99-8570-513B8AD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print(b.alive())                 # False</a:t>
            </a:r>
          </a:p>
        </p:txBody>
      </p:sp>
      <p:sp>
        <p:nvSpPr>
          <p:cNvPr id="9" name="    print(b.owner is game.player)    # True">
            <a:extLst xmlns:a="http://schemas.openxmlformats.org/drawingml/2006/main">
              <a:ext uri="{FF2B5EF4-FFF2-40B4-BE49-F238E27FC236}">
                <a16:creationId xmlns:a16="http://schemas.microsoft.com/office/drawing/2014/main" id="{2E8CA272-5D74-4B5B-A6FE-CDA61018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print(b.owner is game.player)    # True</a:t>
            </a:r>
          </a:p>
        </p:txBody>
      </p:sp>
      <p:sp>
        <p:nvSpPr>
          <p:cNvPr id="10" name="kill() 從所有 Group 移除；外部變數 b 仍持有參照。">
            <a:extLst xmlns:a="http://schemas.openxmlformats.org/drawingml/2006/main">
              <a:ext uri="{FF2B5EF4-FFF2-40B4-BE49-F238E27FC236}">
                <a16:creationId xmlns:a16="http://schemas.microsoft.com/office/drawing/2014/main" id="{12FA1FD6-51D4-4F0A-8671-AA53A9E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kill() 從所有 Group 移除；外部變數 b 仍持有參照。</a:t>
            </a:r>
          </a:p>
        </p:txBody>
      </p:sp>
      <p:sp>
        <p:nvSpPr>
          <p:cNvPr id="11" name="alive() 檢查是否屬於群組，不是檢查 hp。">
            <a:extLst xmlns:a="http://schemas.openxmlformats.org/drawingml/2006/main">
              <a:ext uri="{FF2B5EF4-FFF2-40B4-BE49-F238E27FC236}">
                <a16:creationId xmlns:a16="http://schemas.microsoft.com/office/drawing/2014/main" id="{D932C84A-2F94-47A3-9D9B-13C85DC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alive() 檢查是否屬於群組，不是檢查 hp。</a:t>
            </a:r>
          </a:p>
        </p:txBody>
      </p:sp>
      <p:sp>
        <p:nvSpPr>
          <p:cNvPr id="12" name="interactive example · fresh Game">
            <a:extLst xmlns:a="http://schemas.openxmlformats.org/drawingml/2006/main">
              <a:ext uri="{FF2B5EF4-FFF2-40B4-BE49-F238E27FC236}">
                <a16:creationId xmlns:a16="http://schemas.microsoft.com/office/drawing/2014/main" id="{D48E066D-5A16-4ACC-8E73-F344FCC1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interactive example · fresh Game</a:t>
            </a:r>
          </a:p>
        </p:txBody>
      </p:sp>
      <p:sp>
        <p:nvSpPr>
          <p:cNvPr id="13" name="23">
            <a:extLst xmlns:a="http://schemas.openxmlformats.org/drawingml/2006/main">
              <a:ext uri="{FF2B5EF4-FFF2-40B4-BE49-F238E27FC236}">
                <a16:creationId xmlns:a16="http://schemas.microsoft.com/office/drawing/2014/main" id="{6B4ACC5A-E94D-4DEF-A02B-0DE04A8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340168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主迴圈：讀輸入、更新、畫出來">
            <a:extLst xmlns:a="http://schemas.openxmlformats.org/drawingml/2006/main">
              <a:ext uri="{FF2B5EF4-FFF2-40B4-BE49-F238E27FC236}">
                <a16:creationId xmlns:a16="http://schemas.microsoft.com/office/drawing/2014/main" id="{10C42DE4-198A-48BF-BF2A-2A48634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主迴圈：讀輸入、更新、畫出來</a:t>
            </a:r>
          </a:p>
        </p:txBody>
      </p:sp>
      <p:sp>
        <p:nvSpPr>
          <p:cNvPr id="2" name="run() 的順序；中間省略按鍵讀取細節">
            <a:extLst xmlns:a="http://schemas.openxmlformats.org/drawingml/2006/main">
              <a:ext uri="{FF2B5EF4-FFF2-40B4-BE49-F238E27FC236}">
                <a16:creationId xmlns:a16="http://schemas.microsoft.com/office/drawing/2014/main" id="{E2BD5A74-E2CC-42AF-B856-C7D7C2C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run() 的順序；中間省略按鍵讀取細節</a:t>
            </a:r>
          </a:p>
        </p:txBody>
      </p:sp>
      <p:sp>
        <p:nvSpPr>
          <p:cNvPr id="3" name="dt = min(self.clock.tick(FPS) / 1000, 1 / 30)">
            <a:extLst xmlns:a="http://schemas.openxmlformats.org/drawingml/2006/main">
              <a:ext uri="{FF2B5EF4-FFF2-40B4-BE49-F238E27FC236}">
                <a16:creationId xmlns:a16="http://schemas.microsoft.com/office/drawing/2014/main" id="{F9A3AC45-DE94-448B-A7B0-B099FDA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dt = min(self.clock.tick(FPS) / 1000, 1 / 30)</a:t>
            </a:r>
          </a:p>
        </p:txBody>
      </p:sp>
      <p:sp>
        <p:nvSpPr>
          <p:cNvPr id="4" name="self.handle_events(pygame.event.get())">
            <a:extLst xmlns:a="http://schemas.openxmlformats.org/drawingml/2006/main">
              <a:ext uri="{FF2B5EF4-FFF2-40B4-BE49-F238E27FC236}">
                <a16:creationId xmlns:a16="http://schemas.microsoft.com/office/drawing/2014/main" id="{60C514F2-9F4E-48D6-B58F-DE6770D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self.handle_events(pygame.event.get())</a:t>
            </a:r>
          </a:p>
        </p:txBody>
      </p:sp>
      <p:sp>
        <p:nvSpPr>
          <p:cNvPr id="5" name="# direction and shooting come from keyboard input">
            <a:extLst xmlns:a="http://schemas.openxmlformats.org/drawingml/2006/main">
              <a:ext uri="{FF2B5EF4-FFF2-40B4-BE49-F238E27FC236}">
                <a16:creationId xmlns:a16="http://schemas.microsoft.com/office/drawing/2014/main" id="{967D4A8C-2B00-412A-98FC-6E7954C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direction and shooting come from keyboard input</a:t>
            </a:r>
          </a:p>
        </p:txBody>
      </p:sp>
      <p:sp>
        <p:nvSpPr>
          <p:cNvPr id="6" name="self.tick(dt, direction, shooting)">
            <a:extLst xmlns:a="http://schemas.openxmlformats.org/drawingml/2006/main">
              <a:ext uri="{FF2B5EF4-FFF2-40B4-BE49-F238E27FC236}">
                <a16:creationId xmlns:a16="http://schemas.microsoft.com/office/drawing/2014/main" id="{CCBE6B00-ABD8-474F-8D99-A882B403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self.tick(dt, direction, shooting)</a:t>
            </a:r>
          </a:p>
        </p:txBody>
      </p:sp>
      <p:sp>
        <p:nvSpPr>
          <p:cNvPr id="7" name="view.draw(self)">
            <a:extLst xmlns:a="http://schemas.openxmlformats.org/drawingml/2006/main">
              <a:ext uri="{FF2B5EF4-FFF2-40B4-BE49-F238E27FC236}">
                <a16:creationId xmlns:a16="http://schemas.microsoft.com/office/drawing/2014/main" id="{397DB90F-D3D6-4BD6-BE0A-E55C73F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view.draw(self)</a:t>
            </a:r>
          </a:p>
        </p:txBody>
      </p:sp>
      <p:sp>
        <p:nvSpPr>
          <p:cNvPr id="8" name="pygame.display.flip()">
            <a:extLst xmlns:a="http://schemas.openxmlformats.org/drawingml/2006/main">
              <a:ext uri="{FF2B5EF4-FFF2-40B4-BE49-F238E27FC236}">
                <a16:creationId xmlns:a16="http://schemas.microsoft.com/office/drawing/2014/main" id="{DF585149-C4DE-415B-87F9-3D1EFB7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pygame.display.flip()</a:t>
            </a:r>
          </a:p>
        </p:txBody>
      </p:sp>
      <p:sp>
        <p:nvSpPr>
          <p:cNvPr id="9" name="tick() 只有 playing 才更新；view.draw() 也會繪製暫停與結束狀態。">
            <a:extLst xmlns:a="http://schemas.openxmlformats.org/drawingml/2006/main">
              <a:ext uri="{FF2B5EF4-FFF2-40B4-BE49-F238E27FC236}">
                <a16:creationId xmlns:a16="http://schemas.microsoft.com/office/drawing/2014/main" id="{DA1B595C-5AFF-4E63-9099-FC311A4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tick() 只有 playing 才更新；view.draw() 也會繪製暫停與結束狀態。</a:t>
            </a:r>
          </a:p>
        </p:txBody>
      </p:sp>
      <p:sp>
        <p:nvSpPr>
          <p:cNvPr id="10" name="Clock 回傳毫秒，除以 1000 得秒；本例將 dt 上限設為 1/30 秒。">
            <a:extLst xmlns:a="http://schemas.openxmlformats.org/drawingml/2006/main">
              <a:ext uri="{FF2B5EF4-FFF2-40B4-BE49-F238E27FC236}">
                <a16:creationId xmlns:a16="http://schemas.microsoft.com/office/drawing/2014/main" id="{C16474F4-A50E-46B0-BBE5-E146622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Clock 回傳毫秒，除以 1000 得秒；本例將 dt 上限設為 1/30 秒。</a:t>
            </a:r>
          </a:p>
        </p:txBody>
      </p:sp>
      <p:sp>
        <p:nvSpPr>
          <p:cNvPr id="11" name="game.py · Game.run() · excerpt">
            <a:extLst xmlns:a="http://schemas.openxmlformats.org/drawingml/2006/main">
              <a:ext uri="{FF2B5EF4-FFF2-40B4-BE49-F238E27FC236}">
                <a16:creationId xmlns:a16="http://schemas.microsoft.com/office/drawing/2014/main" id="{9FD90D04-A602-4164-8C2F-2F861ED9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Game.run() · excerpt</a:t>
            </a:r>
          </a:p>
        </p:txBody>
      </p:sp>
      <p:sp>
        <p:nvSpPr>
          <p:cNvPr id="12" name="24">
            <a:extLst xmlns:a="http://schemas.openxmlformats.org/drawingml/2006/main">
              <a:ext uri="{FF2B5EF4-FFF2-40B4-BE49-F238E27FC236}">
                <a16:creationId xmlns:a16="http://schemas.microsoft.com/office/drawing/2014/main" id="{5BF517A9-3DD1-4D4D-8474-16BF255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611082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狀態：暫停不再偷偷移動">
            <a:extLst xmlns:a="http://schemas.openxmlformats.org/drawingml/2006/main">
              <a:ext uri="{FF2B5EF4-FFF2-40B4-BE49-F238E27FC236}">
                <a16:creationId xmlns:a16="http://schemas.microsoft.com/office/drawing/2014/main" id="{3B0E2FA1-8E08-4A28-9ED1-06EDB006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狀態：暫停不再偷偷移動</a:t>
            </a:r>
          </a:p>
        </p:txBody>
      </p:sp>
      <p:sp>
        <p:nvSpPr>
          <p:cNvPr id="2" name="ready → playing ⇄ paused；playing → won / lost">
            <a:extLst xmlns:a="http://schemas.openxmlformats.org/drawingml/2006/main">
              <a:ext uri="{FF2B5EF4-FFF2-40B4-BE49-F238E27FC236}">
                <a16:creationId xmlns:a16="http://schemas.microsoft.com/office/drawing/2014/main" id="{A8564B57-9E15-4687-868B-B244E9D9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ready → playing ⇄ paused；playing → won /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FFA51-2745-4FC2-8616-0BB82FE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9A82D4D4-2D33-4B43-9563-60E82DF9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1D870-EDC2-4D16-A27D-AE1B73E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6" name="playing">
            <a:extLst xmlns:a="http://schemas.openxmlformats.org/drawingml/2006/main">
              <a:ext uri="{FF2B5EF4-FFF2-40B4-BE49-F238E27FC236}">
                <a16:creationId xmlns:a16="http://schemas.microsoft.com/office/drawing/2014/main" id="{26E0BB2F-7D1C-4CB2-A754-BAD7F6DA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6697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playing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F570A-AAF4-4618-B288-80E630C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8" name="paused">
            <a:extLst xmlns:a="http://schemas.openxmlformats.org/drawingml/2006/main">
              <a:ext uri="{FF2B5EF4-FFF2-40B4-BE49-F238E27FC236}">
                <a16:creationId xmlns:a16="http://schemas.microsoft.com/office/drawing/2014/main" id="{549A4011-854B-4AA7-8713-A4637A2E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14850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66D08"/>
                </a:solidFill>
                <a:latin typeface="Microsoft JhengHei"/>
                <a:ea typeface="Microsoft JhengHei"/>
                <a:cs typeface="Microsoft JhengHei"/>
              </a:rPr>
              <a:t>paused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79FDE-D262-4F08-99E7-0460E53C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won">
            <a:extLst xmlns:a="http://schemas.openxmlformats.org/drawingml/2006/main">
              <a:ext uri="{FF2B5EF4-FFF2-40B4-BE49-F238E27FC236}">
                <a16:creationId xmlns:a16="http://schemas.microsoft.com/office/drawing/2014/main" id="{ED86895F-213F-42B4-B21A-F9F8BC8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won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1E40E-565F-4CD1-82CA-A20FAA2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2" name="lost">
            <a:extLst xmlns:a="http://schemas.openxmlformats.org/drawingml/2006/main">
              <a:ext uri="{FF2B5EF4-FFF2-40B4-BE49-F238E27FC236}">
                <a16:creationId xmlns:a16="http://schemas.microsoft.com/office/drawing/2014/main" id="{B077CD6D-E1E2-458E-9F80-0E9EB50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9975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rPr>
              <a:t>lost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9081C-10A6-4E7E-BD66-CFA2006F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1750" y="26860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60EBE-446B-4EF8-AA7D-23CF260C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70551" y="26860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8D357-5A38-485F-A074-181D5B74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70551" y="26358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6" name="Enter">
            <a:extLst xmlns:a="http://schemas.openxmlformats.org/drawingml/2006/main">
              <a:ext uri="{FF2B5EF4-FFF2-40B4-BE49-F238E27FC236}">
                <a16:creationId xmlns:a16="http://schemas.microsoft.com/office/drawing/2014/main" id="{22EC2961-8384-4273-AE44-E8D4F19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8E72F-D3A9-43F4-9F70-A6C3BA4A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0E3CC-9BA2-4CB9-9535-24EA9653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4268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3230C-A92E-47B3-8886-90D0FAD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24500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0" name="P">
            <a:extLst xmlns:a="http://schemas.openxmlformats.org/drawingml/2006/main">
              <a:ext uri="{FF2B5EF4-FFF2-40B4-BE49-F238E27FC236}">
                <a16:creationId xmlns:a16="http://schemas.microsoft.com/office/drawing/2014/main" id="{EE0518AF-7838-4E62-8689-94F2EA7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43D26-DA74-4D09-AC23-D63B013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B2FA4-B783-4700-BB8B-1E39344B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6819E-2275-4CD9-BC88-75EEBB0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379143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">
            <a:extLst xmlns:a="http://schemas.openxmlformats.org/drawingml/2006/main">
              <a:ext uri="{FF2B5EF4-FFF2-40B4-BE49-F238E27FC236}">
                <a16:creationId xmlns:a16="http://schemas.microsoft.com/office/drawing/2014/main" id="{DAD23B7B-BD1E-4B0F-BABF-A5E2D13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033D7-56ED-4DC1-882B-F1A1E3A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91375" y="26860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85E42-DC06-4CA5-9F26-D6965F3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34375" y="1971675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6568B-2F31-418A-866A-4EE32E4F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19716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64088-66E6-425B-988C-7AF443BC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19716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16ACF-05C1-436B-A7CF-2BC261B8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19214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score ≥ 200">
            <a:extLst xmlns:a="http://schemas.openxmlformats.org/drawingml/2006/main">
              <a:ext uri="{FF2B5EF4-FFF2-40B4-BE49-F238E27FC236}">
                <a16:creationId xmlns:a16="http://schemas.microsoft.com/office/drawing/2014/main" id="{6F90C682-7E05-47C4-9A71-47D3BE26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478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score ≥ 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821C1C-3638-4F05-AC27-7327A6D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2686050"/>
            <a:ext cx="0" cy="1152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FE2F8-1167-44A5-9277-0E62D5C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8385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7855D-69AE-4D49-BE1C-0A6A3BE4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38385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54400-4805-4E76-B6C5-D0456E8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37883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hp = 0">
            <a:extLst xmlns:a="http://schemas.openxmlformats.org/drawingml/2006/main">
              <a:ext uri="{FF2B5EF4-FFF2-40B4-BE49-F238E27FC236}">
                <a16:creationId xmlns:a16="http://schemas.microsoft.com/office/drawing/2014/main" id="{CB5D12E0-D589-440E-A6A4-D6ED9F7B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94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F4A44"/>
                </a:solidFill>
                <a:latin typeface="Microsoft JhengHei"/>
                <a:ea typeface="Microsoft JhengHei"/>
                <a:cs typeface="Microsoft JhengHei"/>
              </a:rPr>
              <a:t>hp = 0</a:t>
            </a:r>
          </a:p>
        </p:txBody>
      </p:sp>
      <p:sp>
        <p:nvSpPr>
          <p:cNvPr id="36" name="R：任何狀態 → ready">
            <a:extLst xmlns:a="http://schemas.openxmlformats.org/drawingml/2006/main">
              <a:ext uri="{FF2B5EF4-FFF2-40B4-BE49-F238E27FC236}">
                <a16:creationId xmlns:a16="http://schemas.microsoft.com/office/drawing/2014/main" id="{28AB3E75-FA8B-4BF4-B010-5CAC5A38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R：任何狀態 → ready</a:t>
            </a:r>
          </a:p>
        </p:txBody>
      </p:sp>
      <p:sp>
        <p:nvSpPr>
          <p:cNvPr id="37" name="N 只在 paused 時呼叫 update(1 / FPS)；一次推進一影格，不會自動射擊。">
            <a:extLst xmlns:a="http://schemas.openxmlformats.org/drawingml/2006/main">
              <a:ext uri="{FF2B5EF4-FFF2-40B4-BE49-F238E27FC236}">
                <a16:creationId xmlns:a16="http://schemas.microsoft.com/office/drawing/2014/main" id="{58E975FF-1E7D-435D-A4BF-DCAB8F93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N 只在 paused 時呼叫 update(1 / FPS)；一次推進一影格，不會自動射擊。</a:t>
            </a:r>
          </a:p>
        </p:txBody>
      </p:sp>
      <p:sp>
        <p:nvSpPr>
          <p:cNvPr id="38" name="R 重設回 ready；Enter 再開始。hp = 0 判定優先於達到 200 分。">
            <a:extLst xmlns:a="http://schemas.openxmlformats.org/drawingml/2006/main">
              <a:ext uri="{FF2B5EF4-FFF2-40B4-BE49-F238E27FC236}">
                <a16:creationId xmlns:a16="http://schemas.microsoft.com/office/drawing/2014/main" id="{51B70D66-F6AA-4EF9-AF3B-644EFE87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R 重設回 ready；Enter 再開始。hp = 0 判定優先於達到 200 分。</a:t>
            </a:r>
          </a:p>
        </p:txBody>
      </p:sp>
      <p:sp>
        <p:nvSpPr>
          <p:cNvPr id="39" name="25">
            <a:extLst xmlns:a="http://schemas.openxmlformats.org/drawingml/2006/main">
              <a:ext uri="{FF2B5EF4-FFF2-40B4-BE49-F238E27FC236}">
                <a16:creationId xmlns:a16="http://schemas.microsoft.com/office/drawing/2014/main" id="{7D4C3E22-BCD8-4262-A3A8-49555B7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25544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重設：建立新一局的物件">
            <a:extLst xmlns:a="http://schemas.openxmlformats.org/drawingml/2006/main">
              <a:ext uri="{FF2B5EF4-FFF2-40B4-BE49-F238E27FC236}">
                <a16:creationId xmlns:a16="http://schemas.microsoft.com/office/drawing/2014/main" id="{9DC0F7F4-F572-4474-900C-7932625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重設：建立新一局的物件</a:t>
            </a:r>
          </a:p>
        </p:txBody>
      </p:sp>
      <p:sp>
        <p:nvSpPr>
          <p:cNvPr id="2" name="reset() 重建玩家與群組，重新設定分數與狀態">
            <a:extLst xmlns:a="http://schemas.openxmlformats.org/drawingml/2006/main">
              <a:ext uri="{FF2B5EF4-FFF2-40B4-BE49-F238E27FC236}">
                <a16:creationId xmlns:a16="http://schemas.microsoft.com/office/drawing/2014/main" id="{95689BA5-8AB6-4A60-AC96-3567918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reset() 重建玩家與群組，重新設定分數與狀態</a:t>
            </a:r>
          </a:p>
        </p:txBody>
      </p:sp>
      <p:sp>
        <p:nvSpPr>
          <p:cNvPr id="3" name="if hasattr(self, &quot;all_sprites&quot;):">
            <a:extLst xmlns:a="http://schemas.openxmlformats.org/drawingml/2006/main">
              <a:ext uri="{FF2B5EF4-FFF2-40B4-BE49-F238E27FC236}">
                <a16:creationId xmlns:a16="http://schemas.microsoft.com/office/drawing/2014/main" id="{32490578-B519-4CF4-ACFA-83C911E9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hasattr(self, "all_sprites"):</a:t>
            </a:r>
          </a:p>
        </p:txBody>
      </p:sp>
      <p:sp>
        <p:nvSpPr>
          <p:cNvPr id="4" name="    for actor in self.all_sprites.sprites():">
            <a:extLst xmlns:a="http://schemas.openxmlformats.org/drawingml/2006/main">
              <a:ext uri="{FF2B5EF4-FFF2-40B4-BE49-F238E27FC236}">
                <a16:creationId xmlns:a16="http://schemas.microsoft.com/office/drawing/2014/main" id="{26CD1420-D704-4C85-A384-2E603CA3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actor in self.all_sprites.sprites():</a:t>
            </a:r>
          </a:p>
        </p:txBody>
      </p:sp>
      <p:sp>
        <p:nvSpPr>
          <p:cNvPr id="5" name="        actor.kill()">
            <a:extLst xmlns:a="http://schemas.openxmlformats.org/drawingml/2006/main">
              <a:ext uri="{FF2B5EF4-FFF2-40B4-BE49-F238E27FC236}">
                <a16:creationId xmlns:a16="http://schemas.microsoft.com/office/drawing/2014/main" id="{5D69E17F-4E77-434A-BC13-7C80A77E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actor.kill()</a:t>
            </a:r>
          </a:p>
        </p:txBody>
      </p:sp>
      <p:sp>
        <p:nvSpPr>
          <p:cNvPr id="6" name="self.player = Player((PLAY_AREA.centerx, PLAY_AREA.bottom - 60))">
            <a:extLst xmlns:a="http://schemas.openxmlformats.org/drawingml/2006/main">
              <a:ext uri="{FF2B5EF4-FFF2-40B4-BE49-F238E27FC236}">
                <a16:creationId xmlns:a16="http://schemas.microsoft.com/office/drawing/2014/main" id="{53293E5B-31F5-4874-9C53-13FFC9EC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self.player = Player((PLAY_AREA.centerx, PLAY_AREA.bottom - 60))</a:t>
            </a:r>
          </a:p>
        </p:txBody>
      </p:sp>
      <p:sp>
        <p:nvSpPr>
          <p:cNvPr id="7" name="self.all_sprites = pygame.sprite.Group(self.player)">
            <a:extLst xmlns:a="http://schemas.openxmlformats.org/drawingml/2006/main">
              <a:ext uri="{FF2B5EF4-FFF2-40B4-BE49-F238E27FC236}">
                <a16:creationId xmlns:a16="http://schemas.microsoft.com/office/drawing/2014/main" id="{6E8DCF23-C431-4B20-872F-8AA0D9C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 = pygame.sprite.Group(self.player)</a:t>
            </a:r>
          </a:p>
        </p:txBody>
      </p:sp>
      <p:sp>
        <p:nvSpPr>
          <p:cNvPr id="8" name="self.enemie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417DA900-7644-4B29-9CF2-68639D54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self.enemies = pygame.sprite.Group()</a:t>
            </a:r>
          </a:p>
        </p:txBody>
      </p:sp>
      <p:sp>
        <p:nvSpPr>
          <p:cNvPr id="9" name="self.bullet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480F73C5-BA55-4D48-BF0B-73B8C59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self.bullets = pygame.sprite.Group()</a:t>
            </a:r>
          </a:p>
        </p:txBody>
      </p:sp>
      <p:sp>
        <p:nvSpPr>
          <p:cNvPr id="10" name="self.score = 0">
            <a:extLst xmlns:a="http://schemas.openxmlformats.org/drawingml/2006/main">
              <a:ext uri="{FF2B5EF4-FFF2-40B4-BE49-F238E27FC236}">
                <a16:creationId xmlns:a16="http://schemas.microsoft.com/office/drawing/2014/main" id="{C5AD94B9-49A6-4C9D-BA76-82F1BC73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self.score = 0</a:t>
            </a:r>
          </a:p>
        </p:txBody>
      </p:sp>
      <p:sp>
        <p:nvSpPr>
          <p:cNvPr id="11" name="self.state = &quot;ready&quot;">
            <a:extLst xmlns:a="http://schemas.openxmlformats.org/drawingml/2006/main">
              <a:ext uri="{FF2B5EF4-FFF2-40B4-BE49-F238E27FC236}">
                <a16:creationId xmlns:a16="http://schemas.microsoft.com/office/drawing/2014/main" id="{F0F6A6A5-BDB8-4102-86BD-C237885F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self.state = "ready"</a:t>
            </a:r>
          </a:p>
        </p:txBody>
      </p:sp>
      <p:sp>
        <p:nvSpPr>
          <p:cNvPr id="12" name="舊物件先移出群組；若其他地方仍有參照，就仍可存取。">
            <a:extLst xmlns:a="http://schemas.openxmlformats.org/drawingml/2006/main">
              <a:ext uri="{FF2B5EF4-FFF2-40B4-BE49-F238E27FC236}">
                <a16:creationId xmlns:a16="http://schemas.microsoft.com/office/drawing/2014/main" id="{47343131-D181-4EA8-B971-61A77990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舊物件先移出群組；若其他地方仍有參照，就仍可存取。</a:t>
            </a:r>
          </a:p>
        </p:txBody>
      </p:sp>
      <p:sp>
        <p:nvSpPr>
          <p:cNvPr id="13" name="範例接著建立三個初始敵人；新局的 player 是新物件。">
            <a:extLst xmlns:a="http://schemas.openxmlformats.org/drawingml/2006/main">
              <a:ext uri="{FF2B5EF4-FFF2-40B4-BE49-F238E27FC236}">
                <a16:creationId xmlns:a16="http://schemas.microsoft.com/office/drawing/2014/main" id="{5264A507-627C-4960-B1FF-59687479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範例接著建立三個初始敵人；新局的 player 是新物件。</a:t>
            </a:r>
          </a:p>
        </p:txBody>
      </p:sp>
      <p:sp>
        <p:nvSpPr>
          <p:cNvPr id="14" name="game.py · Game.reset() · excerpt after first initialization">
            <a:extLst xmlns:a="http://schemas.openxmlformats.org/drawingml/2006/main">
              <a:ext uri="{FF2B5EF4-FFF2-40B4-BE49-F238E27FC236}">
                <a16:creationId xmlns:a16="http://schemas.microsoft.com/office/drawing/2014/main" id="{13AC787B-0625-41A7-A969-A1ABABB0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Game.reset() · excerpt after first initialization</a:t>
            </a:r>
          </a:p>
        </p:txBody>
      </p:sp>
      <p:sp>
        <p:nvSpPr>
          <p:cNvPr id="15" name="26">
            <a:extLst xmlns:a="http://schemas.openxmlformats.org/drawingml/2006/main">
              <a:ext uri="{FF2B5EF4-FFF2-40B4-BE49-F238E27FC236}">
                <a16:creationId xmlns:a16="http://schemas.microsoft.com/office/drawing/2014/main" id="{BAB97D37-25C4-4508-92AD-0CB5CA41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679586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從檔案找到要修改的責任">
            <a:extLst xmlns:a="http://schemas.openxmlformats.org/drawingml/2006/main">
              <a:ext uri="{FF2B5EF4-FFF2-40B4-BE49-F238E27FC236}">
                <a16:creationId xmlns:a16="http://schemas.microsoft.com/office/drawing/2014/main" id="{149D3774-5A34-412E-8AEF-C57B8477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從檔案找到要修改的責任</a:t>
            </a:r>
          </a:p>
        </p:txBody>
      </p:sp>
      <p:sp>
        <p:nvSpPr>
          <p:cNvPr id="2" name="五個核心類別；顯示與語言使用獨立函式">
            <a:extLst xmlns:a="http://schemas.openxmlformats.org/drawingml/2006/main">
              <a:ext uri="{FF2B5EF4-FFF2-40B4-BE49-F238E27FC236}">
                <a16:creationId xmlns:a16="http://schemas.microsoft.com/office/drawing/2014/main" id="{E789716D-8ACD-450C-B05E-88397119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五個核心類別；顯示與語言使用獨立函式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5480E-DD7D-4FDE-95E5-A6AAFB872259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Actor、Player、Enemy、Bullet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 與事件、生成、碰撞、狀態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view.py / i18n.py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畫面與介面文字；不負責遊戲規則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settings.py / main.py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參數設定／指令列入口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tests/test_game.py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角色行為、碰撞、狀態與畫面測試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9EF4039E-8E9D-45EB-8A21-FE69BBE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8066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用測試確認物件的合作">
            <a:extLst xmlns:a="http://schemas.openxmlformats.org/drawingml/2006/main">
              <a:ext uri="{FF2B5EF4-FFF2-40B4-BE49-F238E27FC236}">
                <a16:creationId xmlns:a16="http://schemas.microsoft.com/office/drawing/2014/main" id="{32670DAE-2B78-47DC-B0BF-22F93B6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用測試確認物件的合作</a:t>
            </a:r>
          </a:p>
        </p:txBody>
      </p:sp>
      <p:sp>
        <p:nvSpPr>
          <p:cNvPr id="2" name="可觀察的結果，比只看程式碼更明確">
            <a:extLst xmlns:a="http://schemas.openxmlformats.org/drawingml/2006/main">
              <a:ext uri="{FF2B5EF4-FFF2-40B4-BE49-F238E27FC236}">
                <a16:creationId xmlns:a16="http://schemas.microsoft.com/office/drawing/2014/main" id="{6F0441C4-784C-4B8B-B9DA-85F011C3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可觀察的結果，比只看程式碼更明確</a:t>
            </a:r>
          </a:p>
        </p:txBody>
      </p:sp>
      <p:sp>
        <p:nvSpPr>
          <p:cNvPr id="3" name="# Windows PowerShell">
            <a:extLst xmlns:a="http://schemas.openxmlformats.org/drawingml/2006/main">
              <a:ext uri="{FF2B5EF4-FFF2-40B4-BE49-F238E27FC236}">
                <a16:creationId xmlns:a16="http://schemas.microsoft.com/office/drawing/2014/main" id="{292F175B-3743-41E0-A9DA-1537F8A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Windows PowerShell</a:t>
            </a:r>
          </a:p>
        </p:txBody>
      </p:sp>
      <p:sp>
        <p:nvSpPr>
          <p:cNvPr id="4" name=".\.venv\Scripts\python.exe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A67D35E5-A337-4DCD-8F92-5567AC9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unittest discover -s tests -v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94B68-3F65-4D26-83F9-C76F08F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# macOS / Linux">
            <a:extLst xmlns:a="http://schemas.openxmlformats.org/drawingml/2006/main">
              <a:ext uri="{FF2B5EF4-FFF2-40B4-BE49-F238E27FC236}">
                <a16:creationId xmlns:a16="http://schemas.microsoft.com/office/drawing/2014/main" id="{C88FF755-27EE-405F-ADA5-BDEF4FA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macOS / Linux</a:t>
            </a:r>
          </a:p>
        </p:txBody>
      </p:sp>
      <p:sp>
        <p:nvSpPr>
          <p:cNvPr id="7" name=".venv/bin/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C3E8A6AE-2DFB-4091-B023-6698D48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unittest discover -s tests -v</a:t>
            </a:r>
          </a:p>
        </p:txBody>
      </p:sp>
      <p:sp>
        <p:nvSpPr>
          <p:cNvPr id="8" name="確認同一參照、冷卻、單次命中、無敵時間與勝敗停止。">
            <a:extLst xmlns:a="http://schemas.openxmlformats.org/drawingml/2006/main">
              <a:ext uri="{FF2B5EF4-FFF2-40B4-BE49-F238E27FC236}">
                <a16:creationId xmlns:a16="http://schemas.microsoft.com/office/drawing/2014/main" id="{720A246C-2A44-46E4-A504-A8DEA8B7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確認同一參照、冷卻、單次命中、無敵時間與勝敗停止。</a:t>
            </a:r>
          </a:p>
        </p:txBody>
      </p:sp>
      <p:sp>
        <p:nvSpPr>
          <p:cNvPr id="9" name="測試採 SDL dummy 驅動，不必開啟遊戲視窗。">
            <a:extLst xmlns:a="http://schemas.openxmlformats.org/drawingml/2006/main">
              <a:ext uri="{FF2B5EF4-FFF2-40B4-BE49-F238E27FC236}">
                <a16:creationId xmlns:a16="http://schemas.microsoft.com/office/drawing/2014/main" id="{0FA854AC-7D21-42FF-B1CA-3DD20B3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測試採 SDL dummy 驅動，不必開啟遊戲視窗。</a:t>
            </a:r>
          </a:p>
        </p:txBody>
      </p:sp>
      <p:sp>
        <p:nvSpPr>
          <p:cNvPr id="10" name="project folder">
            <a:extLst xmlns:a="http://schemas.openxmlformats.org/drawingml/2006/main">
              <a:ext uri="{FF2B5EF4-FFF2-40B4-BE49-F238E27FC236}">
                <a16:creationId xmlns:a16="http://schemas.microsoft.com/office/drawing/2014/main" id="{406A8BC1-B5F9-4125-AE47-FB648E32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project folder</a:t>
            </a:r>
          </a:p>
        </p:txBody>
      </p:sp>
      <p:sp>
        <p:nvSpPr>
          <p:cNvPr id="11" name="28">
            <a:extLst xmlns:a="http://schemas.openxmlformats.org/drawingml/2006/main">
              <a:ext uri="{FF2B5EF4-FFF2-40B4-BE49-F238E27FC236}">
                <a16:creationId xmlns:a16="http://schemas.microsoft.com/office/drawing/2014/main" id="{510F8269-3CE5-4A57-9FB2-FC5B4755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310664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小練習：只修改負責的類別">
            <a:extLst xmlns:a="http://schemas.openxmlformats.org/drawingml/2006/main">
              <a:ext uri="{FF2B5EF4-FFF2-40B4-BE49-F238E27FC236}">
                <a16:creationId xmlns:a16="http://schemas.microsoft.com/office/drawing/2014/main" id="{66FA1463-4469-4B1F-93B1-F1B4F35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小練習：只修改負責的類別</a:t>
            </a:r>
          </a:p>
        </p:txBody>
      </p:sp>
      <p:sp>
        <p:nvSpPr>
          <p:cNvPr id="2" name="以可以觀察或測試的行為描述完成條件">
            <a:extLst xmlns:a="http://schemas.openxmlformats.org/drawingml/2006/main">
              <a:ext uri="{FF2B5EF4-FFF2-40B4-BE49-F238E27FC236}">
                <a16:creationId xmlns:a16="http://schemas.microsoft.com/office/drawing/2014/main" id="{4FC2BD90-B7BB-4E1D-AB57-DD49FE83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以可以觀察或測試的行為描述完成條件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1D89116-5F6E-4545-9F1E-E0FCB1A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把 Enemy 的 hp 設為 3：需要三次命中，且只加一次 10 分。">
            <a:extLst xmlns:a="http://schemas.openxmlformats.org/drawingml/2006/main">
              <a:ext uri="{FF2B5EF4-FFF2-40B4-BE49-F238E27FC236}">
                <a16:creationId xmlns:a16="http://schemas.microsoft.com/office/drawing/2014/main" id="{248397A1-64C7-40A6-952A-ADB530CF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把 Enemy 的 hp 設為 3：需要三次命中，且只加一次 10 分。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01AEE19-87CD-4F68-B676-8C78843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把 Bullet.damage 改為 2：一發擊破 hp 為 2 的敵人。">
            <a:extLst xmlns:a="http://schemas.openxmlformats.org/drawingml/2006/main">
              <a:ext uri="{FF2B5EF4-FFF2-40B4-BE49-F238E27FC236}">
                <a16:creationId xmlns:a16="http://schemas.microsoft.com/office/drawing/2014/main" id="{2D1B8194-0E1C-4164-AE53-C73948E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把 Bullet.damage 改為 2：一發擊破 hp 為 2 的敵人。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19EE5D3F-46DA-4640-9214-3BE0E9EE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縮短 SHOT_INTERVAL：確認冷卻期間仍不會建立新 Bullet。">
            <a:extLst xmlns:a="http://schemas.openxmlformats.org/drawingml/2006/main">
              <a:ext uri="{FF2B5EF4-FFF2-40B4-BE49-F238E27FC236}">
                <a16:creationId xmlns:a16="http://schemas.microsoft.com/office/drawing/2014/main" id="{D089926F-487A-4056-B9C7-242E737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縮短 SHOT_INTERVAL：確認冷卻期間仍不會建立新 Bullet。</a:t>
            </a:r>
          </a:p>
        </p:txBody>
      </p:sp>
      <p:sp>
        <p:nvSpPr>
          <p:cNvPr id="9" name="29">
            <a:extLst xmlns:a="http://schemas.openxmlformats.org/drawingml/2006/main">
              <a:ext uri="{FF2B5EF4-FFF2-40B4-BE49-F238E27FC236}">
                <a16:creationId xmlns:a16="http://schemas.microsoft.com/office/drawing/2014/main" id="{ADF391DA-5F5A-4927-A367-0259264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050390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從五個類別，理解一個系統">
            <a:extLst xmlns:a="http://schemas.openxmlformats.org/drawingml/2006/main">
              <a:ext uri="{FF2B5EF4-FFF2-40B4-BE49-F238E27FC236}">
                <a16:creationId xmlns:a16="http://schemas.microsoft.com/office/drawing/2014/main" id="{228C6896-A7FE-4968-988D-1DA3600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從五個類別，理解一個系統</a:t>
            </a:r>
          </a:p>
        </p:txBody>
      </p:sp>
      <p:sp>
        <p:nvSpPr>
          <p:cNvPr id="2" name="把狀態留在物件裡，用方法讓物件合作">
            <a:extLst xmlns:a="http://schemas.openxmlformats.org/drawingml/2006/main">
              <a:ext uri="{FF2B5EF4-FFF2-40B4-BE49-F238E27FC236}">
                <a16:creationId xmlns:a16="http://schemas.microsoft.com/office/drawing/2014/main" id="{2847E5E3-2C83-40AC-A1C0-0F957F7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把狀態留在物件裡，用方法讓物件合作</a:t>
            </a:r>
          </a:p>
        </p:txBody>
      </p:sp>
      <p:sp>
        <p:nvSpPr>
          <p:cNvPr id="3" name="繼承共用行為；關聯持有參照；多型統一呼叫。 完整範例、三語投影片與可搜尋的章節都在課程網站。">
            <a:extLst xmlns:a="http://schemas.openxmlformats.org/drawingml/2006/main">
              <a:ext uri="{FF2B5EF4-FFF2-40B4-BE49-F238E27FC236}">
                <a16:creationId xmlns:a16="http://schemas.microsoft.com/office/drawing/2014/main" id="{1F46B689-AD6F-4AD8-9251-27E5A3A7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繼承共用行為；關聯持有參照；多型統一呼叫。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完整範例、三語投影片與可搜尋的章節都在課程網站。</a:t>
            </a:r>
          </a:p>
        </p:txBody>
      </p:sp>
      <p:sp>
        <p:nvSpPr>
          <p:cNvPr id="4" name="Pygame · Sprite / Group">
            <a:extLst xmlns:a="http://schemas.openxmlformats.org/drawingml/2006/main">
              <a:ext uri="{FF2B5EF4-FFF2-40B4-BE49-F238E27FC236}">
                <a16:creationId xmlns:a16="http://schemas.microsoft.com/office/drawing/2014/main" id="{C5C8DD75-10EB-40A3-9B34-BF1313C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Pygame · Sprite / Group</a:t>
            </a:r>
          </a:p>
        </p:txBody>
      </p:sp>
      <p:sp>
        <p:nvSpPr>
          <p:cNvPr id="5" name="https://www.pygame.org/docs/ref/sprite.html">
            <a:extLst xmlns:a="http://schemas.openxmlformats.org/drawingml/2006/main">
              <a:ext uri="{FF2B5EF4-FFF2-40B4-BE49-F238E27FC236}">
                <a16:creationId xmlns:a16="http://schemas.microsoft.com/office/drawing/2014/main" id="{26D530CF-0907-4E1C-824F-0A1F674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899dde6658864afc"/>
              </a:rPr>
              <a:t>https://www.pygame.org/docs/ref/sprite.html</a:t>
            </a:r>
          </a:p>
        </p:txBody>
      </p:sp>
      <p:sp>
        <p:nvSpPr>
          <p:cNvPr id="6" name="Pygame · Clock">
            <a:extLst xmlns:a="http://schemas.openxmlformats.org/drawingml/2006/main">
              <a:ext uri="{FF2B5EF4-FFF2-40B4-BE49-F238E27FC236}">
                <a16:creationId xmlns:a16="http://schemas.microsoft.com/office/drawing/2014/main" id="{F562858E-46E3-4A26-91ED-86B3A5C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Pygame · Clock</a:t>
            </a:r>
          </a:p>
        </p:txBody>
      </p:sp>
      <p:sp>
        <p:nvSpPr>
          <p:cNvPr id="7" name="https://www.pygame.org/docs/ref/time.html">
            <a:extLst xmlns:a="http://schemas.openxmlformats.org/drawingml/2006/main">
              <a:ext uri="{FF2B5EF4-FFF2-40B4-BE49-F238E27FC236}">
                <a16:creationId xmlns:a16="http://schemas.microsoft.com/office/drawing/2014/main" id="{D257445D-0487-448A-8F28-E05E8F8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a80b3c4807a249bf"/>
              </a:rPr>
              <a:t>https://www.pygame.org/docs/ref/time.html</a:t>
            </a:r>
          </a:p>
        </p:txBody>
      </p:sp>
      <p:sp>
        <p:nvSpPr>
          <p:cNvPr id="8" name="Python 3.12 · Data model">
            <a:extLst xmlns:a="http://schemas.openxmlformats.org/drawingml/2006/main">
              <a:ext uri="{FF2B5EF4-FFF2-40B4-BE49-F238E27FC236}">
                <a16:creationId xmlns:a16="http://schemas.microsoft.com/office/drawing/2014/main" id="{2A281D15-8AFD-41B8-8A6F-3C771D6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Python 3.12 · Data model</a:t>
            </a:r>
          </a:p>
        </p:txBody>
      </p:sp>
      <p:sp>
        <p:nvSpPr>
          <p:cNvPr id="9" name="https://docs.python.org/3.12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8050413E-6F63-4FC5-8CB0-D9EBC339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243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86ace66a5c44a35"/>
              </a:rPr>
              <a:t>https://docs.python.org/3.12/reference/datamodel.html</a:t>
            </a:r>
          </a:p>
        </p:txBody>
      </p:sp>
      <p:sp>
        <p:nvSpPr>
          <p:cNvPr id="10" name="OMG · UML 2.5.1">
            <a:extLst xmlns:a="http://schemas.openxmlformats.org/drawingml/2006/main">
              <a:ext uri="{FF2B5EF4-FFF2-40B4-BE49-F238E27FC236}">
                <a16:creationId xmlns:a16="http://schemas.microsoft.com/office/drawing/2014/main" id="{510A2EB8-8821-49B7-A65D-E297853C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OMG · UML 2.5.1</a:t>
            </a:r>
          </a:p>
        </p:txBody>
      </p:sp>
      <p:sp>
        <p:nvSpPr>
          <p:cNvPr id="11" name="https://www.omg.org/spec/UML/2.5.1">
            <a:extLst xmlns:a="http://schemas.openxmlformats.org/drawingml/2006/main">
              <a:ext uri="{FF2B5EF4-FFF2-40B4-BE49-F238E27FC236}">
                <a16:creationId xmlns:a16="http://schemas.microsoft.com/office/drawing/2014/main" id="{9D3EAC15-340B-462E-9A5D-EAFBD22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48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bb92fbfe12534a0a"/>
              </a:rPr>
              <a:t>https://www.omg.org/spec/UML/2.5.1</a:t>
            </a:r>
          </a:p>
        </p:txBody>
      </p:sp>
      <p:sp>
        <p:nvSpPr>
          <p:cNvPr id="12" name="Course · Pygame">
            <a:extLst xmlns:a="http://schemas.openxmlformats.org/drawingml/2006/main">
              <a:ext uri="{FF2B5EF4-FFF2-40B4-BE49-F238E27FC236}">
                <a16:creationId xmlns:a16="http://schemas.microsoft.com/office/drawing/2014/main" id="{35452EC1-E91E-4854-A076-61D92ACE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Course · Pygame</a:t>
            </a:r>
          </a:p>
        </p:txBody>
      </p:sp>
      <p:sp>
        <p:nvSpPr>
          <p:cNvPr id="13" name="https://minhuangyuntech.github.io/oo2026/pygame/">
            <a:extLst xmlns:a="http://schemas.openxmlformats.org/drawingml/2006/main">
              <a:ext uri="{FF2B5EF4-FFF2-40B4-BE49-F238E27FC236}">
                <a16:creationId xmlns:a16="http://schemas.microsoft.com/office/drawing/2014/main" id="{6B364685-4FB6-4759-8D36-238D8AB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721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db742d23fc1d447f"/>
              </a:rPr>
              <a:t>https://minhuangyuntech.github.io/oo2026/pygame/</a:t>
            </a:r>
          </a:p>
        </p:txBody>
      </p:sp>
      <p:sp>
        <p:nvSpPr>
          <p:cNvPr id="14" name="30">
            <a:extLst xmlns:a="http://schemas.openxmlformats.org/drawingml/2006/main">
              <a:ext uri="{FF2B5EF4-FFF2-40B4-BE49-F238E27FC236}">
                <a16:creationId xmlns:a16="http://schemas.microsoft.com/office/drawing/2014/main" id="{D5CDAFBA-6DAC-4484-96A6-DBE0EC4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81098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2026-10-20T09:41:14.8610000Z</dcterms:created>
  <dcterms:modified xsi:type="dcterms:W3CDTF">2026-10-20T09:41:14.8610000Z</dcterms:modified>
</coreProperties>
</file>