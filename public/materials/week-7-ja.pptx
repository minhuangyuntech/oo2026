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97e86988f4fe435d" /><Relationship Type="http://schemas.openxmlformats.org/officeDocument/2006/relationships/extended-properties" Target="/docProps/app.xml" Id="R705ad6ef25b94cb6" /><Relationship Type="http://schemas.openxmlformats.org/officeDocument/2006/relationships/officeDocument" Target="/ppt/presentation.xml" Id="R1a310816d97d4449" /></Relationships>
</file>

<file path=ppt/presentation.xml><?xml version="1.0" encoding="utf-8"?>
<p:presentation xmlns:p="http://schemas.openxmlformats.org/presentationml/2006/main">
  <p:sldMasterIdLst>
    <p:sldMasterId xmlns:r="http://schemas.openxmlformats.org/officeDocument/2006/relationships" id="2147483648" r:id="R2a1206e5b16b4fdf"/>
  </p:sldMasterIdLst>
  <p:notesMasterIdLst>
    <p:notesMasterId xmlns:r="http://schemas.openxmlformats.org/officeDocument/2006/relationships" r:id="R355df83b22a84059"/>
  </p:notesMasterIdLst>
  <p:sldIdLst>
    <p:sldId xmlns:r="http://schemas.openxmlformats.org/officeDocument/2006/relationships" id="256" r:id="R3a88c4f1ae094f41"/>
    <p:sldId xmlns:r="http://schemas.openxmlformats.org/officeDocument/2006/relationships" id="257" r:id="Rb8f76c5f408b410d"/>
    <p:sldId xmlns:r="http://schemas.openxmlformats.org/officeDocument/2006/relationships" id="258" r:id="Rf4a5e7331dc94291"/>
    <p:sldId xmlns:r="http://schemas.openxmlformats.org/officeDocument/2006/relationships" id="259" r:id="Rdb93846857844a06"/>
    <p:sldId xmlns:r="http://schemas.openxmlformats.org/officeDocument/2006/relationships" id="260" r:id="Rc6dee14098e54fb2"/>
    <p:sldId xmlns:r="http://schemas.openxmlformats.org/officeDocument/2006/relationships" id="261" r:id="R553d122716374ba0"/>
    <p:sldId xmlns:r="http://schemas.openxmlformats.org/officeDocument/2006/relationships" id="262" r:id="R5c7739d69b7e4310"/>
    <p:sldId xmlns:r="http://schemas.openxmlformats.org/officeDocument/2006/relationships" id="263" r:id="R90d2b4e6b1ab4ee8"/>
    <p:sldId xmlns:r="http://schemas.openxmlformats.org/officeDocument/2006/relationships" id="264" r:id="R15141c093e724cb4"/>
    <p:sldId xmlns:r="http://schemas.openxmlformats.org/officeDocument/2006/relationships" id="265" r:id="Rafbfc74968574089"/>
    <p:sldId xmlns:r="http://schemas.openxmlformats.org/officeDocument/2006/relationships" id="266" r:id="Re102c51feb3b4bb0"/>
    <p:sldId xmlns:r="http://schemas.openxmlformats.org/officeDocument/2006/relationships" id="267" r:id="Re05f1ee81142471c"/>
    <p:sldId xmlns:r="http://schemas.openxmlformats.org/officeDocument/2006/relationships" id="268" r:id="R7b3d307a35ab4eed"/>
    <p:sldId xmlns:r="http://schemas.openxmlformats.org/officeDocument/2006/relationships" id="269" r:id="Rc0feaf08e2954524"/>
    <p:sldId xmlns:r="http://schemas.openxmlformats.org/officeDocument/2006/relationships" id="270" r:id="R0899574c9bc04160"/>
    <p:sldId xmlns:r="http://schemas.openxmlformats.org/officeDocument/2006/relationships" id="271" r:id="R8fa7e111b88e4a92"/>
    <p:sldId xmlns:r="http://schemas.openxmlformats.org/officeDocument/2006/relationships" id="272" r:id="R2e472000b7404f49"/>
    <p:sldId xmlns:r="http://schemas.openxmlformats.org/officeDocument/2006/relationships" id="273" r:id="R584c58c5d93d4e50"/>
    <p:sldId xmlns:r="http://schemas.openxmlformats.org/officeDocument/2006/relationships" id="274" r:id="R026c622bff68429e"/>
    <p:sldId xmlns:r="http://schemas.openxmlformats.org/officeDocument/2006/relationships" id="275" r:id="R1e494132fc434f8d"/>
    <p:sldId xmlns:r="http://schemas.openxmlformats.org/officeDocument/2006/relationships" id="276" r:id="R45c4e0520b304cfc"/>
    <p:sldId xmlns:r="http://schemas.openxmlformats.org/officeDocument/2006/relationships" id="277" r:id="R32188cf6d37f4a1d"/>
    <p:sldId xmlns:r="http://schemas.openxmlformats.org/officeDocument/2006/relationships" id="278" r:id="Rd4c5374061184d87"/>
    <p:sldId xmlns:r="http://schemas.openxmlformats.org/officeDocument/2006/relationships" id="279" r:id="R29b5e6c7664740a1"/>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b52d227896b24c79" /><Relationship Type="http://schemas.openxmlformats.org/officeDocument/2006/relationships/slideMaster" Target="/ppt/slideMasters/slideMaster1.xml" Id="R2a1206e5b16b4fdf" /><Relationship Type="http://schemas.openxmlformats.org/officeDocument/2006/relationships/notesMaster" Target="/ppt/notesMasters/notesMaster1.xml" Id="R355df83b22a84059" /><Relationship Type="http://schemas.openxmlformats.org/officeDocument/2006/relationships/presProps" Target="/ppt/presProps.xml" Id="R50ccc623597f42f5" /><Relationship Type="http://schemas.openxmlformats.org/officeDocument/2006/relationships/tableStyles" Target="/ppt/tableStyles.xml" Id="Rd6d8f253203045b8" /><Relationship Type="http://schemas.openxmlformats.org/officeDocument/2006/relationships/slide" Target="/ppt/slides/slide1.xml" Id="R3a88c4f1ae094f41" /><Relationship Type="http://schemas.openxmlformats.org/officeDocument/2006/relationships/slide" Target="/ppt/slides/slide2.xml" Id="Rb8f76c5f408b410d" /><Relationship Type="http://schemas.openxmlformats.org/officeDocument/2006/relationships/slide" Target="/ppt/slides/slide3.xml" Id="Rf4a5e7331dc94291" /><Relationship Type="http://schemas.openxmlformats.org/officeDocument/2006/relationships/slide" Target="/ppt/slides/slide4.xml" Id="Rdb93846857844a06" /><Relationship Type="http://schemas.openxmlformats.org/officeDocument/2006/relationships/slide" Target="/ppt/slides/slide5.xml" Id="Rc6dee14098e54fb2" /><Relationship Type="http://schemas.openxmlformats.org/officeDocument/2006/relationships/slide" Target="/ppt/slides/slide6.xml" Id="R553d122716374ba0" /><Relationship Type="http://schemas.openxmlformats.org/officeDocument/2006/relationships/slide" Target="/ppt/slides/slide7.xml" Id="R5c7739d69b7e4310" /><Relationship Type="http://schemas.openxmlformats.org/officeDocument/2006/relationships/slide" Target="/ppt/slides/slide8.xml" Id="R90d2b4e6b1ab4ee8" /><Relationship Type="http://schemas.openxmlformats.org/officeDocument/2006/relationships/slide" Target="/ppt/slides/slide9.xml" Id="R15141c093e724cb4" /><Relationship Type="http://schemas.openxmlformats.org/officeDocument/2006/relationships/slide" Target="/ppt/slides/slide10.xml" Id="Rafbfc74968574089" /><Relationship Type="http://schemas.openxmlformats.org/officeDocument/2006/relationships/slide" Target="/ppt/slides/slide11.xml" Id="Re102c51feb3b4bb0" /><Relationship Type="http://schemas.openxmlformats.org/officeDocument/2006/relationships/slide" Target="/ppt/slides/slide12.xml" Id="Re05f1ee81142471c" /><Relationship Type="http://schemas.openxmlformats.org/officeDocument/2006/relationships/slide" Target="/ppt/slides/slide13.xml" Id="R7b3d307a35ab4eed" /><Relationship Type="http://schemas.openxmlformats.org/officeDocument/2006/relationships/slide" Target="/ppt/slides/slide14.xml" Id="Rc0feaf08e2954524" /><Relationship Type="http://schemas.openxmlformats.org/officeDocument/2006/relationships/slide" Target="/ppt/slides/slide15.xml" Id="R0899574c9bc04160" /><Relationship Type="http://schemas.openxmlformats.org/officeDocument/2006/relationships/slide" Target="/ppt/slides/slide16.xml" Id="R8fa7e111b88e4a92" /><Relationship Type="http://schemas.openxmlformats.org/officeDocument/2006/relationships/slide" Target="/ppt/slides/slide17.xml" Id="R2e472000b7404f49" /><Relationship Type="http://schemas.openxmlformats.org/officeDocument/2006/relationships/slide" Target="/ppt/slides/slide18.xml" Id="R584c58c5d93d4e50" /><Relationship Type="http://schemas.openxmlformats.org/officeDocument/2006/relationships/slide" Target="/ppt/slides/slide19.xml" Id="R026c622bff68429e" /><Relationship Type="http://schemas.openxmlformats.org/officeDocument/2006/relationships/slide" Target="/ppt/slides/slide20.xml" Id="R1e494132fc434f8d" /><Relationship Type="http://schemas.openxmlformats.org/officeDocument/2006/relationships/slide" Target="/ppt/slides/slide21.xml" Id="R45c4e0520b304cfc" /><Relationship Type="http://schemas.openxmlformats.org/officeDocument/2006/relationships/slide" Target="/ppt/slides/slide22.xml" Id="R32188cf6d37f4a1d" /><Relationship Type="http://schemas.openxmlformats.org/officeDocument/2006/relationships/slide" Target="/ppt/slides/slide23.xml" Id="Rd4c5374061184d87" /><Relationship Type="http://schemas.openxmlformats.org/officeDocument/2006/relationships/slide" Target="/ppt/slides/slide24.xml" Id="R29b5e6c7664740a1"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5db4ad4b74f84655"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a7985051c1dc42e8" /><Relationship Type="http://schemas.openxmlformats.org/officeDocument/2006/relationships/notesMaster" Target="/ppt/notesMasters/notesMaster1.xml" Id="R09712e3644094153" /></Relationships>
</file>

<file path=ppt/notesSlides/_rels/notesSlide2.xml.rels>&#65279;<?xml version="1.0" encoding="utf-8"?><Relationships xmlns="http://schemas.openxmlformats.org/package/2006/relationships"><Relationship Type="http://schemas.openxmlformats.org/officeDocument/2006/relationships/slide" Target="/ppt/slides/slide2.xml" Id="R74b9baed889548f2" /><Relationship Type="http://schemas.openxmlformats.org/officeDocument/2006/relationships/notesMaster" Target="/ppt/notesMasters/notesMaster1.xml" Id="R637bd8717e8845b6" /></Relationships>
</file>

<file path=ppt/notesSlides/_rels/notesSlide3.xml.rels>&#65279;<?xml version="1.0" encoding="utf-8"?><Relationships xmlns="http://schemas.openxmlformats.org/package/2006/relationships"><Relationship Type="http://schemas.openxmlformats.org/officeDocument/2006/relationships/slide" Target="/ppt/slides/slide3.xml" Id="R2881fd0047ed4102" /><Relationship Type="http://schemas.openxmlformats.org/officeDocument/2006/relationships/notesMaster" Target="/ppt/notesMasters/notesMaster1.xml" Id="R813a98400457466d" /></Relationships>
</file>

<file path=ppt/notesSlides/_rels/notesSlide4.xml.rels>&#65279;<?xml version="1.0" encoding="utf-8"?><Relationships xmlns="http://schemas.openxmlformats.org/package/2006/relationships"><Relationship Type="http://schemas.openxmlformats.org/officeDocument/2006/relationships/slide" Target="/ppt/slides/slide4.xml" Id="R6f421d889b8c497b" /><Relationship Type="http://schemas.openxmlformats.org/officeDocument/2006/relationships/notesMaster" Target="/ppt/notesMasters/notesMaster1.xml" Id="Rb1524aa9e6e14c57" /></Relationships>
</file>

<file path=ppt/notesSlides/_rels/notesSlide5.xml.rels>&#65279;<?xml version="1.0" encoding="utf-8"?><Relationships xmlns="http://schemas.openxmlformats.org/package/2006/relationships"><Relationship Type="http://schemas.openxmlformats.org/officeDocument/2006/relationships/slide" Target="/ppt/slides/slide5.xml" Id="R33efe7aae6854bc6" /><Relationship Type="http://schemas.openxmlformats.org/officeDocument/2006/relationships/notesMaster" Target="/ppt/notesMasters/notesMaster1.xml" Id="Rae1f40474095473f" /></Relationships>
</file>

<file path=ppt/notesSlides/_rels/notesSlide6.xml.rels>&#65279;<?xml version="1.0" encoding="utf-8"?><Relationships xmlns="http://schemas.openxmlformats.org/package/2006/relationships"><Relationship Type="http://schemas.openxmlformats.org/officeDocument/2006/relationships/slide" Target="/ppt/slides/slide6.xml" Id="R962d6128dd8c40be" /><Relationship Type="http://schemas.openxmlformats.org/officeDocument/2006/relationships/notesMaster" Target="/ppt/notesMasters/notesMaster1.xml" Id="R51a42fc01e844d79" /></Relationships>
</file>

<file path=ppt/notesSlides/_rels/notesSlide7.xml.rels>&#65279;<?xml version="1.0" encoding="utf-8"?><Relationships xmlns="http://schemas.openxmlformats.org/package/2006/relationships"><Relationship Type="http://schemas.openxmlformats.org/officeDocument/2006/relationships/slide" Target="/ppt/slides/slide7.xml" Id="R1308c85d858a4dca" /><Relationship Type="http://schemas.openxmlformats.org/officeDocument/2006/relationships/notesMaster" Target="/ppt/notesMasters/notesMaster1.xml" Id="Rc0023e6ff9f349c8" /></Relationships>
</file>

<file path=ppt/notesSlides/_rels/notesSlide8.xml.rels>&#65279;<?xml version="1.0" encoding="utf-8"?><Relationships xmlns="http://schemas.openxmlformats.org/package/2006/relationships"><Relationship Type="http://schemas.openxmlformats.org/officeDocument/2006/relationships/slide" Target="/ppt/slides/slide8.xml" Id="R7cf1023c910c4bbc" /><Relationship Type="http://schemas.openxmlformats.org/officeDocument/2006/relationships/notesMaster" Target="/ppt/notesMasters/notesMaster1.xml" Id="R3fb7ab24195e4820" /></Relationships>
</file>

<file path=ppt/notesSlides/_rels/notesSlide9.xml.rels>&#65279;<?xml version="1.0" encoding="utf-8"?><Relationships xmlns="http://schemas.openxmlformats.org/package/2006/relationships"><Relationship Type="http://schemas.openxmlformats.org/officeDocument/2006/relationships/slide" Target="/ppt/slides/slide9.xml" Id="R845c2c4312aa4ada" /><Relationship Type="http://schemas.openxmlformats.org/officeDocument/2006/relationships/notesMaster" Target="/ppt/notesMasters/notesMaster1.xml" Id="Ra7e2a197d63b4398"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f84bc6317a704020" /><Relationship Type="http://schemas.openxmlformats.org/officeDocument/2006/relationships/notesMaster" Target="/ppt/notesMasters/notesMaster1.xml" Id="Rf3c881eafb394fcd"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2b268da9079f4b43" /><Relationship Type="http://schemas.openxmlformats.org/officeDocument/2006/relationships/notesMaster" Target="/ppt/notesMasters/notesMaster1.xml" Id="R93d5bbba39b04718"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a3fdb6255e074c2e" /><Relationship Type="http://schemas.openxmlformats.org/officeDocument/2006/relationships/notesMaster" Target="/ppt/notesMasters/notesMaster1.xml" Id="R1701cd883503422f"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e78410fca80f4b1e" /><Relationship Type="http://schemas.openxmlformats.org/officeDocument/2006/relationships/notesMaster" Target="/ppt/notesMasters/notesMaster1.xml" Id="Rd46ef00f2f3a4dcc"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59d3fccf85e94190" /><Relationship Type="http://schemas.openxmlformats.org/officeDocument/2006/relationships/notesMaster" Target="/ppt/notesMasters/notesMaster1.xml" Id="R788a256a2e714e75"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6805303afff54e4f" /><Relationship Type="http://schemas.openxmlformats.org/officeDocument/2006/relationships/notesMaster" Target="/ppt/notesMasters/notesMaster1.xml" Id="R66a0ec158def4690"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0ec3b3eb078e4c69" /><Relationship Type="http://schemas.openxmlformats.org/officeDocument/2006/relationships/notesMaster" Target="/ppt/notesMasters/notesMaster1.xml" Id="R3e28498a1b8846f6"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5670130f4da740b7" /><Relationship Type="http://schemas.openxmlformats.org/officeDocument/2006/relationships/notesMaster" Target="/ppt/notesMasters/notesMaster1.xml" Id="R6511e9fe4b844984"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3c831cec863843fb" /><Relationship Type="http://schemas.openxmlformats.org/officeDocument/2006/relationships/notesMaster" Target="/ppt/notesMasters/notesMaster1.xml" Id="Ra2e5585fd31048dd"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d7d710deffe44e82" /><Relationship Type="http://schemas.openxmlformats.org/officeDocument/2006/relationships/notesMaster" Target="/ppt/notesMasters/notesMaster1.xml" Id="Rf6b0fc04c2f74d61"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82657cbe63df48e8" /><Relationship Type="http://schemas.openxmlformats.org/officeDocument/2006/relationships/notesMaster" Target="/ppt/notesMasters/notesMaster1.xml" Id="R0432fa265c634f3d"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db499fcb19c94bec" /><Relationship Type="http://schemas.openxmlformats.org/officeDocument/2006/relationships/notesMaster" Target="/ppt/notesMasters/notesMaster1.xml" Id="Rb134fc5b8bb04926"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c029e6b58ef441de" /><Relationship Type="http://schemas.openxmlformats.org/officeDocument/2006/relationships/notesMaster" Target="/ppt/notesMasters/notesMaster1.xml" Id="R25c55cea18bf4564"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7510adec0a884294" /><Relationship Type="http://schemas.openxmlformats.org/officeDocument/2006/relationships/notesMaster" Target="/ppt/notesMasters/notesMaster1.xml" Id="Rae7cdaa04c674129"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7d1e180e2dc543db" /><Relationship Type="http://schemas.openxmlformats.org/officeDocument/2006/relationships/notesMaster" Target="/ppt/notesMasters/notesMaster1.xml" Id="Ra9289f90e58d4c72"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References</a:t>
            </a:r>
          </a:p>
          <a:p xmlns:a="http://schemas.openxmlformats.org/drawingml/2006/main">
            <a:r>
              <a:t>https://docs.python.org/3.12/tutorial/classes.html#inheritance</a:t>
            </a:r>
          </a:p>
          <a:p xmlns:a="http://schemas.openxmlformats.org/drawingml/2006/main">
            <a:r>
              <a:t>https://docs.python.org/3.12/library/functions.html#super</a:t>
            </a:r>
          </a:p>
          <a:p xmlns:a="http://schemas.openxmlformats.org/drawingml/2006/main">
            <a:r>
              <a:t>https://www.pygame.org/docs/ref/sprite.html</a:t>
            </a:r>
          </a:p>
          <a:p xmlns:a="http://schemas.openxmlformats.org/drawingml/2006/main">
            <a:r>
              <a:t>Course shooter: actors.py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References</a:t>
            </a:r>
          </a:p>
          <a:p xmlns:a="http://schemas.openxmlformats.org/drawingml/2006/main">
            <a:r>
              <a:t>https://docs.python.org/3.12/tutorial/classes.html#inheritance</a:t>
            </a:r>
          </a:p>
          <a:p xmlns:a="http://schemas.openxmlformats.org/drawingml/2006/main">
            <a:r>
              <a:t>https://docs.python.org/3.12/library/functions.html#super</a:t>
            </a:r>
          </a:p>
          <a:p xmlns:a="http://schemas.openxmlformats.org/drawingml/2006/main">
            <a:r>
              <a:t>https://www.pygame.org/docs/ref/sprite.html</a:t>
            </a:r>
          </a:p>
          <a:p xmlns:a="http://schemas.openxmlformats.org/drawingml/2006/main">
            <a:r>
              <a:t>Course shooter: actors.py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References</a:t>
            </a:r>
          </a:p>
          <a:p xmlns:a="http://schemas.openxmlformats.org/drawingml/2006/main">
            <a:r>
              <a:t>https://docs.python.org/3.12/tutorial/classes.html#inheritance</a:t>
            </a:r>
          </a:p>
          <a:p xmlns:a="http://schemas.openxmlformats.org/drawingml/2006/main">
            <a:r>
              <a:t>https://docs.python.org/3.12/library/functions.html#super</a:t>
            </a:r>
          </a:p>
          <a:p xmlns:a="http://schemas.openxmlformats.org/drawingml/2006/main">
            <a:r>
              <a:t>https://www.pygame.org/docs/ref/sprite.html</a:t>
            </a:r>
          </a:p>
          <a:p xmlns:a="http://schemas.openxmlformats.org/drawingml/2006/main">
            <a:r>
              <a:t>Course shooter: actors.py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References</a:t>
            </a:r>
          </a:p>
          <a:p xmlns:a="http://schemas.openxmlformats.org/drawingml/2006/main">
            <a:r>
              <a:t>https://docs.python.org/3.12/tutorial/classes.html#inheritance</a:t>
            </a:r>
          </a:p>
          <a:p xmlns:a="http://schemas.openxmlformats.org/drawingml/2006/main">
            <a:r>
              <a:t>https://docs.python.org/3.12/library/functions.html#super</a:t>
            </a:r>
          </a:p>
          <a:p xmlns:a="http://schemas.openxmlformats.org/drawingml/2006/main">
            <a:r>
              <a:t>https://www.pygame.org/docs/ref/sprite.html</a:t>
            </a:r>
          </a:p>
          <a:p xmlns:a="http://schemas.openxmlformats.org/drawingml/2006/main">
            <a:r>
              <a:t>Course shooter: actors.py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References</a:t>
            </a:r>
          </a:p>
          <a:p xmlns:a="http://schemas.openxmlformats.org/drawingml/2006/main">
            <a:r>
              <a:t>https://docs.python.org/3.12/tutorial/classes.html#inheritance</a:t>
            </a:r>
          </a:p>
          <a:p xmlns:a="http://schemas.openxmlformats.org/drawingml/2006/main">
            <a:r>
              <a:t>https://docs.python.org/3.12/library/functions.html#super</a:t>
            </a:r>
          </a:p>
          <a:p xmlns:a="http://schemas.openxmlformats.org/drawingml/2006/main">
            <a:r>
              <a:t>https://www.pygame.org/docs/ref/sprite.html</a:t>
            </a:r>
          </a:p>
          <a:p xmlns:a="http://schemas.openxmlformats.org/drawingml/2006/main">
            <a:r>
              <a:t>Course shooter: actors.py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References</a:t>
            </a:r>
          </a:p>
          <a:p xmlns:a="http://schemas.openxmlformats.org/drawingml/2006/main">
            <a:r>
              <a:t>https://docs.python.org/3.12/tutorial/classes.html#inheritance</a:t>
            </a:r>
          </a:p>
          <a:p xmlns:a="http://schemas.openxmlformats.org/drawingml/2006/main">
            <a:r>
              <a:t>https://docs.python.org/3.12/library/functions.html#super</a:t>
            </a:r>
          </a:p>
          <a:p xmlns:a="http://schemas.openxmlformats.org/drawingml/2006/main">
            <a:r>
              <a:t>https://www.pygame.org/docs/ref/sprite.html</a:t>
            </a:r>
          </a:p>
          <a:p xmlns:a="http://schemas.openxmlformats.org/drawingml/2006/main">
            <a:r>
              <a:t>Course shooter: actors.py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References</a:t>
            </a:r>
          </a:p>
          <a:p xmlns:a="http://schemas.openxmlformats.org/drawingml/2006/main">
            <a:r>
              <a:t>https://docs.python.org/3.12/tutorial/classes.html#inheritance</a:t>
            </a:r>
          </a:p>
          <a:p xmlns:a="http://schemas.openxmlformats.org/drawingml/2006/main">
            <a:r>
              <a:t>https://docs.python.org/3.12/library/functions.html#super</a:t>
            </a:r>
          </a:p>
          <a:p xmlns:a="http://schemas.openxmlformats.org/drawingml/2006/main">
            <a:r>
              <a:t>https://www.pygame.org/docs/ref/sprite.html</a:t>
            </a:r>
          </a:p>
          <a:p xmlns:a="http://schemas.openxmlformats.org/drawingml/2006/main">
            <a:r>
              <a:t>Course shooter: actors.py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References</a:t>
            </a:r>
          </a:p>
          <a:p xmlns:a="http://schemas.openxmlformats.org/drawingml/2006/main">
            <a:r>
              <a:t>https://docs.python.org/3.12/tutorial/classes.html#inheritance</a:t>
            </a:r>
          </a:p>
          <a:p xmlns:a="http://schemas.openxmlformats.org/drawingml/2006/main">
            <a:r>
              <a:t>https://docs.python.org/3.12/library/functions.html#super</a:t>
            </a:r>
          </a:p>
          <a:p xmlns:a="http://schemas.openxmlformats.org/drawingml/2006/main">
            <a:r>
              <a:t>https://www.pygame.org/docs/ref/sprite.html</a:t>
            </a:r>
          </a:p>
          <a:p xmlns:a="http://schemas.openxmlformats.org/drawingml/2006/main">
            <a:r>
              <a:t>Course shooter: actors.py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References</a:t>
            </a:r>
          </a:p>
          <a:p xmlns:a="http://schemas.openxmlformats.org/drawingml/2006/main">
            <a:r>
              <a:t>https://docs.python.org/3.12/tutorial/classes.html#inheritance</a:t>
            </a:r>
          </a:p>
          <a:p xmlns:a="http://schemas.openxmlformats.org/drawingml/2006/main">
            <a:r>
              <a:t>https://docs.python.org/3.12/library/functions.html#super</a:t>
            </a:r>
          </a:p>
          <a:p xmlns:a="http://schemas.openxmlformats.org/drawingml/2006/main">
            <a:r>
              <a:t>https://www.pygame.org/docs/ref/sprite.html</a:t>
            </a:r>
          </a:p>
          <a:p xmlns:a="http://schemas.openxmlformats.org/drawingml/2006/main">
            <a:r>
              <a:t>Course shooter: actors.py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References</a:t>
            </a:r>
          </a:p>
          <a:p xmlns:a="http://schemas.openxmlformats.org/drawingml/2006/main">
            <a:r>
              <a:t>https://docs.python.org/3.12/tutorial/classes.html#inheritance</a:t>
            </a:r>
          </a:p>
          <a:p xmlns:a="http://schemas.openxmlformats.org/drawingml/2006/main">
            <a:r>
              <a:t>https://docs.python.org/3.12/library/functions.html#super</a:t>
            </a:r>
          </a:p>
          <a:p xmlns:a="http://schemas.openxmlformats.org/drawingml/2006/main">
            <a:r>
              <a:t>https://www.pygame.org/docs/ref/sprite.html</a:t>
            </a:r>
          </a:p>
          <a:p xmlns:a="http://schemas.openxmlformats.org/drawingml/2006/main">
            <a:r>
              <a:t>Course shooter: actors.py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References</a:t>
            </a:r>
          </a:p>
          <a:p xmlns:a="http://schemas.openxmlformats.org/drawingml/2006/main">
            <a:r>
              <a:t>https://docs.python.org/3.12/tutorial/classes.html#inheritance</a:t>
            </a:r>
          </a:p>
          <a:p xmlns:a="http://schemas.openxmlformats.org/drawingml/2006/main">
            <a:r>
              <a:t>https://docs.python.org/3.12/library/functions.html#super</a:t>
            </a:r>
          </a:p>
          <a:p xmlns:a="http://schemas.openxmlformats.org/drawingml/2006/main">
            <a:r>
              <a:t>https://www.pygame.org/docs/ref/sprite.html</a:t>
            </a:r>
          </a:p>
          <a:p xmlns:a="http://schemas.openxmlformats.org/drawingml/2006/main">
            <a:r>
              <a:t>Course shooter: actors.py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References</a:t>
            </a:r>
          </a:p>
          <a:p xmlns:a="http://schemas.openxmlformats.org/drawingml/2006/main">
            <a:r>
              <a:t>https://docs.python.org/3.12/tutorial/classes.html#inheritance</a:t>
            </a:r>
          </a:p>
          <a:p xmlns:a="http://schemas.openxmlformats.org/drawingml/2006/main">
            <a:r>
              <a:t>https://docs.python.org/3.12/library/functions.html#super</a:t>
            </a:r>
          </a:p>
          <a:p xmlns:a="http://schemas.openxmlformats.org/drawingml/2006/main">
            <a:r>
              <a:t>https://www.pygame.org/docs/ref/sprite.html</a:t>
            </a:r>
          </a:p>
          <a:p xmlns:a="http://schemas.openxmlformats.org/drawingml/2006/main">
            <a:r>
              <a:t>Course shooter: actors.py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References</a:t>
            </a:r>
          </a:p>
          <a:p xmlns:a="http://schemas.openxmlformats.org/drawingml/2006/main">
            <a:r>
              <a:t>https://docs.python.org/3.12/tutorial/classes.html#inheritance</a:t>
            </a:r>
          </a:p>
          <a:p xmlns:a="http://schemas.openxmlformats.org/drawingml/2006/main">
            <a:r>
              <a:t>https://docs.python.org/3.12/library/functions.html#super</a:t>
            </a:r>
          </a:p>
          <a:p xmlns:a="http://schemas.openxmlformats.org/drawingml/2006/main">
            <a:r>
              <a:t>https://www.pygame.org/docs/ref/sprite.html</a:t>
            </a:r>
          </a:p>
          <a:p xmlns:a="http://schemas.openxmlformats.org/drawingml/2006/main">
            <a:r>
              <a:t>Course shooter: actors.py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References</a:t>
            </a:r>
          </a:p>
          <a:p xmlns:a="http://schemas.openxmlformats.org/drawingml/2006/main">
            <a:r>
              <a:t>https://docs.python.org/3.12/tutorial/classes.html#inheritance</a:t>
            </a:r>
          </a:p>
          <a:p xmlns:a="http://schemas.openxmlformats.org/drawingml/2006/main">
            <a:r>
              <a:t>https://docs.python.org/3.12/library/functions.html#super</a:t>
            </a:r>
          </a:p>
          <a:p xmlns:a="http://schemas.openxmlformats.org/drawingml/2006/main">
            <a:r>
              <a:t>https://www.pygame.org/docs/ref/sprite.html</a:t>
            </a:r>
          </a:p>
          <a:p xmlns:a="http://schemas.openxmlformats.org/drawingml/2006/main">
            <a:r>
              <a:t>Course shooter: actors.py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References</a:t>
            </a:r>
          </a:p>
          <a:p xmlns:a="http://schemas.openxmlformats.org/drawingml/2006/main">
            <a:r>
              <a:t>https://docs.python.org/3.12/tutorial/classes.html#inheritance</a:t>
            </a:r>
          </a:p>
          <a:p xmlns:a="http://schemas.openxmlformats.org/drawingml/2006/main">
            <a:r>
              <a:t>https://docs.python.org/3.12/library/functions.html#super</a:t>
            </a:r>
          </a:p>
          <a:p xmlns:a="http://schemas.openxmlformats.org/drawingml/2006/main">
            <a:r>
              <a:t>https://www.pygame.org/docs/ref/sprite.html</a:t>
            </a:r>
          </a:p>
          <a:p xmlns:a="http://schemas.openxmlformats.org/drawingml/2006/main">
            <a:r>
              <a:t>Course shooter: actors.py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References</a:t>
            </a:r>
          </a:p>
          <a:p xmlns:a="http://schemas.openxmlformats.org/drawingml/2006/main">
            <a:r>
              <a:t>https://docs.python.org/3.12/tutorial/classes.html#inheritance</a:t>
            </a:r>
          </a:p>
          <a:p xmlns:a="http://schemas.openxmlformats.org/drawingml/2006/main">
            <a:r>
              <a:t>https://docs.python.org/3.12/library/functions.html#super</a:t>
            </a:r>
          </a:p>
          <a:p xmlns:a="http://schemas.openxmlformats.org/drawingml/2006/main">
            <a:r>
              <a:t>https://www.pygame.org/docs/ref/sprite.html</a:t>
            </a:r>
          </a:p>
          <a:p xmlns:a="http://schemas.openxmlformats.org/drawingml/2006/main">
            <a:r>
              <a:t>Course shooter: actors.py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References</a:t>
            </a:r>
          </a:p>
          <a:p xmlns:a="http://schemas.openxmlformats.org/drawingml/2006/main">
            <a:r>
              <a:t>https://docs.python.org/3.12/tutorial/classes.html#inheritance</a:t>
            </a:r>
          </a:p>
          <a:p xmlns:a="http://schemas.openxmlformats.org/drawingml/2006/main">
            <a:r>
              <a:t>https://docs.python.org/3.12/library/functions.html#super</a:t>
            </a:r>
          </a:p>
          <a:p xmlns:a="http://schemas.openxmlformats.org/drawingml/2006/main">
            <a:r>
              <a:t>https://www.pygame.org/docs/ref/sprite.html</a:t>
            </a:r>
          </a:p>
          <a:p xmlns:a="http://schemas.openxmlformats.org/drawingml/2006/main">
            <a:r>
              <a:t>Course shooter: actors.py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References</a:t>
            </a:r>
          </a:p>
          <a:p xmlns:a="http://schemas.openxmlformats.org/drawingml/2006/main">
            <a:r>
              <a:t>https://docs.python.org/3.12/tutorial/classes.html#inheritance</a:t>
            </a:r>
          </a:p>
          <a:p xmlns:a="http://schemas.openxmlformats.org/drawingml/2006/main">
            <a:r>
              <a:t>https://docs.python.org/3.12/library/functions.html#super</a:t>
            </a:r>
          </a:p>
          <a:p xmlns:a="http://schemas.openxmlformats.org/drawingml/2006/main">
            <a:r>
              <a:t>https://www.pygame.org/docs/ref/sprite.html</a:t>
            </a:r>
          </a:p>
          <a:p xmlns:a="http://schemas.openxmlformats.org/drawingml/2006/main">
            <a:r>
              <a:t>Course shooter: actors.py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References</a:t>
            </a:r>
          </a:p>
          <a:p xmlns:a="http://schemas.openxmlformats.org/drawingml/2006/main">
            <a:r>
              <a:t>https://docs.python.org/3.12/tutorial/classes.html#inheritance</a:t>
            </a:r>
          </a:p>
          <a:p xmlns:a="http://schemas.openxmlformats.org/drawingml/2006/main">
            <a:r>
              <a:t>https://docs.python.org/3.12/library/functions.html#super</a:t>
            </a:r>
          </a:p>
          <a:p xmlns:a="http://schemas.openxmlformats.org/drawingml/2006/main">
            <a:r>
              <a:t>https://www.pygame.org/docs/ref/sprite.html</a:t>
            </a:r>
          </a:p>
          <a:p xmlns:a="http://schemas.openxmlformats.org/drawingml/2006/main">
            <a:r>
              <a:t>Course shooter: actors.py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References</a:t>
            </a:r>
          </a:p>
          <a:p xmlns:a="http://schemas.openxmlformats.org/drawingml/2006/main">
            <a:r>
              <a:t>https://docs.python.org/3.12/tutorial/classes.html#inheritance</a:t>
            </a:r>
          </a:p>
          <a:p xmlns:a="http://schemas.openxmlformats.org/drawingml/2006/main">
            <a:r>
              <a:t>https://docs.python.org/3.12/library/functions.html#super</a:t>
            </a:r>
          </a:p>
          <a:p xmlns:a="http://schemas.openxmlformats.org/drawingml/2006/main">
            <a:r>
              <a:t>https://www.pygame.org/docs/ref/sprite.html</a:t>
            </a:r>
          </a:p>
          <a:p xmlns:a="http://schemas.openxmlformats.org/drawingml/2006/main">
            <a:r>
              <a:t>Course shooter: actors.py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References</a:t>
            </a:r>
          </a:p>
          <a:p xmlns:a="http://schemas.openxmlformats.org/drawingml/2006/main">
            <a:r>
              <a:t>https://docs.python.org/3.12/tutorial/classes.html#inheritance</a:t>
            </a:r>
          </a:p>
          <a:p xmlns:a="http://schemas.openxmlformats.org/drawingml/2006/main">
            <a:r>
              <a:t>https://docs.python.org/3.12/library/functions.html#super</a:t>
            </a:r>
          </a:p>
          <a:p xmlns:a="http://schemas.openxmlformats.org/drawingml/2006/main">
            <a:r>
              <a:t>https://www.pygame.org/docs/ref/sprite.html</a:t>
            </a:r>
          </a:p>
          <a:p xmlns:a="http://schemas.openxmlformats.org/drawingml/2006/main">
            <a:r>
              <a:t>Course shooter: actors.py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References</a:t>
            </a:r>
          </a:p>
          <a:p xmlns:a="http://schemas.openxmlformats.org/drawingml/2006/main">
            <a:r>
              <a:t>https://docs.python.org/3.12/tutorial/classes.html#inheritance</a:t>
            </a:r>
          </a:p>
          <a:p xmlns:a="http://schemas.openxmlformats.org/drawingml/2006/main">
            <a:r>
              <a:t>https://docs.python.org/3.12/library/functions.html#super</a:t>
            </a:r>
          </a:p>
          <a:p xmlns:a="http://schemas.openxmlformats.org/drawingml/2006/main">
            <a:r>
              <a:t>https://www.pygame.org/docs/ref/sprite.html</a:t>
            </a:r>
          </a:p>
          <a:p xmlns:a="http://schemas.openxmlformats.org/drawingml/2006/main">
            <a:r>
              <a:t>Course shooter: actors.py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References</a:t>
            </a:r>
          </a:p>
          <a:p xmlns:a="http://schemas.openxmlformats.org/drawingml/2006/main">
            <a:r>
              <a:t>https://docs.python.org/3.12/tutorial/classes.html#inheritance</a:t>
            </a:r>
          </a:p>
          <a:p xmlns:a="http://schemas.openxmlformats.org/drawingml/2006/main">
            <a:r>
              <a:t>https://docs.python.org/3.12/library/functions.html#super</a:t>
            </a:r>
          </a:p>
          <a:p xmlns:a="http://schemas.openxmlformats.org/drawingml/2006/main">
            <a:r>
              <a:t>https://www.pygame.org/docs/ref/sprite.html</a:t>
            </a:r>
          </a:p>
          <a:p xmlns:a="http://schemas.openxmlformats.org/drawingml/2006/main">
            <a:r>
              <a:t>Course shooter: actors.py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References</a:t>
            </a:r>
          </a:p>
          <a:p xmlns:a="http://schemas.openxmlformats.org/drawingml/2006/main">
            <a:r>
              <a:t>https://docs.python.org/3.12/tutorial/classes.html#inheritance</a:t>
            </a:r>
          </a:p>
          <a:p xmlns:a="http://schemas.openxmlformats.org/drawingml/2006/main">
            <a:r>
              <a:t>https://docs.python.org/3.12/library/functions.html#super</a:t>
            </a:r>
          </a:p>
          <a:p xmlns:a="http://schemas.openxmlformats.org/drawingml/2006/main">
            <a:r>
              <a:t>https://www.pygame.org/docs/ref/sprite.html</a:t>
            </a:r>
          </a:p>
          <a:p xmlns:a="http://schemas.openxmlformats.org/drawingml/2006/main">
            <a:r>
              <a:t>Course shooter: actors.py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c53969239b6e41c7"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3e9839fbdeb14c52"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9ebca1c0fffd4020"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34bc13c038274fad"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434cb75be2f8438f"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700587a867274af4"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B4DFA09-7FF9-4C73-B72C-4F66C10F68F2}"/>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78317FF9-0996-4D41-90EE-CE05D66B7F88}"/>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83F9C706-729F-4882-A676-1FF513E46F33}"/>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2595A212-A57F-46CC-9EC3-84CCA3668F95}"/>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B728EE45-3AB1-4AA2-BC3E-747ABF31EAC4}"/>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ECBB601D-7E2E-4C39-A1C8-A5E7893DA226}"/>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5C670235-EFDE-4D42-908B-56A7F5E570FA}"/>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1D1C2BD0-EBD7-4E46-B1E9-3087EA132709}"/>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1BC36D1E-4FA7-42FC-9FED-D4DBA28996EE}"/>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5B101BA8-6DE9-4DF9-AC1D-1ECC97106391}"/>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e9649629ec234d08" /><Relationship Type="http://schemas.openxmlformats.org/officeDocument/2006/relationships/slideLayout" Target="/ppt/slideLayouts/slideLayout1.xml" Id="Rc6e7425fedb0486a" /><Relationship Type="http://schemas.openxmlformats.org/officeDocument/2006/relationships/slideLayout" Target="/ppt/slideLayouts/slideLayout2.xml" Id="R5bc5638ec3e343ce" /><Relationship Type="http://schemas.openxmlformats.org/officeDocument/2006/relationships/slideLayout" Target="/ppt/slideLayouts/slideLayout3.xml" Id="R56bf6860ec1748d2" /><Relationship Type="http://schemas.openxmlformats.org/officeDocument/2006/relationships/slideLayout" Target="/ppt/slideLayouts/slideLayout4.xml" Id="R9eb165b0d6664255" /><Relationship Type="http://schemas.openxmlformats.org/officeDocument/2006/relationships/slideLayout" Target="/ppt/slideLayouts/slideLayout5.xml" Id="R368b912a83d840ec" /><Relationship Type="http://schemas.openxmlformats.org/officeDocument/2006/relationships/slideLayout" Target="/ppt/slideLayouts/slideLayout6.xml" Id="R5ccf7c19b8274efb"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c6e7425fedb0486a"/>
    <p:sldLayoutId xmlns:r="http://schemas.openxmlformats.org/officeDocument/2006/relationships" id="2147483650" r:id="R5bc5638ec3e343ce"/>
    <p:sldLayoutId xmlns:r="http://schemas.openxmlformats.org/officeDocument/2006/relationships" id="2147483651" r:id="R56bf6860ec1748d2"/>
    <p:sldLayoutId xmlns:r="http://schemas.openxmlformats.org/officeDocument/2006/relationships" id="2147483652" r:id="R9eb165b0d6664255"/>
    <p:sldLayoutId xmlns:r="http://schemas.openxmlformats.org/officeDocument/2006/relationships" id="2147483653" r:id="R368b912a83d840ec"/>
    <p:sldLayoutId xmlns:r="http://schemas.openxmlformats.org/officeDocument/2006/relationships" id="2147483654" r:id="R5ccf7c19b8274efb"/>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90ed0a999bc84c33" /><Relationship Type="http://schemas.openxmlformats.org/officeDocument/2006/relationships/notesSlide" Target="/ppt/notesSlides/notesSlide1.xml" Id="Rf0b2730f6e494114"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8228b39831de4a29" /><Relationship Type="http://schemas.openxmlformats.org/officeDocument/2006/relationships/notesSlide" Target="/ppt/notesSlides/notesSlide2.xml" Id="R62e3155e56614f7d"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1e05be40205c4ff2" /><Relationship Type="http://schemas.openxmlformats.org/officeDocument/2006/relationships/notesSlide" Target="/ppt/notesSlides/notesSlide3.xml" Id="R98e77864aa594ab4"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50988b40a66d49bd" /><Relationship Type="http://schemas.openxmlformats.org/officeDocument/2006/relationships/notesSlide" Target="/ppt/notesSlides/notesSlide4.xml" Id="Rfddaa3b8693f455d"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f27813fc20aa475d" /><Relationship Type="http://schemas.openxmlformats.org/officeDocument/2006/relationships/notesSlide" Target="/ppt/notesSlides/notesSlide5.xml" Id="R55ebf1f82e9941e9"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d0c7b75b668a437b" /><Relationship Type="http://schemas.openxmlformats.org/officeDocument/2006/relationships/notesSlide" Target="/ppt/notesSlides/notesSlide6.xml" Id="R09d79c4eda814e47"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6f95673ec2234e9f" /><Relationship Type="http://schemas.openxmlformats.org/officeDocument/2006/relationships/notesSlide" Target="/ppt/notesSlides/notesSlide7.xml" Id="R6746f8c9f2204a2d"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7e7fe52f3b9c4eaf" /><Relationship Type="http://schemas.openxmlformats.org/officeDocument/2006/relationships/notesSlide" Target="/ppt/notesSlides/notesSlide8.xml" Id="R06786ff0eb394e9b"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fb9454eb03de4eae" /><Relationship Type="http://schemas.openxmlformats.org/officeDocument/2006/relationships/notesSlide" Target="/ppt/notesSlides/notesSlide9.xml" Id="R603fee11768f4a82"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d30d4b97fec649ef" /><Relationship Type="http://schemas.openxmlformats.org/officeDocument/2006/relationships/notesSlide" Target="/ppt/notesSlides/notesSlide10.xml" Id="R5967b7a387b84b3d"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89e61c9877d74559" /><Relationship Type="http://schemas.openxmlformats.org/officeDocument/2006/relationships/notesSlide" Target="/ppt/notesSlides/notesSlide11.xml" Id="Rfa7cc5ed04a14487"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a06b7b34eca34214" /><Relationship Type="http://schemas.openxmlformats.org/officeDocument/2006/relationships/notesSlide" Target="/ppt/notesSlides/notesSlide12.xml" Id="R9ee649b5b0914c49"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91fa72d3ed41492f" /><Relationship Type="http://schemas.openxmlformats.org/officeDocument/2006/relationships/notesSlide" Target="/ppt/notesSlides/notesSlide13.xml" Id="Rcfd3391ec6b24c79"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766032fc5c0f41c8" /><Relationship Type="http://schemas.openxmlformats.org/officeDocument/2006/relationships/notesSlide" Target="/ppt/notesSlides/notesSlide14.xml" Id="R00d540e6a023440d"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357d87eee6874c08" /><Relationship Type="http://schemas.openxmlformats.org/officeDocument/2006/relationships/notesSlide" Target="/ppt/notesSlides/notesSlide15.xml" Id="Ra212bea3d0b94f67"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0f349c6b62dd451c" /><Relationship Type="http://schemas.openxmlformats.org/officeDocument/2006/relationships/notesSlide" Target="/ppt/notesSlides/notesSlide16.xml" Id="R398b59fc01fa4cac"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ba9c7d2b7d944113" /><Relationship Type="http://schemas.openxmlformats.org/officeDocument/2006/relationships/notesSlide" Target="/ppt/notesSlides/notesSlide17.xml" Id="Rcdbd6672c54144f1"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a61649d966674758" /><Relationship Type="http://schemas.openxmlformats.org/officeDocument/2006/relationships/notesSlide" Target="/ppt/notesSlides/notesSlide18.xml" Id="R6db70075ec1e4504"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6af13b0fa8e1456c" /><Relationship Type="http://schemas.openxmlformats.org/officeDocument/2006/relationships/notesSlide" Target="/ppt/notesSlides/notesSlide19.xml" Id="R65d4c03793a346bf"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f8f37ff5281e4259" /><Relationship Type="http://schemas.openxmlformats.org/officeDocument/2006/relationships/notesSlide" Target="/ppt/notesSlides/notesSlide20.xml" Id="R9a6b3febc8f64ab3"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58264d653d0043d6" /><Relationship Type="http://schemas.openxmlformats.org/officeDocument/2006/relationships/notesSlide" Target="/ppt/notesSlides/notesSlide21.xml" Id="R85a0e8ff0b9c4533"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98a5ce12fe8b44c5" /><Relationship Type="http://schemas.openxmlformats.org/officeDocument/2006/relationships/notesSlide" Target="/ppt/notesSlides/notesSlide22.xml" Id="R4e124e74846442d7"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98e44629fee44ffd" /><Relationship Type="http://schemas.openxmlformats.org/officeDocument/2006/relationships/hyperlink" Target="https://minhuangyuntech.github.io/oo2026/materials/week-7-examples.zip" TargetMode="External" Id="R154c04a80a3341cc" /><Relationship Type="http://schemas.openxmlformats.org/officeDocument/2006/relationships/notesSlide" Target="/ppt/notesSlides/notesSlide23.xml" Id="Rea7f5a3436234806"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8e2ac02332d84f97" /><Relationship Type="http://schemas.openxmlformats.org/officeDocument/2006/relationships/notesSlide" Target="/ppt/notesSlides/notesSlide24.xml" Id="R983e4ed90f0e412f" /></Relationships>
</file>

<file path=ppt/slides/slide1.xml><?xml version="1.0" encoding="utf-8"?>
<p:sld xmlns:p="http://schemas.openxmlformats.org/presentationml/2006/main">
  <p:cSld>
    <p:bg>
      <p:bgPr>
        <a:solidFill xmlns:a="http://schemas.openxmlformats.org/drawingml/2006/main">
          <a:srgbClr val="0B1422"/>
        </a:solidFill>
      </p:bgPr>
    </p:bg>
    <p:spTree>
      <p:nvGrpSpPr>
        <p:cNvPr id="1" name=""/>
        <p:cNvGrpSpPr/>
        <p:nvPr/>
      </p:nvGrpSpPr>
      <p:grpSpPr>
        <a:xfrm xmlns:a="http://schemas.openxmlformats.org/drawingml/2006/main"/>
      </p:grpSpPr>
      <p:sp>
        <p:nvSpPr>
          <p:cNvPr id="6" name="PYTHON OOP  /  第7週">
            <a:extLst xmlns:a="http://schemas.openxmlformats.org/drawingml/2006/main">
              <a:ext uri="{FF2B5EF4-FFF2-40B4-BE49-F238E27FC236}">
                <a16:creationId xmlns:a16="http://schemas.microsoft.com/office/drawing/2014/main" id="{4D786B30-995E-42A6-99BC-62EC72BA8489}"/>
              </a:ext>
            </a:extLst>
          </p:cNvPr>
          <p:cNvSpPr>
            <a:spLocks xmlns:a="http://schemas.openxmlformats.org/drawingml/2006/main" noGrp="1"/>
          </p:cNvSpPr>
          <p:nvPr/>
        </p:nvSpPr>
        <p:spPr>
          <a:xfrm xmlns:a="http://schemas.openxmlformats.org/drawingml/2006/main">
            <a:off x="590550" y="609600"/>
            <a:ext cx="110013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68EDBE"/>
                </a:solidFill>
                <a:latin typeface="Yu Gothic"/>
                <a:ea typeface="Yu Gothic"/>
                <a:cs typeface="Yu Gothic"/>
              </a:defRPr>
            </a:defPPr>
            <a:lvl1pPr algn="l">
              <a:defRPr sz="2025" b="1">
                <a:solidFill>
                  <a:srgbClr val="68EDBE"/>
                </a:solidFill>
                <a:latin typeface="Yu Gothic"/>
                <a:ea typeface="Yu Gothic"/>
                <a:cs typeface="Yu Gothic"/>
              </a:defRPr>
            </a:lvl1pPr>
            <a:lvl2pPr algn="l">
              <a:defRPr sz="2025" b="1">
                <a:solidFill>
                  <a:srgbClr val="68EDBE"/>
                </a:solidFill>
                <a:latin typeface="Yu Gothic"/>
                <a:ea typeface="Yu Gothic"/>
                <a:cs typeface="Yu Gothic"/>
              </a:defRPr>
            </a:lvl2pPr>
            <a:lvl3pPr algn="l">
              <a:defRPr sz="2025" b="1">
                <a:solidFill>
                  <a:srgbClr val="68EDBE"/>
                </a:solidFill>
                <a:latin typeface="Yu Gothic"/>
                <a:ea typeface="Yu Gothic"/>
                <a:cs typeface="Yu Gothic"/>
              </a:defRPr>
            </a:lvl3pPr>
            <a:lvl4pPr algn="l">
              <a:defRPr sz="2025" b="1">
                <a:solidFill>
                  <a:srgbClr val="68EDBE"/>
                </a:solidFill>
                <a:latin typeface="Yu Gothic"/>
                <a:ea typeface="Yu Gothic"/>
                <a:cs typeface="Yu Gothic"/>
              </a:defRPr>
            </a:lvl4pPr>
            <a:lvl5pPr algn="l">
              <a:defRPr sz="2025" b="1">
                <a:solidFill>
                  <a:srgbClr val="68EDBE"/>
                </a:solidFill>
                <a:latin typeface="Yu Gothic"/>
                <a:ea typeface="Yu Gothic"/>
                <a:cs typeface="Yu Gothic"/>
              </a:defRPr>
            </a:lvl5pPr>
            <a:lvl6pPr algn="l">
              <a:defRPr sz="2025" b="1">
                <a:solidFill>
                  <a:srgbClr val="68EDBE"/>
                </a:solidFill>
                <a:latin typeface="Yu Gothic"/>
                <a:ea typeface="Yu Gothic"/>
                <a:cs typeface="Yu Gothic"/>
              </a:defRPr>
            </a:lvl6pPr>
            <a:lvl7pPr algn="l">
              <a:defRPr sz="2025" b="1">
                <a:solidFill>
                  <a:srgbClr val="68EDBE"/>
                </a:solidFill>
                <a:latin typeface="Yu Gothic"/>
                <a:ea typeface="Yu Gothic"/>
                <a:cs typeface="Yu Gothic"/>
              </a:defRPr>
            </a:lvl7pPr>
            <a:lvl8pPr algn="l">
              <a:defRPr sz="2025" b="1">
                <a:solidFill>
                  <a:srgbClr val="68EDBE"/>
                </a:solidFill>
                <a:latin typeface="Yu Gothic"/>
                <a:ea typeface="Yu Gothic"/>
                <a:cs typeface="Yu Gothic"/>
              </a:defRPr>
            </a:lvl8pPr>
            <a:lvl9pPr algn="l">
              <a:defRPr sz="2025" b="1">
                <a:solidFill>
                  <a:srgbClr val="68EDBE"/>
                </a:solidFill>
                <a:latin typeface="Yu Gothic"/>
                <a:ea typeface="Yu Gothic"/>
                <a:cs typeface="Yu Gothic"/>
              </a:defRPr>
            </a:lvl9pPr>
          </a:lstStyle>
          <a:p xmlns:a="http://schemas.openxmlformats.org/drawingml/2006/main">
            <a:pPr algn="l">
              <a:defRPr sz="2025" b="1">
                <a:solidFill>
                  <a:srgbClr val="68EDBE"/>
                </a:solidFill>
                <a:latin typeface="Yu Gothic"/>
                <a:ea typeface="Yu Gothic"/>
                <a:cs typeface="Yu Gothic"/>
              </a:defRPr>
            </a:pPr>
            <a:r>
              <a:rPr sz="2025" b="1">
                <a:solidFill>
                  <a:srgbClr val="68EDBE"/>
                </a:solidFill>
                <a:latin typeface="Yu Gothic"/>
                <a:ea typeface="Yu Gothic"/>
                <a:cs typeface="Yu Gothic"/>
              </a:rPr>
              <a:t>PYTHON OOP  /  第7週</a:t>
            </a:r>
          </a:p>
        </p:txBody>
      </p:sp>
      <p:sp>
        <p:nvSpPr>
          <p:cNvPr id="2" name="継承とクラス階層">
            <a:extLst xmlns:a="http://schemas.openxmlformats.org/drawingml/2006/main">
              <a:ext uri="{FF2B5EF4-FFF2-40B4-BE49-F238E27FC236}">
                <a16:creationId xmlns:a16="http://schemas.microsoft.com/office/drawing/2014/main" id="{007F27A0-E3EB-4823-9A03-2BDDCF88863F}"/>
              </a:ext>
            </a:extLst>
          </p:cNvPr>
          <p:cNvSpPr>
            <a:spLocks xmlns:a="http://schemas.openxmlformats.org/drawingml/2006/main" noGrp="1"/>
          </p:cNvSpPr>
          <p:nvPr/>
        </p:nvSpPr>
        <p:spPr>
          <a:xfrm xmlns:a="http://schemas.openxmlformats.org/drawingml/2006/main">
            <a:off x="561975" y="1857375"/>
            <a:ext cx="11049000" cy="2305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800" b="1">
                <a:solidFill>
                  <a:srgbClr val="EDF4FB"/>
                </a:solidFill>
                <a:latin typeface="Yu Gothic"/>
                <a:ea typeface="Yu Gothic"/>
                <a:cs typeface="Yu Gothic"/>
              </a:defRPr>
            </a:defPPr>
            <a:lvl1pPr algn="l">
              <a:defRPr sz="4800" b="1">
                <a:solidFill>
                  <a:srgbClr val="EDF4FB"/>
                </a:solidFill>
                <a:latin typeface="Yu Gothic"/>
                <a:ea typeface="Yu Gothic"/>
                <a:cs typeface="Yu Gothic"/>
              </a:defRPr>
            </a:lvl1pPr>
            <a:lvl2pPr algn="l">
              <a:defRPr sz="4800" b="1">
                <a:solidFill>
                  <a:srgbClr val="EDF4FB"/>
                </a:solidFill>
                <a:latin typeface="Yu Gothic"/>
                <a:ea typeface="Yu Gothic"/>
                <a:cs typeface="Yu Gothic"/>
              </a:defRPr>
            </a:lvl2pPr>
            <a:lvl3pPr algn="l">
              <a:defRPr sz="4800" b="1">
                <a:solidFill>
                  <a:srgbClr val="EDF4FB"/>
                </a:solidFill>
                <a:latin typeface="Yu Gothic"/>
                <a:ea typeface="Yu Gothic"/>
                <a:cs typeface="Yu Gothic"/>
              </a:defRPr>
            </a:lvl3pPr>
            <a:lvl4pPr algn="l">
              <a:defRPr sz="4800" b="1">
                <a:solidFill>
                  <a:srgbClr val="EDF4FB"/>
                </a:solidFill>
                <a:latin typeface="Yu Gothic"/>
                <a:ea typeface="Yu Gothic"/>
                <a:cs typeface="Yu Gothic"/>
              </a:defRPr>
            </a:lvl4pPr>
            <a:lvl5pPr algn="l">
              <a:defRPr sz="4800" b="1">
                <a:solidFill>
                  <a:srgbClr val="EDF4FB"/>
                </a:solidFill>
                <a:latin typeface="Yu Gothic"/>
                <a:ea typeface="Yu Gothic"/>
                <a:cs typeface="Yu Gothic"/>
              </a:defRPr>
            </a:lvl5pPr>
            <a:lvl6pPr algn="l">
              <a:defRPr sz="4800" b="1">
                <a:solidFill>
                  <a:srgbClr val="EDF4FB"/>
                </a:solidFill>
                <a:latin typeface="Yu Gothic"/>
                <a:ea typeface="Yu Gothic"/>
                <a:cs typeface="Yu Gothic"/>
              </a:defRPr>
            </a:lvl6pPr>
            <a:lvl7pPr algn="l">
              <a:defRPr sz="4800" b="1">
                <a:solidFill>
                  <a:srgbClr val="EDF4FB"/>
                </a:solidFill>
                <a:latin typeface="Yu Gothic"/>
                <a:ea typeface="Yu Gothic"/>
                <a:cs typeface="Yu Gothic"/>
              </a:defRPr>
            </a:lvl7pPr>
            <a:lvl8pPr algn="l">
              <a:defRPr sz="4800" b="1">
                <a:solidFill>
                  <a:srgbClr val="EDF4FB"/>
                </a:solidFill>
                <a:latin typeface="Yu Gothic"/>
                <a:ea typeface="Yu Gothic"/>
                <a:cs typeface="Yu Gothic"/>
              </a:defRPr>
            </a:lvl8pPr>
            <a:lvl9pPr algn="l">
              <a:defRPr sz="4800" b="1">
                <a:solidFill>
                  <a:srgbClr val="EDF4FB"/>
                </a:solidFill>
                <a:latin typeface="Yu Gothic"/>
                <a:ea typeface="Yu Gothic"/>
                <a:cs typeface="Yu Gothic"/>
              </a:defRPr>
            </a:lvl9pPr>
          </a:lstStyle>
          <a:p xmlns:a="http://schemas.openxmlformats.org/drawingml/2006/main">
            <a:pPr algn="l">
              <a:defRPr sz="4800" b="1">
                <a:solidFill>
                  <a:srgbClr val="EDF4FB"/>
                </a:solidFill>
                <a:latin typeface="Yu Gothic"/>
                <a:ea typeface="Yu Gothic"/>
                <a:cs typeface="Yu Gothic"/>
              </a:defRPr>
            </a:pPr>
            <a:r>
              <a:rPr sz="4800" b="1">
                <a:solidFill>
                  <a:srgbClr val="EDF4FB"/>
                </a:solidFill>
                <a:latin typeface="Yu Gothic"/>
                <a:ea typeface="Yu Gothic"/>
                <a:cs typeface="Yu Gothic"/>
              </a:rPr>
              <a:t>継承とクラス階層</a:t>
            </a:r>
          </a:p>
        </p:txBody>
      </p:sp>
      <p:sp>
        <p:nvSpPr>
          <p:cNvPr id="3" name="シューティングゲームで共通の動作と派生クラスを学ぶ">
            <a:extLst xmlns:a="http://schemas.openxmlformats.org/drawingml/2006/main">
              <a:ext uri="{FF2B5EF4-FFF2-40B4-BE49-F238E27FC236}">
                <a16:creationId xmlns:a16="http://schemas.microsoft.com/office/drawing/2014/main" id="{B65A6425-5D52-45E1-B0A1-714427662175}"/>
              </a:ext>
            </a:extLst>
          </p:cNvPr>
          <p:cNvSpPr>
            <a:spLocks xmlns:a="http://schemas.openxmlformats.org/drawingml/2006/main" noGrp="1"/>
          </p:cNvSpPr>
          <p:nvPr/>
        </p:nvSpPr>
        <p:spPr>
          <a:xfrm xmlns:a="http://schemas.openxmlformats.org/drawingml/2006/main">
            <a:off x="609600" y="4857750"/>
            <a:ext cx="106680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0">
                <a:solidFill>
                  <a:srgbClr val="EDF4FB"/>
                </a:solidFill>
                <a:latin typeface="Yu Gothic"/>
                <a:ea typeface="Yu Gothic"/>
                <a:cs typeface="Yu Gothic"/>
              </a:defRPr>
            </a:defPPr>
            <a:lvl1pPr algn="l">
              <a:defRPr sz="2400" b="0">
                <a:solidFill>
                  <a:srgbClr val="EDF4FB"/>
                </a:solidFill>
                <a:latin typeface="Yu Gothic"/>
                <a:ea typeface="Yu Gothic"/>
                <a:cs typeface="Yu Gothic"/>
              </a:defRPr>
            </a:lvl1pPr>
            <a:lvl2pPr algn="l">
              <a:defRPr sz="2400" b="0">
                <a:solidFill>
                  <a:srgbClr val="EDF4FB"/>
                </a:solidFill>
                <a:latin typeface="Yu Gothic"/>
                <a:ea typeface="Yu Gothic"/>
                <a:cs typeface="Yu Gothic"/>
              </a:defRPr>
            </a:lvl2pPr>
            <a:lvl3pPr algn="l">
              <a:defRPr sz="2400" b="0">
                <a:solidFill>
                  <a:srgbClr val="EDF4FB"/>
                </a:solidFill>
                <a:latin typeface="Yu Gothic"/>
                <a:ea typeface="Yu Gothic"/>
                <a:cs typeface="Yu Gothic"/>
              </a:defRPr>
            </a:lvl3pPr>
            <a:lvl4pPr algn="l">
              <a:defRPr sz="2400" b="0">
                <a:solidFill>
                  <a:srgbClr val="EDF4FB"/>
                </a:solidFill>
                <a:latin typeface="Yu Gothic"/>
                <a:ea typeface="Yu Gothic"/>
                <a:cs typeface="Yu Gothic"/>
              </a:defRPr>
            </a:lvl4pPr>
            <a:lvl5pPr algn="l">
              <a:defRPr sz="2400" b="0">
                <a:solidFill>
                  <a:srgbClr val="EDF4FB"/>
                </a:solidFill>
                <a:latin typeface="Yu Gothic"/>
                <a:ea typeface="Yu Gothic"/>
                <a:cs typeface="Yu Gothic"/>
              </a:defRPr>
            </a:lvl5pPr>
            <a:lvl6pPr algn="l">
              <a:defRPr sz="2400" b="0">
                <a:solidFill>
                  <a:srgbClr val="EDF4FB"/>
                </a:solidFill>
                <a:latin typeface="Yu Gothic"/>
                <a:ea typeface="Yu Gothic"/>
                <a:cs typeface="Yu Gothic"/>
              </a:defRPr>
            </a:lvl6pPr>
            <a:lvl7pPr algn="l">
              <a:defRPr sz="2400" b="0">
                <a:solidFill>
                  <a:srgbClr val="EDF4FB"/>
                </a:solidFill>
                <a:latin typeface="Yu Gothic"/>
                <a:ea typeface="Yu Gothic"/>
                <a:cs typeface="Yu Gothic"/>
              </a:defRPr>
            </a:lvl7pPr>
            <a:lvl8pPr algn="l">
              <a:defRPr sz="2400" b="0">
                <a:solidFill>
                  <a:srgbClr val="EDF4FB"/>
                </a:solidFill>
                <a:latin typeface="Yu Gothic"/>
                <a:ea typeface="Yu Gothic"/>
                <a:cs typeface="Yu Gothic"/>
              </a:defRPr>
            </a:lvl8pPr>
            <a:lvl9pPr algn="l">
              <a:defRPr sz="2400" b="0">
                <a:solidFill>
                  <a:srgbClr val="EDF4FB"/>
                </a:solidFill>
                <a:latin typeface="Yu Gothic"/>
                <a:ea typeface="Yu Gothic"/>
                <a:cs typeface="Yu Gothic"/>
              </a:defRPr>
            </a:lvl9pPr>
          </a:lstStyle>
          <a:p xmlns:a="http://schemas.openxmlformats.org/drawingml/2006/main">
            <a:pPr algn="l">
              <a:defRPr sz="2400" b="0">
                <a:solidFill>
                  <a:srgbClr val="EDF4FB"/>
                </a:solidFill>
                <a:latin typeface="Yu Gothic"/>
                <a:ea typeface="Yu Gothic"/>
                <a:cs typeface="Yu Gothic"/>
              </a:defRPr>
            </a:pPr>
            <a:r>
              <a:rPr sz="2400" b="0">
                <a:solidFill>
                  <a:srgbClr val="EDF4FB"/>
                </a:solidFill>
                <a:latin typeface="Yu Gothic"/>
                <a:ea typeface="Yu Gothic"/>
                <a:cs typeface="Yu Gothic"/>
              </a:rPr>
              <a:t>シューティングゲームで共通の動作と派生クラスを学ぶ</a:t>
            </a:r>
          </a:p>
        </p:txBody>
      </p:sp>
      <p:sp>
        <p:nvSpPr>
          <p:cNvPr id="4" name="Actor · Enemy · Bullet · super() · MRO">
            <a:extLst xmlns:a="http://schemas.openxmlformats.org/drawingml/2006/main">
              <a:ext uri="{FF2B5EF4-FFF2-40B4-BE49-F238E27FC236}">
                <a16:creationId xmlns:a16="http://schemas.microsoft.com/office/drawing/2014/main" id="{50CBE5A2-0B76-4E7C-A272-06654D163D58}"/>
              </a:ext>
            </a:extLst>
          </p:cNvPr>
          <p:cNvSpPr>
            <a:spLocks xmlns:a="http://schemas.openxmlformats.org/drawingml/2006/main" noGrp="1"/>
          </p:cNvSpPr>
          <p:nvPr/>
        </p:nvSpPr>
        <p:spPr>
          <a:xfrm xmlns:a="http://schemas.openxmlformats.org/drawingml/2006/main">
            <a:off x="609600" y="6115050"/>
            <a:ext cx="1057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68EDBE"/>
                </a:solidFill>
                <a:latin typeface="Consolas"/>
                <a:ea typeface="Consolas"/>
                <a:cs typeface="Consolas"/>
              </a:defRPr>
            </a:defPPr>
            <a:lvl1pPr algn="l">
              <a:defRPr sz="1800" b="0">
                <a:solidFill>
                  <a:srgbClr val="68EDBE"/>
                </a:solidFill>
                <a:latin typeface="Consolas"/>
                <a:ea typeface="Consolas"/>
                <a:cs typeface="Consolas"/>
              </a:defRPr>
            </a:lvl1pPr>
            <a:lvl2pPr algn="l">
              <a:defRPr sz="1800" b="0">
                <a:solidFill>
                  <a:srgbClr val="68EDBE"/>
                </a:solidFill>
                <a:latin typeface="Consolas"/>
                <a:ea typeface="Consolas"/>
                <a:cs typeface="Consolas"/>
              </a:defRPr>
            </a:lvl2pPr>
            <a:lvl3pPr algn="l">
              <a:defRPr sz="1800" b="0">
                <a:solidFill>
                  <a:srgbClr val="68EDBE"/>
                </a:solidFill>
                <a:latin typeface="Consolas"/>
                <a:ea typeface="Consolas"/>
                <a:cs typeface="Consolas"/>
              </a:defRPr>
            </a:lvl3pPr>
            <a:lvl4pPr algn="l">
              <a:defRPr sz="1800" b="0">
                <a:solidFill>
                  <a:srgbClr val="68EDBE"/>
                </a:solidFill>
                <a:latin typeface="Consolas"/>
                <a:ea typeface="Consolas"/>
                <a:cs typeface="Consolas"/>
              </a:defRPr>
            </a:lvl4pPr>
            <a:lvl5pPr algn="l">
              <a:defRPr sz="1800" b="0">
                <a:solidFill>
                  <a:srgbClr val="68EDBE"/>
                </a:solidFill>
                <a:latin typeface="Consolas"/>
                <a:ea typeface="Consolas"/>
                <a:cs typeface="Consolas"/>
              </a:defRPr>
            </a:lvl5pPr>
            <a:lvl6pPr algn="l">
              <a:defRPr sz="1800" b="0">
                <a:solidFill>
                  <a:srgbClr val="68EDBE"/>
                </a:solidFill>
                <a:latin typeface="Consolas"/>
                <a:ea typeface="Consolas"/>
                <a:cs typeface="Consolas"/>
              </a:defRPr>
            </a:lvl6pPr>
            <a:lvl7pPr algn="l">
              <a:defRPr sz="1800" b="0">
                <a:solidFill>
                  <a:srgbClr val="68EDBE"/>
                </a:solidFill>
                <a:latin typeface="Consolas"/>
                <a:ea typeface="Consolas"/>
                <a:cs typeface="Consolas"/>
              </a:defRPr>
            </a:lvl7pPr>
            <a:lvl8pPr algn="l">
              <a:defRPr sz="1800" b="0">
                <a:solidFill>
                  <a:srgbClr val="68EDBE"/>
                </a:solidFill>
                <a:latin typeface="Consolas"/>
                <a:ea typeface="Consolas"/>
                <a:cs typeface="Consolas"/>
              </a:defRPr>
            </a:lvl8pPr>
            <a:lvl9pPr algn="l">
              <a:defRPr sz="1800" b="0">
                <a:solidFill>
                  <a:srgbClr val="68EDBE"/>
                </a:solidFill>
                <a:latin typeface="Consolas"/>
                <a:ea typeface="Consolas"/>
                <a:cs typeface="Consolas"/>
              </a:defRPr>
            </a:lvl9pPr>
          </a:lstStyle>
          <a:p xmlns:a="http://schemas.openxmlformats.org/drawingml/2006/main">
            <a:pPr algn="l">
              <a:defRPr sz="1800" b="0">
                <a:solidFill>
                  <a:srgbClr val="68EDBE"/>
                </a:solidFill>
                <a:latin typeface="Consolas"/>
                <a:ea typeface="Consolas"/>
                <a:cs typeface="Consolas"/>
              </a:defRPr>
            </a:pPr>
            <a:r>
              <a:rPr sz="1800" b="0">
                <a:solidFill>
                  <a:srgbClr val="68EDBE"/>
                </a:solidFill>
                <a:latin typeface="Consolas"/>
                <a:ea typeface="Consolas"/>
                <a:cs typeface="Consolas"/>
              </a:rPr>
              <a:t>Actor · Enemy · Bullet · super() · MRO</a:t>
            </a:r>
          </a:p>
        </p:txBody>
      </p:sp>
      <p:sp>
        <p:nvSpPr>
          <p:cNvPr id="5" name="01">
            <a:extLst xmlns:a="http://schemas.openxmlformats.org/drawingml/2006/main">
              <a:ext uri="{FF2B5EF4-FFF2-40B4-BE49-F238E27FC236}">
                <a16:creationId xmlns:a16="http://schemas.microsoft.com/office/drawing/2014/main" id="{3AA217CB-900E-4109-9C9F-5E3C6A2D307A}"/>
              </a:ext>
            </a:extLst>
          </p:cNvPr>
          <p:cNvSpPr>
            <a:spLocks xmlns:a="http://schemas.openxmlformats.org/drawingml/2006/main" noGrp="1"/>
          </p:cNvSpPr>
          <p:nvPr/>
        </p:nvSpPr>
        <p:spPr>
          <a:xfrm xmlns:a="http://schemas.openxmlformats.org/drawingml/2006/main">
            <a:off x="11163300" y="6543675"/>
            <a:ext cx="4572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EDF4FB"/>
                </a:solidFill>
                <a:latin typeface="Yu Gothic"/>
                <a:ea typeface="Yu Gothic"/>
                <a:cs typeface="Yu Gothic"/>
              </a:defRPr>
            </a:defPPr>
            <a:lvl1pPr algn="l">
              <a:defRPr sz="1200" b="0">
                <a:solidFill>
                  <a:srgbClr val="EDF4FB"/>
                </a:solidFill>
                <a:latin typeface="Yu Gothic"/>
                <a:ea typeface="Yu Gothic"/>
                <a:cs typeface="Yu Gothic"/>
              </a:defRPr>
            </a:lvl1pPr>
            <a:lvl2pPr algn="l">
              <a:defRPr sz="1200" b="0">
                <a:solidFill>
                  <a:srgbClr val="EDF4FB"/>
                </a:solidFill>
                <a:latin typeface="Yu Gothic"/>
                <a:ea typeface="Yu Gothic"/>
                <a:cs typeface="Yu Gothic"/>
              </a:defRPr>
            </a:lvl2pPr>
            <a:lvl3pPr algn="l">
              <a:defRPr sz="1200" b="0">
                <a:solidFill>
                  <a:srgbClr val="EDF4FB"/>
                </a:solidFill>
                <a:latin typeface="Yu Gothic"/>
                <a:ea typeface="Yu Gothic"/>
                <a:cs typeface="Yu Gothic"/>
              </a:defRPr>
            </a:lvl3pPr>
            <a:lvl4pPr algn="l">
              <a:defRPr sz="1200" b="0">
                <a:solidFill>
                  <a:srgbClr val="EDF4FB"/>
                </a:solidFill>
                <a:latin typeface="Yu Gothic"/>
                <a:ea typeface="Yu Gothic"/>
                <a:cs typeface="Yu Gothic"/>
              </a:defRPr>
            </a:lvl4pPr>
            <a:lvl5pPr algn="l">
              <a:defRPr sz="1200" b="0">
                <a:solidFill>
                  <a:srgbClr val="EDF4FB"/>
                </a:solidFill>
                <a:latin typeface="Yu Gothic"/>
                <a:ea typeface="Yu Gothic"/>
                <a:cs typeface="Yu Gothic"/>
              </a:defRPr>
            </a:lvl5pPr>
            <a:lvl6pPr algn="l">
              <a:defRPr sz="1200" b="0">
                <a:solidFill>
                  <a:srgbClr val="EDF4FB"/>
                </a:solidFill>
                <a:latin typeface="Yu Gothic"/>
                <a:ea typeface="Yu Gothic"/>
                <a:cs typeface="Yu Gothic"/>
              </a:defRPr>
            </a:lvl6pPr>
            <a:lvl7pPr algn="l">
              <a:defRPr sz="1200" b="0">
                <a:solidFill>
                  <a:srgbClr val="EDF4FB"/>
                </a:solidFill>
                <a:latin typeface="Yu Gothic"/>
                <a:ea typeface="Yu Gothic"/>
                <a:cs typeface="Yu Gothic"/>
              </a:defRPr>
            </a:lvl7pPr>
            <a:lvl8pPr algn="l">
              <a:defRPr sz="1200" b="0">
                <a:solidFill>
                  <a:srgbClr val="EDF4FB"/>
                </a:solidFill>
                <a:latin typeface="Yu Gothic"/>
                <a:ea typeface="Yu Gothic"/>
                <a:cs typeface="Yu Gothic"/>
              </a:defRPr>
            </a:lvl8pPr>
            <a:lvl9pPr algn="l">
              <a:defRPr sz="1200" b="0">
                <a:solidFill>
                  <a:srgbClr val="EDF4FB"/>
                </a:solidFill>
                <a:latin typeface="Yu Gothic"/>
                <a:ea typeface="Yu Gothic"/>
                <a:cs typeface="Yu Gothic"/>
              </a:defRPr>
            </a:lvl9pPr>
          </a:lstStyle>
          <a:p xmlns:a="http://schemas.openxmlformats.org/drawingml/2006/main">
            <a:pPr algn="l">
              <a:defRPr sz="1200" b="0">
                <a:solidFill>
                  <a:srgbClr val="EDF4FB"/>
                </a:solidFill>
                <a:latin typeface="Yu Gothic"/>
                <a:ea typeface="Yu Gothic"/>
                <a:cs typeface="Yu Gothic"/>
              </a:defRPr>
            </a:pPr>
            <a:r>
              <a:rPr sz="1200" b="0">
                <a:solidFill>
                  <a:srgbClr val="EDF4FB"/>
                </a:solidFill>
                <a:latin typeface="Yu Gothic"/>
                <a:ea typeface="Yu Gothic"/>
                <a:cs typeface="Yu Gothic"/>
              </a:rPr>
              <a:t>01</a:t>
            </a:r>
          </a:p>
        </p:txBody>
      </p:sp>
    </p:spTree>
    <p:extLst>
      <p:ext uri="{BB962C8B-B14F-4D97-AF65-F5344CB8AC3E}">
        <p14:creationId xmlns:p14="http://schemas.microsoft.com/office/powerpoint/2010/main" val="523282754"/>
      </p:ext>
    </p:extLst>
  </p:cSld>
</p:sld>
</file>

<file path=ppt/slides/slide2.xml><?xml version="1.0" encoding="utf-8"?>
<p:sld xmlns:p="http://schemas.openxmlformats.org/presentationml/2006/main">
  <p:cSld>
    <p:bg>
      <p:bgPr>
        <a:solidFill xmlns:a="http://schemas.openxmlformats.org/drawingml/2006/main">
          <a:srgbClr val="F5F7FA"/>
        </a:solidFill>
      </p:bgPr>
    </p:bg>
    <p:spTree>
      <p:nvGrpSpPr>
        <p:cNvPr id="1" name=""/>
        <p:cNvGrpSpPr/>
        <p:nvPr/>
      </p:nvGrpSpPr>
      <p:grpSpPr>
        <a:xfrm xmlns:a="http://schemas.openxmlformats.org/drawingml/2006/main"/>
      </p:grpSpPr>
      <p:sp>
        <p:nvSpPr>
          <p:cNvPr id="10" name="今週の学習内容">
            <a:extLst xmlns:a="http://schemas.openxmlformats.org/drawingml/2006/main">
              <a:ext uri="{FF2B5EF4-FFF2-40B4-BE49-F238E27FC236}">
                <a16:creationId xmlns:a16="http://schemas.microsoft.com/office/drawing/2014/main" id="{CCB007B0-BFC7-4261-86A9-A46FCFF40A47}"/>
              </a:ext>
            </a:extLst>
          </p:cNvPr>
          <p:cNvSpPr>
            <a:spLocks xmlns:a="http://schemas.openxmlformats.org/drawingml/2006/main" noGrp="1"/>
          </p:cNvSpPr>
          <p:nvPr/>
        </p:nvSpPr>
        <p:spPr>
          <a:xfrm xmlns:a="http://schemas.openxmlformats.org/drawingml/2006/main">
            <a:off x="561975" y="400050"/>
            <a:ext cx="110490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72C40"/>
                </a:solidFill>
                <a:latin typeface="Yu Gothic"/>
                <a:ea typeface="Yu Gothic"/>
                <a:cs typeface="Yu Gothic"/>
              </a:defRPr>
            </a:defPPr>
            <a:lvl1pPr algn="l">
              <a:defRPr sz="3300" b="1">
                <a:solidFill>
                  <a:srgbClr val="172C40"/>
                </a:solidFill>
                <a:latin typeface="Yu Gothic"/>
                <a:ea typeface="Yu Gothic"/>
                <a:cs typeface="Yu Gothic"/>
              </a:defRPr>
            </a:lvl1pPr>
            <a:lvl2pPr algn="l">
              <a:defRPr sz="3300" b="1">
                <a:solidFill>
                  <a:srgbClr val="172C40"/>
                </a:solidFill>
                <a:latin typeface="Yu Gothic"/>
                <a:ea typeface="Yu Gothic"/>
                <a:cs typeface="Yu Gothic"/>
              </a:defRPr>
            </a:lvl2pPr>
            <a:lvl3pPr algn="l">
              <a:defRPr sz="3300" b="1">
                <a:solidFill>
                  <a:srgbClr val="172C40"/>
                </a:solidFill>
                <a:latin typeface="Yu Gothic"/>
                <a:ea typeface="Yu Gothic"/>
                <a:cs typeface="Yu Gothic"/>
              </a:defRPr>
            </a:lvl3pPr>
            <a:lvl4pPr algn="l">
              <a:defRPr sz="3300" b="1">
                <a:solidFill>
                  <a:srgbClr val="172C40"/>
                </a:solidFill>
                <a:latin typeface="Yu Gothic"/>
                <a:ea typeface="Yu Gothic"/>
                <a:cs typeface="Yu Gothic"/>
              </a:defRPr>
            </a:lvl4pPr>
            <a:lvl5pPr algn="l">
              <a:defRPr sz="3300" b="1">
                <a:solidFill>
                  <a:srgbClr val="172C40"/>
                </a:solidFill>
                <a:latin typeface="Yu Gothic"/>
                <a:ea typeface="Yu Gothic"/>
                <a:cs typeface="Yu Gothic"/>
              </a:defRPr>
            </a:lvl5pPr>
            <a:lvl6pPr algn="l">
              <a:defRPr sz="3300" b="1">
                <a:solidFill>
                  <a:srgbClr val="172C40"/>
                </a:solidFill>
                <a:latin typeface="Yu Gothic"/>
                <a:ea typeface="Yu Gothic"/>
                <a:cs typeface="Yu Gothic"/>
              </a:defRPr>
            </a:lvl6pPr>
            <a:lvl7pPr algn="l">
              <a:defRPr sz="3300" b="1">
                <a:solidFill>
                  <a:srgbClr val="172C40"/>
                </a:solidFill>
                <a:latin typeface="Yu Gothic"/>
                <a:ea typeface="Yu Gothic"/>
                <a:cs typeface="Yu Gothic"/>
              </a:defRPr>
            </a:lvl7pPr>
            <a:lvl8pPr algn="l">
              <a:defRPr sz="3300" b="1">
                <a:solidFill>
                  <a:srgbClr val="172C40"/>
                </a:solidFill>
                <a:latin typeface="Yu Gothic"/>
                <a:ea typeface="Yu Gothic"/>
                <a:cs typeface="Yu Gothic"/>
              </a:defRPr>
            </a:lvl8pPr>
            <a:lvl9pPr algn="l">
              <a:defRPr sz="3300" b="1">
                <a:solidFill>
                  <a:srgbClr val="172C40"/>
                </a:solidFill>
                <a:latin typeface="Yu Gothic"/>
                <a:ea typeface="Yu Gothic"/>
                <a:cs typeface="Yu Gothic"/>
              </a:defRPr>
            </a:lvl9pPr>
          </a:lstStyle>
          <a:p xmlns:a="http://schemas.openxmlformats.org/drawingml/2006/main">
            <a:pPr algn="l">
              <a:defRPr sz="3300" b="1">
                <a:solidFill>
                  <a:srgbClr val="172C40"/>
                </a:solidFill>
                <a:latin typeface="Yu Gothic"/>
                <a:ea typeface="Yu Gothic"/>
                <a:cs typeface="Yu Gothic"/>
              </a:defRPr>
            </a:pPr>
            <a:r>
              <a:rPr sz="3300" b="1">
                <a:solidFill>
                  <a:srgbClr val="172C40"/>
                </a:solidFill>
                <a:latin typeface="Yu Gothic"/>
                <a:ea typeface="Yu Gothic"/>
                <a:cs typeface="Yu Gothic"/>
              </a:rPr>
              <a:t>今週の学習内容</a:t>
            </a:r>
          </a:p>
        </p:txBody>
      </p:sp>
      <p:sp>
        <p:nvSpPr>
          <p:cNvPr id="2" name="第6週の UML から実装へ">
            <a:extLst xmlns:a="http://schemas.openxmlformats.org/drawingml/2006/main">
              <a:ext uri="{FF2B5EF4-FFF2-40B4-BE49-F238E27FC236}">
                <a16:creationId xmlns:a16="http://schemas.microsoft.com/office/drawing/2014/main" id="{6F316A05-B517-4E78-85FA-6F68DD57D4C3}"/>
              </a:ext>
            </a:extLst>
          </p:cNvPr>
          <p:cNvSpPr>
            <a:spLocks xmlns:a="http://schemas.openxmlformats.org/drawingml/2006/main" noGrp="1"/>
          </p:cNvSpPr>
          <p:nvPr/>
        </p:nvSpPr>
        <p:spPr>
          <a:xfrm xmlns:a="http://schemas.openxmlformats.org/drawingml/2006/main">
            <a:off x="581025" y="1123950"/>
            <a:ext cx="1100137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526879"/>
                </a:solidFill>
                <a:latin typeface="Yu Gothic"/>
                <a:ea typeface="Yu Gothic"/>
                <a:cs typeface="Yu Gothic"/>
              </a:defRPr>
            </a:defPPr>
            <a:lvl1pPr algn="l">
              <a:defRPr sz="1800" b="0">
                <a:solidFill>
                  <a:srgbClr val="526879"/>
                </a:solidFill>
                <a:latin typeface="Yu Gothic"/>
                <a:ea typeface="Yu Gothic"/>
                <a:cs typeface="Yu Gothic"/>
              </a:defRPr>
            </a:lvl1pPr>
            <a:lvl2pPr algn="l">
              <a:defRPr sz="1800" b="0">
                <a:solidFill>
                  <a:srgbClr val="526879"/>
                </a:solidFill>
                <a:latin typeface="Yu Gothic"/>
                <a:ea typeface="Yu Gothic"/>
                <a:cs typeface="Yu Gothic"/>
              </a:defRPr>
            </a:lvl2pPr>
            <a:lvl3pPr algn="l">
              <a:defRPr sz="1800" b="0">
                <a:solidFill>
                  <a:srgbClr val="526879"/>
                </a:solidFill>
                <a:latin typeface="Yu Gothic"/>
                <a:ea typeface="Yu Gothic"/>
                <a:cs typeface="Yu Gothic"/>
              </a:defRPr>
            </a:lvl3pPr>
            <a:lvl4pPr algn="l">
              <a:defRPr sz="1800" b="0">
                <a:solidFill>
                  <a:srgbClr val="526879"/>
                </a:solidFill>
                <a:latin typeface="Yu Gothic"/>
                <a:ea typeface="Yu Gothic"/>
                <a:cs typeface="Yu Gothic"/>
              </a:defRPr>
            </a:lvl4pPr>
            <a:lvl5pPr algn="l">
              <a:defRPr sz="1800" b="0">
                <a:solidFill>
                  <a:srgbClr val="526879"/>
                </a:solidFill>
                <a:latin typeface="Yu Gothic"/>
                <a:ea typeface="Yu Gothic"/>
                <a:cs typeface="Yu Gothic"/>
              </a:defRPr>
            </a:lvl5pPr>
            <a:lvl6pPr algn="l">
              <a:defRPr sz="1800" b="0">
                <a:solidFill>
                  <a:srgbClr val="526879"/>
                </a:solidFill>
                <a:latin typeface="Yu Gothic"/>
                <a:ea typeface="Yu Gothic"/>
                <a:cs typeface="Yu Gothic"/>
              </a:defRPr>
            </a:lvl6pPr>
            <a:lvl7pPr algn="l">
              <a:defRPr sz="1800" b="0">
                <a:solidFill>
                  <a:srgbClr val="526879"/>
                </a:solidFill>
                <a:latin typeface="Yu Gothic"/>
                <a:ea typeface="Yu Gothic"/>
                <a:cs typeface="Yu Gothic"/>
              </a:defRPr>
            </a:lvl7pPr>
            <a:lvl8pPr algn="l">
              <a:defRPr sz="1800" b="0">
                <a:solidFill>
                  <a:srgbClr val="526879"/>
                </a:solidFill>
                <a:latin typeface="Yu Gothic"/>
                <a:ea typeface="Yu Gothic"/>
                <a:cs typeface="Yu Gothic"/>
              </a:defRPr>
            </a:lvl8pPr>
            <a:lvl9pPr algn="l">
              <a:defRPr sz="1800" b="0">
                <a:solidFill>
                  <a:srgbClr val="526879"/>
                </a:solidFill>
                <a:latin typeface="Yu Gothic"/>
                <a:ea typeface="Yu Gothic"/>
                <a:cs typeface="Yu Gothic"/>
              </a:defRPr>
            </a:lvl9pPr>
          </a:lstStyle>
          <a:p xmlns:a="http://schemas.openxmlformats.org/drawingml/2006/main">
            <a:pPr algn="l">
              <a:defRPr sz="1800" b="0">
                <a:solidFill>
                  <a:srgbClr val="526879"/>
                </a:solidFill>
                <a:latin typeface="Yu Gothic"/>
                <a:ea typeface="Yu Gothic"/>
                <a:cs typeface="Yu Gothic"/>
              </a:defRPr>
            </a:pPr>
            <a:r>
              <a:rPr sz="1800" b="0">
                <a:solidFill>
                  <a:srgbClr val="526879"/>
                </a:solidFill>
                <a:latin typeface="Yu Gothic"/>
                <a:ea typeface="Yu Gothic"/>
                <a:cs typeface="Yu Gothic"/>
              </a:rPr>
              <a:t>第6週の UML から実装へ</a:t>
            </a:r>
          </a:p>
        </p:txBody>
      </p:sp>
      <p:sp>
        <p:nvSpPr>
          <p:cNvPr id="3" name="01">
            <a:extLst xmlns:a="http://schemas.openxmlformats.org/drawingml/2006/main">
              <a:ext uri="{FF2B5EF4-FFF2-40B4-BE49-F238E27FC236}">
                <a16:creationId xmlns:a16="http://schemas.microsoft.com/office/drawing/2014/main" id="{0506612E-5D00-48F6-B003-C27CEC6F3B80}"/>
              </a:ext>
            </a:extLst>
          </p:cNvPr>
          <p:cNvSpPr>
            <a:spLocks xmlns:a="http://schemas.openxmlformats.org/drawingml/2006/main" noGrp="1"/>
          </p:cNvSpPr>
          <p:nvPr/>
        </p:nvSpPr>
        <p:spPr>
          <a:xfrm xmlns:a="http://schemas.openxmlformats.org/drawingml/2006/main">
            <a:off x="590550" y="1971675"/>
            <a:ext cx="7048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087C62"/>
                </a:solidFill>
                <a:latin typeface="Yu Gothic"/>
                <a:ea typeface="Yu Gothic"/>
                <a:cs typeface="Yu Gothic"/>
              </a:defRPr>
            </a:defPPr>
            <a:lvl1pPr algn="l">
              <a:defRPr sz="2400" b="1">
                <a:solidFill>
                  <a:srgbClr val="087C62"/>
                </a:solidFill>
                <a:latin typeface="Yu Gothic"/>
                <a:ea typeface="Yu Gothic"/>
                <a:cs typeface="Yu Gothic"/>
              </a:defRPr>
            </a:lvl1pPr>
            <a:lvl2pPr algn="l">
              <a:defRPr sz="2400" b="1">
                <a:solidFill>
                  <a:srgbClr val="087C62"/>
                </a:solidFill>
                <a:latin typeface="Yu Gothic"/>
                <a:ea typeface="Yu Gothic"/>
                <a:cs typeface="Yu Gothic"/>
              </a:defRPr>
            </a:lvl2pPr>
            <a:lvl3pPr algn="l">
              <a:defRPr sz="2400" b="1">
                <a:solidFill>
                  <a:srgbClr val="087C62"/>
                </a:solidFill>
                <a:latin typeface="Yu Gothic"/>
                <a:ea typeface="Yu Gothic"/>
                <a:cs typeface="Yu Gothic"/>
              </a:defRPr>
            </a:lvl3pPr>
            <a:lvl4pPr algn="l">
              <a:defRPr sz="2400" b="1">
                <a:solidFill>
                  <a:srgbClr val="087C62"/>
                </a:solidFill>
                <a:latin typeface="Yu Gothic"/>
                <a:ea typeface="Yu Gothic"/>
                <a:cs typeface="Yu Gothic"/>
              </a:defRPr>
            </a:lvl4pPr>
            <a:lvl5pPr algn="l">
              <a:defRPr sz="2400" b="1">
                <a:solidFill>
                  <a:srgbClr val="087C62"/>
                </a:solidFill>
                <a:latin typeface="Yu Gothic"/>
                <a:ea typeface="Yu Gothic"/>
                <a:cs typeface="Yu Gothic"/>
              </a:defRPr>
            </a:lvl5pPr>
            <a:lvl6pPr algn="l">
              <a:defRPr sz="2400" b="1">
                <a:solidFill>
                  <a:srgbClr val="087C62"/>
                </a:solidFill>
                <a:latin typeface="Yu Gothic"/>
                <a:ea typeface="Yu Gothic"/>
                <a:cs typeface="Yu Gothic"/>
              </a:defRPr>
            </a:lvl6pPr>
            <a:lvl7pPr algn="l">
              <a:defRPr sz="2400" b="1">
                <a:solidFill>
                  <a:srgbClr val="087C62"/>
                </a:solidFill>
                <a:latin typeface="Yu Gothic"/>
                <a:ea typeface="Yu Gothic"/>
                <a:cs typeface="Yu Gothic"/>
              </a:defRPr>
            </a:lvl7pPr>
            <a:lvl8pPr algn="l">
              <a:defRPr sz="2400" b="1">
                <a:solidFill>
                  <a:srgbClr val="087C62"/>
                </a:solidFill>
                <a:latin typeface="Yu Gothic"/>
                <a:ea typeface="Yu Gothic"/>
                <a:cs typeface="Yu Gothic"/>
              </a:defRPr>
            </a:lvl8pPr>
            <a:lvl9pPr algn="l">
              <a:defRPr sz="2400" b="1">
                <a:solidFill>
                  <a:srgbClr val="087C62"/>
                </a:solidFill>
                <a:latin typeface="Yu Gothic"/>
                <a:ea typeface="Yu Gothic"/>
                <a:cs typeface="Yu Gothic"/>
              </a:defRPr>
            </a:lvl9pPr>
          </a:lstStyle>
          <a:p xmlns:a="http://schemas.openxmlformats.org/drawingml/2006/main">
            <a:pPr algn="l">
              <a:defRPr sz="2400" b="1">
                <a:solidFill>
                  <a:srgbClr val="087C62"/>
                </a:solidFill>
                <a:latin typeface="Yu Gothic"/>
                <a:ea typeface="Yu Gothic"/>
                <a:cs typeface="Yu Gothic"/>
              </a:defRPr>
            </a:pPr>
            <a:r>
              <a:rPr sz="2400" b="1">
                <a:solidFill>
                  <a:srgbClr val="087C62"/>
                </a:solidFill>
                <a:latin typeface="Yu Gothic"/>
                <a:ea typeface="Yu Gothic"/>
                <a:cs typeface="Yu Gothic"/>
              </a:rPr>
              <a:t>01</a:t>
            </a:r>
          </a:p>
        </p:txBody>
      </p:sp>
      <p:sp>
        <p:nvSpPr>
          <p:cNvPr id="4" name="基底クラス・派生クラスと各オブジェクトの状態を区別する。">
            <a:extLst xmlns:a="http://schemas.openxmlformats.org/drawingml/2006/main">
              <a:ext uri="{FF2B5EF4-FFF2-40B4-BE49-F238E27FC236}">
                <a16:creationId xmlns:a16="http://schemas.microsoft.com/office/drawing/2014/main" id="{2CAD2AFB-6DA6-424A-BE5F-F331ECA4910B}"/>
              </a:ext>
            </a:extLst>
          </p:cNvPr>
          <p:cNvSpPr>
            <a:spLocks xmlns:a="http://schemas.openxmlformats.org/drawingml/2006/main" noGrp="1"/>
          </p:cNvSpPr>
          <p:nvPr/>
        </p:nvSpPr>
        <p:spPr>
          <a:xfrm xmlns:a="http://schemas.openxmlformats.org/drawingml/2006/main">
            <a:off x="1571625" y="1971675"/>
            <a:ext cx="9858375"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0">
                <a:solidFill>
                  <a:srgbClr val="172C40"/>
                </a:solidFill>
                <a:latin typeface="Yu Gothic"/>
                <a:ea typeface="Yu Gothic"/>
                <a:cs typeface="Yu Gothic"/>
              </a:defRPr>
            </a:defPPr>
            <a:lvl1pPr algn="l">
              <a:defRPr sz="2250" b="0">
                <a:solidFill>
                  <a:srgbClr val="172C40"/>
                </a:solidFill>
                <a:latin typeface="Yu Gothic"/>
                <a:ea typeface="Yu Gothic"/>
                <a:cs typeface="Yu Gothic"/>
              </a:defRPr>
            </a:lvl1pPr>
            <a:lvl2pPr algn="l">
              <a:defRPr sz="2250" b="0">
                <a:solidFill>
                  <a:srgbClr val="172C40"/>
                </a:solidFill>
                <a:latin typeface="Yu Gothic"/>
                <a:ea typeface="Yu Gothic"/>
                <a:cs typeface="Yu Gothic"/>
              </a:defRPr>
            </a:lvl2pPr>
            <a:lvl3pPr algn="l">
              <a:defRPr sz="2250" b="0">
                <a:solidFill>
                  <a:srgbClr val="172C40"/>
                </a:solidFill>
                <a:latin typeface="Yu Gothic"/>
                <a:ea typeface="Yu Gothic"/>
                <a:cs typeface="Yu Gothic"/>
              </a:defRPr>
            </a:lvl3pPr>
            <a:lvl4pPr algn="l">
              <a:defRPr sz="2250" b="0">
                <a:solidFill>
                  <a:srgbClr val="172C40"/>
                </a:solidFill>
                <a:latin typeface="Yu Gothic"/>
                <a:ea typeface="Yu Gothic"/>
                <a:cs typeface="Yu Gothic"/>
              </a:defRPr>
            </a:lvl4pPr>
            <a:lvl5pPr algn="l">
              <a:defRPr sz="2250" b="0">
                <a:solidFill>
                  <a:srgbClr val="172C40"/>
                </a:solidFill>
                <a:latin typeface="Yu Gothic"/>
                <a:ea typeface="Yu Gothic"/>
                <a:cs typeface="Yu Gothic"/>
              </a:defRPr>
            </a:lvl5pPr>
            <a:lvl6pPr algn="l">
              <a:defRPr sz="2250" b="0">
                <a:solidFill>
                  <a:srgbClr val="172C40"/>
                </a:solidFill>
                <a:latin typeface="Yu Gothic"/>
                <a:ea typeface="Yu Gothic"/>
                <a:cs typeface="Yu Gothic"/>
              </a:defRPr>
            </a:lvl6pPr>
            <a:lvl7pPr algn="l">
              <a:defRPr sz="2250" b="0">
                <a:solidFill>
                  <a:srgbClr val="172C40"/>
                </a:solidFill>
                <a:latin typeface="Yu Gothic"/>
                <a:ea typeface="Yu Gothic"/>
                <a:cs typeface="Yu Gothic"/>
              </a:defRPr>
            </a:lvl7pPr>
            <a:lvl8pPr algn="l">
              <a:defRPr sz="2250" b="0">
                <a:solidFill>
                  <a:srgbClr val="172C40"/>
                </a:solidFill>
                <a:latin typeface="Yu Gothic"/>
                <a:ea typeface="Yu Gothic"/>
                <a:cs typeface="Yu Gothic"/>
              </a:defRPr>
            </a:lvl8pPr>
            <a:lvl9pPr algn="l">
              <a:defRPr sz="2250" b="0">
                <a:solidFill>
                  <a:srgbClr val="172C40"/>
                </a:solidFill>
                <a:latin typeface="Yu Gothic"/>
                <a:ea typeface="Yu Gothic"/>
                <a:cs typeface="Yu Gothic"/>
              </a:defRPr>
            </a:lvl9pPr>
          </a:lstStyle>
          <a:p xmlns:a="http://schemas.openxmlformats.org/drawingml/2006/main">
            <a:pPr algn="l">
              <a:defRPr sz="2250" b="0">
                <a:solidFill>
                  <a:srgbClr val="172C40"/>
                </a:solidFill>
                <a:latin typeface="Yu Gothic"/>
                <a:ea typeface="Yu Gothic"/>
                <a:cs typeface="Yu Gothic"/>
              </a:defRPr>
            </a:pPr>
            <a:r>
              <a:rPr sz="2250" b="0">
                <a:solidFill>
                  <a:srgbClr val="172C40"/>
                </a:solidFill>
                <a:latin typeface="Yu Gothic"/>
                <a:ea typeface="Yu Gothic"/>
                <a:cs typeface="Yu Gothic"/>
              </a:rPr>
              <a:t>基底クラス・派生クラスと各オブジェクトの状態を区別する。</a:t>
            </a:r>
          </a:p>
        </p:txBody>
      </p:sp>
      <p:sp>
        <p:nvSpPr>
          <p:cNvPr id="5" name="02">
            <a:extLst xmlns:a="http://schemas.openxmlformats.org/drawingml/2006/main">
              <a:ext uri="{FF2B5EF4-FFF2-40B4-BE49-F238E27FC236}">
                <a16:creationId xmlns:a16="http://schemas.microsoft.com/office/drawing/2014/main" id="{75198B81-517F-4F67-BD91-E83A3591B27D}"/>
              </a:ext>
            </a:extLst>
          </p:cNvPr>
          <p:cNvSpPr>
            <a:spLocks xmlns:a="http://schemas.openxmlformats.org/drawingml/2006/main" noGrp="1"/>
          </p:cNvSpPr>
          <p:nvPr/>
        </p:nvSpPr>
        <p:spPr>
          <a:xfrm xmlns:a="http://schemas.openxmlformats.org/drawingml/2006/main">
            <a:off x="590550" y="3105150"/>
            <a:ext cx="7048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087C62"/>
                </a:solidFill>
                <a:latin typeface="Yu Gothic"/>
                <a:ea typeface="Yu Gothic"/>
                <a:cs typeface="Yu Gothic"/>
              </a:defRPr>
            </a:defPPr>
            <a:lvl1pPr algn="l">
              <a:defRPr sz="2400" b="1">
                <a:solidFill>
                  <a:srgbClr val="087C62"/>
                </a:solidFill>
                <a:latin typeface="Yu Gothic"/>
                <a:ea typeface="Yu Gothic"/>
                <a:cs typeface="Yu Gothic"/>
              </a:defRPr>
            </a:lvl1pPr>
            <a:lvl2pPr algn="l">
              <a:defRPr sz="2400" b="1">
                <a:solidFill>
                  <a:srgbClr val="087C62"/>
                </a:solidFill>
                <a:latin typeface="Yu Gothic"/>
                <a:ea typeface="Yu Gothic"/>
                <a:cs typeface="Yu Gothic"/>
              </a:defRPr>
            </a:lvl2pPr>
            <a:lvl3pPr algn="l">
              <a:defRPr sz="2400" b="1">
                <a:solidFill>
                  <a:srgbClr val="087C62"/>
                </a:solidFill>
                <a:latin typeface="Yu Gothic"/>
                <a:ea typeface="Yu Gothic"/>
                <a:cs typeface="Yu Gothic"/>
              </a:defRPr>
            </a:lvl3pPr>
            <a:lvl4pPr algn="l">
              <a:defRPr sz="2400" b="1">
                <a:solidFill>
                  <a:srgbClr val="087C62"/>
                </a:solidFill>
                <a:latin typeface="Yu Gothic"/>
                <a:ea typeface="Yu Gothic"/>
                <a:cs typeface="Yu Gothic"/>
              </a:defRPr>
            </a:lvl4pPr>
            <a:lvl5pPr algn="l">
              <a:defRPr sz="2400" b="1">
                <a:solidFill>
                  <a:srgbClr val="087C62"/>
                </a:solidFill>
                <a:latin typeface="Yu Gothic"/>
                <a:ea typeface="Yu Gothic"/>
                <a:cs typeface="Yu Gothic"/>
              </a:defRPr>
            </a:lvl5pPr>
            <a:lvl6pPr algn="l">
              <a:defRPr sz="2400" b="1">
                <a:solidFill>
                  <a:srgbClr val="087C62"/>
                </a:solidFill>
                <a:latin typeface="Yu Gothic"/>
                <a:ea typeface="Yu Gothic"/>
                <a:cs typeface="Yu Gothic"/>
              </a:defRPr>
            </a:lvl6pPr>
            <a:lvl7pPr algn="l">
              <a:defRPr sz="2400" b="1">
                <a:solidFill>
                  <a:srgbClr val="087C62"/>
                </a:solidFill>
                <a:latin typeface="Yu Gothic"/>
                <a:ea typeface="Yu Gothic"/>
                <a:cs typeface="Yu Gothic"/>
              </a:defRPr>
            </a:lvl7pPr>
            <a:lvl8pPr algn="l">
              <a:defRPr sz="2400" b="1">
                <a:solidFill>
                  <a:srgbClr val="087C62"/>
                </a:solidFill>
                <a:latin typeface="Yu Gothic"/>
                <a:ea typeface="Yu Gothic"/>
                <a:cs typeface="Yu Gothic"/>
              </a:defRPr>
            </a:lvl8pPr>
            <a:lvl9pPr algn="l">
              <a:defRPr sz="2400" b="1">
                <a:solidFill>
                  <a:srgbClr val="087C62"/>
                </a:solidFill>
                <a:latin typeface="Yu Gothic"/>
                <a:ea typeface="Yu Gothic"/>
                <a:cs typeface="Yu Gothic"/>
              </a:defRPr>
            </a:lvl9pPr>
          </a:lstStyle>
          <a:p xmlns:a="http://schemas.openxmlformats.org/drawingml/2006/main">
            <a:pPr algn="l">
              <a:defRPr sz="2400" b="1">
                <a:solidFill>
                  <a:srgbClr val="087C62"/>
                </a:solidFill>
                <a:latin typeface="Yu Gothic"/>
                <a:ea typeface="Yu Gothic"/>
                <a:cs typeface="Yu Gothic"/>
              </a:defRPr>
            </a:pPr>
            <a:r>
              <a:rPr sz="2400" b="1">
                <a:solidFill>
                  <a:srgbClr val="087C62"/>
                </a:solidFill>
                <a:latin typeface="Yu Gothic"/>
                <a:ea typeface="Yu Gothic"/>
                <a:cs typeface="Yu Gothic"/>
              </a:rPr>
              <a:t>02</a:t>
            </a:r>
          </a:p>
        </p:txBody>
      </p:sp>
      <p:sp>
        <p:nvSpPr>
          <p:cNvPr id="6" name="初期化・オーバーライド・super() の実行順序を追う。">
            <a:extLst xmlns:a="http://schemas.openxmlformats.org/drawingml/2006/main">
              <a:ext uri="{FF2B5EF4-FFF2-40B4-BE49-F238E27FC236}">
                <a16:creationId xmlns:a16="http://schemas.microsoft.com/office/drawing/2014/main" id="{C0C4B363-DE11-4FC6-BEB7-43E2EF994B73}"/>
              </a:ext>
            </a:extLst>
          </p:cNvPr>
          <p:cNvSpPr>
            <a:spLocks xmlns:a="http://schemas.openxmlformats.org/drawingml/2006/main" noGrp="1"/>
          </p:cNvSpPr>
          <p:nvPr/>
        </p:nvSpPr>
        <p:spPr>
          <a:xfrm xmlns:a="http://schemas.openxmlformats.org/drawingml/2006/main">
            <a:off x="1571625" y="3105150"/>
            <a:ext cx="9858375"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0">
                <a:solidFill>
                  <a:srgbClr val="172C40"/>
                </a:solidFill>
                <a:latin typeface="Yu Gothic"/>
                <a:ea typeface="Yu Gothic"/>
                <a:cs typeface="Yu Gothic"/>
              </a:defRPr>
            </a:defPPr>
            <a:lvl1pPr algn="l">
              <a:defRPr sz="2250" b="0">
                <a:solidFill>
                  <a:srgbClr val="172C40"/>
                </a:solidFill>
                <a:latin typeface="Yu Gothic"/>
                <a:ea typeface="Yu Gothic"/>
                <a:cs typeface="Yu Gothic"/>
              </a:defRPr>
            </a:lvl1pPr>
            <a:lvl2pPr algn="l">
              <a:defRPr sz="2250" b="0">
                <a:solidFill>
                  <a:srgbClr val="172C40"/>
                </a:solidFill>
                <a:latin typeface="Yu Gothic"/>
                <a:ea typeface="Yu Gothic"/>
                <a:cs typeface="Yu Gothic"/>
              </a:defRPr>
            </a:lvl2pPr>
            <a:lvl3pPr algn="l">
              <a:defRPr sz="2250" b="0">
                <a:solidFill>
                  <a:srgbClr val="172C40"/>
                </a:solidFill>
                <a:latin typeface="Yu Gothic"/>
                <a:ea typeface="Yu Gothic"/>
                <a:cs typeface="Yu Gothic"/>
              </a:defRPr>
            </a:lvl3pPr>
            <a:lvl4pPr algn="l">
              <a:defRPr sz="2250" b="0">
                <a:solidFill>
                  <a:srgbClr val="172C40"/>
                </a:solidFill>
                <a:latin typeface="Yu Gothic"/>
                <a:ea typeface="Yu Gothic"/>
                <a:cs typeface="Yu Gothic"/>
              </a:defRPr>
            </a:lvl4pPr>
            <a:lvl5pPr algn="l">
              <a:defRPr sz="2250" b="0">
                <a:solidFill>
                  <a:srgbClr val="172C40"/>
                </a:solidFill>
                <a:latin typeface="Yu Gothic"/>
                <a:ea typeface="Yu Gothic"/>
                <a:cs typeface="Yu Gothic"/>
              </a:defRPr>
            </a:lvl5pPr>
            <a:lvl6pPr algn="l">
              <a:defRPr sz="2250" b="0">
                <a:solidFill>
                  <a:srgbClr val="172C40"/>
                </a:solidFill>
                <a:latin typeface="Yu Gothic"/>
                <a:ea typeface="Yu Gothic"/>
                <a:cs typeface="Yu Gothic"/>
              </a:defRPr>
            </a:lvl6pPr>
            <a:lvl7pPr algn="l">
              <a:defRPr sz="2250" b="0">
                <a:solidFill>
                  <a:srgbClr val="172C40"/>
                </a:solidFill>
                <a:latin typeface="Yu Gothic"/>
                <a:ea typeface="Yu Gothic"/>
                <a:cs typeface="Yu Gothic"/>
              </a:defRPr>
            </a:lvl7pPr>
            <a:lvl8pPr algn="l">
              <a:defRPr sz="2250" b="0">
                <a:solidFill>
                  <a:srgbClr val="172C40"/>
                </a:solidFill>
                <a:latin typeface="Yu Gothic"/>
                <a:ea typeface="Yu Gothic"/>
                <a:cs typeface="Yu Gothic"/>
              </a:defRPr>
            </a:lvl8pPr>
            <a:lvl9pPr algn="l">
              <a:defRPr sz="2250" b="0">
                <a:solidFill>
                  <a:srgbClr val="172C40"/>
                </a:solidFill>
                <a:latin typeface="Yu Gothic"/>
                <a:ea typeface="Yu Gothic"/>
                <a:cs typeface="Yu Gothic"/>
              </a:defRPr>
            </a:lvl9pPr>
          </a:lstStyle>
          <a:p xmlns:a="http://schemas.openxmlformats.org/drawingml/2006/main">
            <a:pPr algn="l">
              <a:defRPr sz="2250" b="0">
                <a:solidFill>
                  <a:srgbClr val="172C40"/>
                </a:solidFill>
                <a:latin typeface="Yu Gothic"/>
                <a:ea typeface="Yu Gothic"/>
                <a:cs typeface="Yu Gothic"/>
              </a:defRPr>
            </a:pPr>
            <a:r>
              <a:rPr sz="2250" b="0">
                <a:solidFill>
                  <a:srgbClr val="172C40"/>
                </a:solidFill>
                <a:latin typeface="Yu Gothic"/>
                <a:ea typeface="Yu Gothic"/>
                <a:cs typeface="Yu Gothic"/>
              </a:rPr>
              <a:t>初期化・オーバーライド・super() の実行順序を追う。</a:t>
            </a:r>
          </a:p>
        </p:txBody>
      </p:sp>
      <p:sp>
        <p:nvSpPr>
          <p:cNvPr id="7" name="03">
            <a:extLst xmlns:a="http://schemas.openxmlformats.org/drawingml/2006/main">
              <a:ext uri="{FF2B5EF4-FFF2-40B4-BE49-F238E27FC236}">
                <a16:creationId xmlns:a16="http://schemas.microsoft.com/office/drawing/2014/main" id="{ED86E829-B7B2-451E-AD39-92D4C3B977A9}"/>
              </a:ext>
            </a:extLst>
          </p:cNvPr>
          <p:cNvSpPr>
            <a:spLocks xmlns:a="http://schemas.openxmlformats.org/drawingml/2006/main" noGrp="1"/>
          </p:cNvSpPr>
          <p:nvPr/>
        </p:nvSpPr>
        <p:spPr>
          <a:xfrm xmlns:a="http://schemas.openxmlformats.org/drawingml/2006/main">
            <a:off x="590550" y="4238625"/>
            <a:ext cx="7048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087C62"/>
                </a:solidFill>
                <a:latin typeface="Yu Gothic"/>
                <a:ea typeface="Yu Gothic"/>
                <a:cs typeface="Yu Gothic"/>
              </a:defRPr>
            </a:defPPr>
            <a:lvl1pPr algn="l">
              <a:defRPr sz="2400" b="1">
                <a:solidFill>
                  <a:srgbClr val="087C62"/>
                </a:solidFill>
                <a:latin typeface="Yu Gothic"/>
                <a:ea typeface="Yu Gothic"/>
                <a:cs typeface="Yu Gothic"/>
              </a:defRPr>
            </a:lvl1pPr>
            <a:lvl2pPr algn="l">
              <a:defRPr sz="2400" b="1">
                <a:solidFill>
                  <a:srgbClr val="087C62"/>
                </a:solidFill>
                <a:latin typeface="Yu Gothic"/>
                <a:ea typeface="Yu Gothic"/>
                <a:cs typeface="Yu Gothic"/>
              </a:defRPr>
            </a:lvl2pPr>
            <a:lvl3pPr algn="l">
              <a:defRPr sz="2400" b="1">
                <a:solidFill>
                  <a:srgbClr val="087C62"/>
                </a:solidFill>
                <a:latin typeface="Yu Gothic"/>
                <a:ea typeface="Yu Gothic"/>
                <a:cs typeface="Yu Gothic"/>
              </a:defRPr>
            </a:lvl3pPr>
            <a:lvl4pPr algn="l">
              <a:defRPr sz="2400" b="1">
                <a:solidFill>
                  <a:srgbClr val="087C62"/>
                </a:solidFill>
                <a:latin typeface="Yu Gothic"/>
                <a:ea typeface="Yu Gothic"/>
                <a:cs typeface="Yu Gothic"/>
              </a:defRPr>
            </a:lvl4pPr>
            <a:lvl5pPr algn="l">
              <a:defRPr sz="2400" b="1">
                <a:solidFill>
                  <a:srgbClr val="087C62"/>
                </a:solidFill>
                <a:latin typeface="Yu Gothic"/>
                <a:ea typeface="Yu Gothic"/>
                <a:cs typeface="Yu Gothic"/>
              </a:defRPr>
            </a:lvl5pPr>
            <a:lvl6pPr algn="l">
              <a:defRPr sz="2400" b="1">
                <a:solidFill>
                  <a:srgbClr val="087C62"/>
                </a:solidFill>
                <a:latin typeface="Yu Gothic"/>
                <a:ea typeface="Yu Gothic"/>
                <a:cs typeface="Yu Gothic"/>
              </a:defRPr>
            </a:lvl6pPr>
            <a:lvl7pPr algn="l">
              <a:defRPr sz="2400" b="1">
                <a:solidFill>
                  <a:srgbClr val="087C62"/>
                </a:solidFill>
                <a:latin typeface="Yu Gothic"/>
                <a:ea typeface="Yu Gothic"/>
                <a:cs typeface="Yu Gothic"/>
              </a:defRPr>
            </a:lvl7pPr>
            <a:lvl8pPr algn="l">
              <a:defRPr sz="2400" b="1">
                <a:solidFill>
                  <a:srgbClr val="087C62"/>
                </a:solidFill>
                <a:latin typeface="Yu Gothic"/>
                <a:ea typeface="Yu Gothic"/>
                <a:cs typeface="Yu Gothic"/>
              </a:defRPr>
            </a:lvl8pPr>
            <a:lvl9pPr algn="l">
              <a:defRPr sz="2400" b="1">
                <a:solidFill>
                  <a:srgbClr val="087C62"/>
                </a:solidFill>
                <a:latin typeface="Yu Gothic"/>
                <a:ea typeface="Yu Gothic"/>
                <a:cs typeface="Yu Gothic"/>
              </a:defRPr>
            </a:lvl9pPr>
          </a:lstStyle>
          <a:p xmlns:a="http://schemas.openxmlformats.org/drawingml/2006/main">
            <a:pPr algn="l">
              <a:defRPr sz="2400" b="1">
                <a:solidFill>
                  <a:srgbClr val="087C62"/>
                </a:solidFill>
                <a:latin typeface="Yu Gothic"/>
                <a:ea typeface="Yu Gothic"/>
                <a:cs typeface="Yu Gothic"/>
              </a:defRPr>
            </a:pPr>
            <a:r>
              <a:rPr sz="2400" b="1">
                <a:solidFill>
                  <a:srgbClr val="087C62"/>
                </a:solidFill>
                <a:latin typeface="Yu Gothic"/>
                <a:ea typeface="Yu Gothic"/>
                <a:cs typeface="Yu Gothic"/>
              </a:rPr>
              <a:t>03</a:t>
            </a:r>
          </a:p>
        </p:txBody>
      </p:sp>
      <p:sp>
        <p:nvSpPr>
          <p:cNvPr id="8" name="is-a と has-a を区別し、多重継承の MRO を読む。">
            <a:extLst xmlns:a="http://schemas.openxmlformats.org/drawingml/2006/main">
              <a:ext uri="{FF2B5EF4-FFF2-40B4-BE49-F238E27FC236}">
                <a16:creationId xmlns:a16="http://schemas.microsoft.com/office/drawing/2014/main" id="{BDB3C91C-CD37-47B1-B6A0-37BCF58ECA6D}"/>
              </a:ext>
            </a:extLst>
          </p:cNvPr>
          <p:cNvSpPr>
            <a:spLocks xmlns:a="http://schemas.openxmlformats.org/drawingml/2006/main" noGrp="1"/>
          </p:cNvSpPr>
          <p:nvPr/>
        </p:nvSpPr>
        <p:spPr>
          <a:xfrm xmlns:a="http://schemas.openxmlformats.org/drawingml/2006/main">
            <a:off x="1571625" y="4238625"/>
            <a:ext cx="9858375"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0">
                <a:solidFill>
                  <a:srgbClr val="172C40"/>
                </a:solidFill>
                <a:latin typeface="Yu Gothic"/>
                <a:ea typeface="Yu Gothic"/>
                <a:cs typeface="Yu Gothic"/>
              </a:defRPr>
            </a:defPPr>
            <a:lvl1pPr algn="l">
              <a:defRPr sz="2250" b="0">
                <a:solidFill>
                  <a:srgbClr val="172C40"/>
                </a:solidFill>
                <a:latin typeface="Yu Gothic"/>
                <a:ea typeface="Yu Gothic"/>
                <a:cs typeface="Yu Gothic"/>
              </a:defRPr>
            </a:lvl1pPr>
            <a:lvl2pPr algn="l">
              <a:defRPr sz="2250" b="0">
                <a:solidFill>
                  <a:srgbClr val="172C40"/>
                </a:solidFill>
                <a:latin typeface="Yu Gothic"/>
                <a:ea typeface="Yu Gothic"/>
                <a:cs typeface="Yu Gothic"/>
              </a:defRPr>
            </a:lvl2pPr>
            <a:lvl3pPr algn="l">
              <a:defRPr sz="2250" b="0">
                <a:solidFill>
                  <a:srgbClr val="172C40"/>
                </a:solidFill>
                <a:latin typeface="Yu Gothic"/>
                <a:ea typeface="Yu Gothic"/>
                <a:cs typeface="Yu Gothic"/>
              </a:defRPr>
            </a:lvl3pPr>
            <a:lvl4pPr algn="l">
              <a:defRPr sz="2250" b="0">
                <a:solidFill>
                  <a:srgbClr val="172C40"/>
                </a:solidFill>
                <a:latin typeface="Yu Gothic"/>
                <a:ea typeface="Yu Gothic"/>
                <a:cs typeface="Yu Gothic"/>
              </a:defRPr>
            </a:lvl4pPr>
            <a:lvl5pPr algn="l">
              <a:defRPr sz="2250" b="0">
                <a:solidFill>
                  <a:srgbClr val="172C40"/>
                </a:solidFill>
                <a:latin typeface="Yu Gothic"/>
                <a:ea typeface="Yu Gothic"/>
                <a:cs typeface="Yu Gothic"/>
              </a:defRPr>
            </a:lvl5pPr>
            <a:lvl6pPr algn="l">
              <a:defRPr sz="2250" b="0">
                <a:solidFill>
                  <a:srgbClr val="172C40"/>
                </a:solidFill>
                <a:latin typeface="Yu Gothic"/>
                <a:ea typeface="Yu Gothic"/>
                <a:cs typeface="Yu Gothic"/>
              </a:defRPr>
            </a:lvl6pPr>
            <a:lvl7pPr algn="l">
              <a:defRPr sz="2250" b="0">
                <a:solidFill>
                  <a:srgbClr val="172C40"/>
                </a:solidFill>
                <a:latin typeface="Yu Gothic"/>
                <a:ea typeface="Yu Gothic"/>
                <a:cs typeface="Yu Gothic"/>
              </a:defRPr>
            </a:lvl7pPr>
            <a:lvl8pPr algn="l">
              <a:defRPr sz="2250" b="0">
                <a:solidFill>
                  <a:srgbClr val="172C40"/>
                </a:solidFill>
                <a:latin typeface="Yu Gothic"/>
                <a:ea typeface="Yu Gothic"/>
                <a:cs typeface="Yu Gothic"/>
              </a:defRPr>
            </a:lvl8pPr>
            <a:lvl9pPr algn="l">
              <a:defRPr sz="2250" b="0">
                <a:solidFill>
                  <a:srgbClr val="172C40"/>
                </a:solidFill>
                <a:latin typeface="Yu Gothic"/>
                <a:ea typeface="Yu Gothic"/>
                <a:cs typeface="Yu Gothic"/>
              </a:defRPr>
            </a:lvl9pPr>
          </a:lstStyle>
          <a:p xmlns:a="http://schemas.openxmlformats.org/drawingml/2006/main">
            <a:pPr algn="l">
              <a:defRPr sz="2250" b="0">
                <a:solidFill>
                  <a:srgbClr val="172C40"/>
                </a:solidFill>
                <a:latin typeface="Yu Gothic"/>
                <a:ea typeface="Yu Gothic"/>
                <a:cs typeface="Yu Gothic"/>
              </a:defRPr>
            </a:pPr>
            <a:r>
              <a:rPr sz="2250" b="0">
                <a:solidFill>
                  <a:srgbClr val="172C40"/>
                </a:solidFill>
                <a:latin typeface="Yu Gothic"/>
                <a:ea typeface="Yu Gothic"/>
                <a:cs typeface="Yu Gothic"/>
              </a:rPr>
              <a:t>is-a と has-a を区別し、多重継承の MRO を読む。</a:t>
            </a:r>
          </a:p>
        </p:txBody>
      </p:sp>
      <p:sp>
        <p:nvSpPr>
          <p:cNvPr id="9" name="02">
            <a:extLst xmlns:a="http://schemas.openxmlformats.org/drawingml/2006/main">
              <a:ext uri="{FF2B5EF4-FFF2-40B4-BE49-F238E27FC236}">
                <a16:creationId xmlns:a16="http://schemas.microsoft.com/office/drawing/2014/main" id="{4B1E3151-AF45-4503-88CC-AEA05DD482E0}"/>
              </a:ext>
            </a:extLst>
          </p:cNvPr>
          <p:cNvSpPr>
            <a:spLocks xmlns:a="http://schemas.openxmlformats.org/drawingml/2006/main" noGrp="1"/>
          </p:cNvSpPr>
          <p:nvPr/>
        </p:nvSpPr>
        <p:spPr>
          <a:xfrm xmlns:a="http://schemas.openxmlformats.org/drawingml/2006/main">
            <a:off x="11163300" y="6543675"/>
            <a:ext cx="4572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526879"/>
                </a:solidFill>
                <a:latin typeface="Yu Gothic"/>
                <a:ea typeface="Yu Gothic"/>
                <a:cs typeface="Yu Gothic"/>
              </a:defRPr>
            </a:defPPr>
            <a:lvl1pPr algn="l">
              <a:defRPr sz="1200" b="0">
                <a:solidFill>
                  <a:srgbClr val="526879"/>
                </a:solidFill>
                <a:latin typeface="Yu Gothic"/>
                <a:ea typeface="Yu Gothic"/>
                <a:cs typeface="Yu Gothic"/>
              </a:defRPr>
            </a:lvl1pPr>
            <a:lvl2pPr algn="l">
              <a:defRPr sz="1200" b="0">
                <a:solidFill>
                  <a:srgbClr val="526879"/>
                </a:solidFill>
                <a:latin typeface="Yu Gothic"/>
                <a:ea typeface="Yu Gothic"/>
                <a:cs typeface="Yu Gothic"/>
              </a:defRPr>
            </a:lvl2pPr>
            <a:lvl3pPr algn="l">
              <a:defRPr sz="1200" b="0">
                <a:solidFill>
                  <a:srgbClr val="526879"/>
                </a:solidFill>
                <a:latin typeface="Yu Gothic"/>
                <a:ea typeface="Yu Gothic"/>
                <a:cs typeface="Yu Gothic"/>
              </a:defRPr>
            </a:lvl3pPr>
            <a:lvl4pPr algn="l">
              <a:defRPr sz="1200" b="0">
                <a:solidFill>
                  <a:srgbClr val="526879"/>
                </a:solidFill>
                <a:latin typeface="Yu Gothic"/>
                <a:ea typeface="Yu Gothic"/>
                <a:cs typeface="Yu Gothic"/>
              </a:defRPr>
            </a:lvl4pPr>
            <a:lvl5pPr algn="l">
              <a:defRPr sz="1200" b="0">
                <a:solidFill>
                  <a:srgbClr val="526879"/>
                </a:solidFill>
                <a:latin typeface="Yu Gothic"/>
                <a:ea typeface="Yu Gothic"/>
                <a:cs typeface="Yu Gothic"/>
              </a:defRPr>
            </a:lvl5pPr>
            <a:lvl6pPr algn="l">
              <a:defRPr sz="1200" b="0">
                <a:solidFill>
                  <a:srgbClr val="526879"/>
                </a:solidFill>
                <a:latin typeface="Yu Gothic"/>
                <a:ea typeface="Yu Gothic"/>
                <a:cs typeface="Yu Gothic"/>
              </a:defRPr>
            </a:lvl6pPr>
            <a:lvl7pPr algn="l">
              <a:defRPr sz="1200" b="0">
                <a:solidFill>
                  <a:srgbClr val="526879"/>
                </a:solidFill>
                <a:latin typeface="Yu Gothic"/>
                <a:ea typeface="Yu Gothic"/>
                <a:cs typeface="Yu Gothic"/>
              </a:defRPr>
            </a:lvl7pPr>
            <a:lvl8pPr algn="l">
              <a:defRPr sz="1200" b="0">
                <a:solidFill>
                  <a:srgbClr val="526879"/>
                </a:solidFill>
                <a:latin typeface="Yu Gothic"/>
                <a:ea typeface="Yu Gothic"/>
                <a:cs typeface="Yu Gothic"/>
              </a:defRPr>
            </a:lvl8pPr>
            <a:lvl9pPr algn="l">
              <a:defRPr sz="1200" b="0">
                <a:solidFill>
                  <a:srgbClr val="526879"/>
                </a:solidFill>
                <a:latin typeface="Yu Gothic"/>
                <a:ea typeface="Yu Gothic"/>
                <a:cs typeface="Yu Gothic"/>
              </a:defRPr>
            </a:lvl9pPr>
          </a:lstStyle>
          <a:p xmlns:a="http://schemas.openxmlformats.org/drawingml/2006/main">
            <a:pPr algn="l">
              <a:defRPr sz="1200" b="0">
                <a:solidFill>
                  <a:srgbClr val="526879"/>
                </a:solidFill>
                <a:latin typeface="Yu Gothic"/>
                <a:ea typeface="Yu Gothic"/>
                <a:cs typeface="Yu Gothic"/>
              </a:defRPr>
            </a:pPr>
            <a:r>
              <a:rPr sz="1200" b="0">
                <a:solidFill>
                  <a:srgbClr val="526879"/>
                </a:solidFill>
                <a:latin typeface="Yu Gothic"/>
                <a:ea typeface="Yu Gothic"/>
                <a:cs typeface="Yu Gothic"/>
              </a:rPr>
              <a:t>02</a:t>
            </a:r>
          </a:p>
        </p:txBody>
      </p:sp>
    </p:spTree>
    <p:extLst>
      <p:ext uri="{BB962C8B-B14F-4D97-AF65-F5344CB8AC3E}">
        <p14:creationId xmlns:p14="http://schemas.microsoft.com/office/powerpoint/2010/main" val="1956410312"/>
      </p:ext>
    </p:extLst>
  </p:cSld>
</p:sld>
</file>

<file path=ppt/slides/slide3.xml><?xml version="1.0" encoding="utf-8"?>
<p:sld xmlns:p="http://schemas.openxmlformats.org/presentationml/2006/main">
  <p:cSld>
    <p:bg>
      <p:bgPr>
        <a:solidFill xmlns:a="http://schemas.openxmlformats.org/drawingml/2006/main">
          <a:srgbClr val="0B1422"/>
        </a:solidFill>
      </p:bgPr>
    </p:bg>
    <p:spTree>
      <p:nvGrpSpPr>
        <p:cNvPr id="1" name=""/>
        <p:cNvGrpSpPr/>
        <p:nvPr/>
      </p:nvGrpSpPr>
      <p:grpSpPr>
        <a:xfrm xmlns:a="http://schemas.openxmlformats.org/drawingml/2006/main"/>
      </p:grpSpPr>
      <p:sp>
        <p:nvSpPr>
          <p:cNvPr id="13" name="ゲームのクラス階層">
            <a:extLst xmlns:a="http://schemas.openxmlformats.org/drawingml/2006/main">
              <a:ext uri="{FF2B5EF4-FFF2-40B4-BE49-F238E27FC236}">
                <a16:creationId xmlns:a16="http://schemas.microsoft.com/office/drawing/2014/main" id="{4425E55A-8C8B-4719-9432-A666136D6D2A}"/>
              </a:ext>
            </a:extLst>
          </p:cNvPr>
          <p:cNvSpPr>
            <a:spLocks xmlns:a="http://schemas.openxmlformats.org/drawingml/2006/main" noGrp="1"/>
          </p:cNvSpPr>
          <p:nvPr/>
        </p:nvSpPr>
        <p:spPr>
          <a:xfrm xmlns:a="http://schemas.openxmlformats.org/drawingml/2006/main">
            <a:off x="561975" y="400050"/>
            <a:ext cx="110490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EDF4FB"/>
                </a:solidFill>
                <a:latin typeface="Yu Gothic"/>
                <a:ea typeface="Yu Gothic"/>
                <a:cs typeface="Yu Gothic"/>
              </a:defRPr>
            </a:defPPr>
            <a:lvl1pPr algn="l">
              <a:defRPr sz="3300" b="1">
                <a:solidFill>
                  <a:srgbClr val="EDF4FB"/>
                </a:solidFill>
                <a:latin typeface="Yu Gothic"/>
                <a:ea typeface="Yu Gothic"/>
                <a:cs typeface="Yu Gothic"/>
              </a:defRPr>
            </a:lvl1pPr>
            <a:lvl2pPr algn="l">
              <a:defRPr sz="3300" b="1">
                <a:solidFill>
                  <a:srgbClr val="EDF4FB"/>
                </a:solidFill>
                <a:latin typeface="Yu Gothic"/>
                <a:ea typeface="Yu Gothic"/>
                <a:cs typeface="Yu Gothic"/>
              </a:defRPr>
            </a:lvl2pPr>
            <a:lvl3pPr algn="l">
              <a:defRPr sz="3300" b="1">
                <a:solidFill>
                  <a:srgbClr val="EDF4FB"/>
                </a:solidFill>
                <a:latin typeface="Yu Gothic"/>
                <a:ea typeface="Yu Gothic"/>
                <a:cs typeface="Yu Gothic"/>
              </a:defRPr>
            </a:lvl3pPr>
            <a:lvl4pPr algn="l">
              <a:defRPr sz="3300" b="1">
                <a:solidFill>
                  <a:srgbClr val="EDF4FB"/>
                </a:solidFill>
                <a:latin typeface="Yu Gothic"/>
                <a:ea typeface="Yu Gothic"/>
                <a:cs typeface="Yu Gothic"/>
              </a:defRPr>
            </a:lvl4pPr>
            <a:lvl5pPr algn="l">
              <a:defRPr sz="3300" b="1">
                <a:solidFill>
                  <a:srgbClr val="EDF4FB"/>
                </a:solidFill>
                <a:latin typeface="Yu Gothic"/>
                <a:ea typeface="Yu Gothic"/>
                <a:cs typeface="Yu Gothic"/>
              </a:defRPr>
            </a:lvl5pPr>
            <a:lvl6pPr algn="l">
              <a:defRPr sz="3300" b="1">
                <a:solidFill>
                  <a:srgbClr val="EDF4FB"/>
                </a:solidFill>
                <a:latin typeface="Yu Gothic"/>
                <a:ea typeface="Yu Gothic"/>
                <a:cs typeface="Yu Gothic"/>
              </a:defRPr>
            </a:lvl6pPr>
            <a:lvl7pPr algn="l">
              <a:defRPr sz="3300" b="1">
                <a:solidFill>
                  <a:srgbClr val="EDF4FB"/>
                </a:solidFill>
                <a:latin typeface="Yu Gothic"/>
                <a:ea typeface="Yu Gothic"/>
                <a:cs typeface="Yu Gothic"/>
              </a:defRPr>
            </a:lvl7pPr>
            <a:lvl8pPr algn="l">
              <a:defRPr sz="3300" b="1">
                <a:solidFill>
                  <a:srgbClr val="EDF4FB"/>
                </a:solidFill>
                <a:latin typeface="Yu Gothic"/>
                <a:ea typeface="Yu Gothic"/>
                <a:cs typeface="Yu Gothic"/>
              </a:defRPr>
            </a:lvl8pPr>
            <a:lvl9pPr algn="l">
              <a:defRPr sz="3300" b="1">
                <a:solidFill>
                  <a:srgbClr val="EDF4FB"/>
                </a:solidFill>
                <a:latin typeface="Yu Gothic"/>
                <a:ea typeface="Yu Gothic"/>
                <a:cs typeface="Yu Gothic"/>
              </a:defRPr>
            </a:lvl9pPr>
          </a:lstStyle>
          <a:p xmlns:a="http://schemas.openxmlformats.org/drawingml/2006/main">
            <a:pPr algn="l">
              <a:defRPr sz="3300" b="1">
                <a:solidFill>
                  <a:srgbClr val="EDF4FB"/>
                </a:solidFill>
                <a:latin typeface="Yu Gothic"/>
                <a:ea typeface="Yu Gothic"/>
                <a:cs typeface="Yu Gothic"/>
              </a:defRPr>
            </a:pPr>
            <a:r>
              <a:rPr sz="3300" b="1">
                <a:solidFill>
                  <a:srgbClr val="EDF4FB"/>
                </a:solidFill>
                <a:latin typeface="Yu Gothic"/>
                <a:ea typeface="Yu Gothic"/>
                <a:cs typeface="Yu Gothic"/>
              </a:rPr>
              <a:t>ゲームのクラス階層</a:t>
            </a:r>
          </a:p>
        </p:txBody>
      </p:sp>
      <p:sp>
        <p:nvSpPr>
          <p:cNvPr id="2" name="字下げは直接の継承関係を表す">
            <a:extLst xmlns:a="http://schemas.openxmlformats.org/drawingml/2006/main">
              <a:ext uri="{FF2B5EF4-FFF2-40B4-BE49-F238E27FC236}">
                <a16:creationId xmlns:a16="http://schemas.microsoft.com/office/drawing/2014/main" id="{64FE11C3-EBA1-4652-8224-CE1245A9629C}"/>
              </a:ext>
            </a:extLst>
          </p:cNvPr>
          <p:cNvSpPr>
            <a:spLocks xmlns:a="http://schemas.openxmlformats.org/drawingml/2006/main" noGrp="1"/>
          </p:cNvSpPr>
          <p:nvPr/>
        </p:nvSpPr>
        <p:spPr>
          <a:xfrm xmlns:a="http://schemas.openxmlformats.org/drawingml/2006/main">
            <a:off x="581025" y="1123950"/>
            <a:ext cx="1100137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68EDBE"/>
                </a:solidFill>
                <a:latin typeface="Yu Gothic"/>
                <a:ea typeface="Yu Gothic"/>
                <a:cs typeface="Yu Gothic"/>
              </a:defRPr>
            </a:defPPr>
            <a:lvl1pPr algn="l">
              <a:defRPr sz="1800" b="0">
                <a:solidFill>
                  <a:srgbClr val="68EDBE"/>
                </a:solidFill>
                <a:latin typeface="Yu Gothic"/>
                <a:ea typeface="Yu Gothic"/>
                <a:cs typeface="Yu Gothic"/>
              </a:defRPr>
            </a:lvl1pPr>
            <a:lvl2pPr algn="l">
              <a:defRPr sz="1800" b="0">
                <a:solidFill>
                  <a:srgbClr val="68EDBE"/>
                </a:solidFill>
                <a:latin typeface="Yu Gothic"/>
                <a:ea typeface="Yu Gothic"/>
                <a:cs typeface="Yu Gothic"/>
              </a:defRPr>
            </a:lvl2pPr>
            <a:lvl3pPr algn="l">
              <a:defRPr sz="1800" b="0">
                <a:solidFill>
                  <a:srgbClr val="68EDBE"/>
                </a:solidFill>
                <a:latin typeface="Yu Gothic"/>
                <a:ea typeface="Yu Gothic"/>
                <a:cs typeface="Yu Gothic"/>
              </a:defRPr>
            </a:lvl3pPr>
            <a:lvl4pPr algn="l">
              <a:defRPr sz="1800" b="0">
                <a:solidFill>
                  <a:srgbClr val="68EDBE"/>
                </a:solidFill>
                <a:latin typeface="Yu Gothic"/>
                <a:ea typeface="Yu Gothic"/>
                <a:cs typeface="Yu Gothic"/>
              </a:defRPr>
            </a:lvl4pPr>
            <a:lvl5pPr algn="l">
              <a:defRPr sz="1800" b="0">
                <a:solidFill>
                  <a:srgbClr val="68EDBE"/>
                </a:solidFill>
                <a:latin typeface="Yu Gothic"/>
                <a:ea typeface="Yu Gothic"/>
                <a:cs typeface="Yu Gothic"/>
              </a:defRPr>
            </a:lvl5pPr>
            <a:lvl6pPr algn="l">
              <a:defRPr sz="1800" b="0">
                <a:solidFill>
                  <a:srgbClr val="68EDBE"/>
                </a:solidFill>
                <a:latin typeface="Yu Gothic"/>
                <a:ea typeface="Yu Gothic"/>
                <a:cs typeface="Yu Gothic"/>
              </a:defRPr>
            </a:lvl6pPr>
            <a:lvl7pPr algn="l">
              <a:defRPr sz="1800" b="0">
                <a:solidFill>
                  <a:srgbClr val="68EDBE"/>
                </a:solidFill>
                <a:latin typeface="Yu Gothic"/>
                <a:ea typeface="Yu Gothic"/>
                <a:cs typeface="Yu Gothic"/>
              </a:defRPr>
            </a:lvl7pPr>
            <a:lvl8pPr algn="l">
              <a:defRPr sz="1800" b="0">
                <a:solidFill>
                  <a:srgbClr val="68EDBE"/>
                </a:solidFill>
                <a:latin typeface="Yu Gothic"/>
                <a:ea typeface="Yu Gothic"/>
                <a:cs typeface="Yu Gothic"/>
              </a:defRPr>
            </a:lvl8pPr>
            <a:lvl9pPr algn="l">
              <a:defRPr sz="1800" b="0">
                <a:solidFill>
                  <a:srgbClr val="68EDBE"/>
                </a:solidFill>
                <a:latin typeface="Yu Gothic"/>
                <a:ea typeface="Yu Gothic"/>
                <a:cs typeface="Yu Gothic"/>
              </a:defRPr>
            </a:lvl9pPr>
          </a:lstStyle>
          <a:p xmlns:a="http://schemas.openxmlformats.org/drawingml/2006/main">
            <a:pPr algn="l">
              <a:defRPr sz="1800" b="0">
                <a:solidFill>
                  <a:srgbClr val="68EDBE"/>
                </a:solidFill>
                <a:latin typeface="Yu Gothic"/>
                <a:ea typeface="Yu Gothic"/>
                <a:cs typeface="Yu Gothic"/>
              </a:defRPr>
            </a:pPr>
            <a:r>
              <a:rPr sz="1800" b="0">
                <a:solidFill>
                  <a:srgbClr val="68EDBE"/>
                </a:solidFill>
                <a:latin typeface="Yu Gothic"/>
                <a:ea typeface="Yu Gothic"/>
                <a:cs typeface="Yu Gothic"/>
              </a:rPr>
              <a:t>字下げは直接の継承関係を表す</a:t>
            </a:r>
          </a:p>
        </p:txBody>
      </p:sp>
      <p:sp>
        <p:nvSpPr>
          <p:cNvPr id="3" name="object">
            <a:extLst xmlns:a="http://schemas.openxmlformats.org/drawingml/2006/main">
              <a:ext uri="{FF2B5EF4-FFF2-40B4-BE49-F238E27FC236}">
                <a16:creationId xmlns:a16="http://schemas.microsoft.com/office/drawing/2014/main" id="{FF6C044B-6244-45A5-AD6C-CA0E0168EE98}"/>
              </a:ext>
            </a:extLst>
          </p:cNvPr>
          <p:cNvSpPr>
            <a:spLocks xmlns:a="http://schemas.openxmlformats.org/drawingml/2006/main" noGrp="1"/>
          </p:cNvSpPr>
          <p:nvPr/>
        </p:nvSpPr>
        <p:spPr>
          <a:xfrm xmlns:a="http://schemas.openxmlformats.org/drawingml/2006/main">
            <a:off x="590550" y="1838325"/>
            <a:ext cx="10953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EDF4FB"/>
                </a:solidFill>
                <a:latin typeface="Consolas"/>
                <a:ea typeface="Consolas"/>
                <a:cs typeface="Consolas"/>
              </a:defRPr>
            </a:defPPr>
            <a:lvl1pPr algn="l">
              <a:defRPr sz="1950" b="0">
                <a:solidFill>
                  <a:srgbClr val="EDF4FB"/>
                </a:solidFill>
                <a:latin typeface="Consolas"/>
                <a:ea typeface="Consolas"/>
                <a:cs typeface="Consolas"/>
              </a:defRPr>
            </a:lvl1pPr>
            <a:lvl2pPr algn="l">
              <a:defRPr sz="1950" b="0">
                <a:solidFill>
                  <a:srgbClr val="EDF4FB"/>
                </a:solidFill>
                <a:latin typeface="Consolas"/>
                <a:ea typeface="Consolas"/>
                <a:cs typeface="Consolas"/>
              </a:defRPr>
            </a:lvl2pPr>
            <a:lvl3pPr algn="l">
              <a:defRPr sz="1950" b="0">
                <a:solidFill>
                  <a:srgbClr val="EDF4FB"/>
                </a:solidFill>
                <a:latin typeface="Consolas"/>
                <a:ea typeface="Consolas"/>
                <a:cs typeface="Consolas"/>
              </a:defRPr>
            </a:lvl3pPr>
            <a:lvl4pPr algn="l">
              <a:defRPr sz="1950" b="0">
                <a:solidFill>
                  <a:srgbClr val="EDF4FB"/>
                </a:solidFill>
                <a:latin typeface="Consolas"/>
                <a:ea typeface="Consolas"/>
                <a:cs typeface="Consolas"/>
              </a:defRPr>
            </a:lvl4pPr>
            <a:lvl5pPr algn="l">
              <a:defRPr sz="1950" b="0">
                <a:solidFill>
                  <a:srgbClr val="EDF4FB"/>
                </a:solidFill>
                <a:latin typeface="Consolas"/>
                <a:ea typeface="Consolas"/>
                <a:cs typeface="Consolas"/>
              </a:defRPr>
            </a:lvl5pPr>
            <a:lvl6pPr algn="l">
              <a:defRPr sz="1950" b="0">
                <a:solidFill>
                  <a:srgbClr val="EDF4FB"/>
                </a:solidFill>
                <a:latin typeface="Consolas"/>
                <a:ea typeface="Consolas"/>
                <a:cs typeface="Consolas"/>
              </a:defRPr>
            </a:lvl6pPr>
            <a:lvl7pPr algn="l">
              <a:defRPr sz="1950" b="0">
                <a:solidFill>
                  <a:srgbClr val="EDF4FB"/>
                </a:solidFill>
                <a:latin typeface="Consolas"/>
                <a:ea typeface="Consolas"/>
                <a:cs typeface="Consolas"/>
              </a:defRPr>
            </a:lvl7pPr>
            <a:lvl8pPr algn="l">
              <a:defRPr sz="1950" b="0">
                <a:solidFill>
                  <a:srgbClr val="EDF4FB"/>
                </a:solidFill>
                <a:latin typeface="Consolas"/>
                <a:ea typeface="Consolas"/>
                <a:cs typeface="Consolas"/>
              </a:defRPr>
            </a:lvl8pPr>
            <a:lvl9pPr algn="l">
              <a:defRPr sz="1950" b="0">
                <a:solidFill>
                  <a:srgbClr val="EDF4FB"/>
                </a:solidFill>
                <a:latin typeface="Consolas"/>
                <a:ea typeface="Consolas"/>
                <a:cs typeface="Consolas"/>
              </a:defRPr>
            </a:lvl9pPr>
          </a:lstStyle>
          <a:p xmlns:a="http://schemas.openxmlformats.org/drawingml/2006/main">
            <a:pPr algn="l">
              <a:defRPr sz="1950" b="0">
                <a:solidFill>
                  <a:srgbClr val="EDF4FB"/>
                </a:solidFill>
                <a:latin typeface="Consolas"/>
                <a:ea typeface="Consolas"/>
                <a:cs typeface="Consolas"/>
              </a:defRPr>
            </a:pPr>
            <a:r>
              <a:rPr sz="1950" b="0">
                <a:solidFill>
                  <a:srgbClr val="EDF4FB"/>
                </a:solidFill>
                <a:latin typeface="Consolas"/>
                <a:ea typeface="Consolas"/>
                <a:cs typeface="Consolas"/>
              </a:rPr>
              <a:t>object</a:t>
            </a:r>
          </a:p>
        </p:txBody>
      </p:sp>
      <p:sp>
        <p:nvSpPr>
          <p:cNvPr id="4" name="  pygame.sprite.Sprite">
            <a:extLst xmlns:a="http://schemas.openxmlformats.org/drawingml/2006/main">
              <a:ext uri="{FF2B5EF4-FFF2-40B4-BE49-F238E27FC236}">
                <a16:creationId xmlns:a16="http://schemas.microsoft.com/office/drawing/2014/main" id="{D820A5F3-B7C6-4268-9C5F-D5C70A43CB80}"/>
              </a:ext>
            </a:extLst>
          </p:cNvPr>
          <p:cNvSpPr>
            <a:spLocks xmlns:a="http://schemas.openxmlformats.org/drawingml/2006/main" noGrp="1"/>
          </p:cNvSpPr>
          <p:nvPr/>
        </p:nvSpPr>
        <p:spPr>
          <a:xfrm xmlns:a="http://schemas.openxmlformats.org/drawingml/2006/main">
            <a:off x="590550" y="2143125"/>
            <a:ext cx="10953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EDF4FB"/>
                </a:solidFill>
                <a:latin typeface="Consolas"/>
                <a:ea typeface="Consolas"/>
                <a:cs typeface="Consolas"/>
              </a:defRPr>
            </a:defPPr>
            <a:lvl1pPr algn="l">
              <a:defRPr sz="1950" b="0">
                <a:solidFill>
                  <a:srgbClr val="EDF4FB"/>
                </a:solidFill>
                <a:latin typeface="Consolas"/>
                <a:ea typeface="Consolas"/>
                <a:cs typeface="Consolas"/>
              </a:defRPr>
            </a:lvl1pPr>
            <a:lvl2pPr algn="l">
              <a:defRPr sz="1950" b="0">
                <a:solidFill>
                  <a:srgbClr val="EDF4FB"/>
                </a:solidFill>
                <a:latin typeface="Consolas"/>
                <a:ea typeface="Consolas"/>
                <a:cs typeface="Consolas"/>
              </a:defRPr>
            </a:lvl2pPr>
            <a:lvl3pPr algn="l">
              <a:defRPr sz="1950" b="0">
                <a:solidFill>
                  <a:srgbClr val="EDF4FB"/>
                </a:solidFill>
                <a:latin typeface="Consolas"/>
                <a:ea typeface="Consolas"/>
                <a:cs typeface="Consolas"/>
              </a:defRPr>
            </a:lvl3pPr>
            <a:lvl4pPr algn="l">
              <a:defRPr sz="1950" b="0">
                <a:solidFill>
                  <a:srgbClr val="EDF4FB"/>
                </a:solidFill>
                <a:latin typeface="Consolas"/>
                <a:ea typeface="Consolas"/>
                <a:cs typeface="Consolas"/>
              </a:defRPr>
            </a:lvl4pPr>
            <a:lvl5pPr algn="l">
              <a:defRPr sz="1950" b="0">
                <a:solidFill>
                  <a:srgbClr val="EDF4FB"/>
                </a:solidFill>
                <a:latin typeface="Consolas"/>
                <a:ea typeface="Consolas"/>
                <a:cs typeface="Consolas"/>
              </a:defRPr>
            </a:lvl5pPr>
            <a:lvl6pPr algn="l">
              <a:defRPr sz="1950" b="0">
                <a:solidFill>
                  <a:srgbClr val="EDF4FB"/>
                </a:solidFill>
                <a:latin typeface="Consolas"/>
                <a:ea typeface="Consolas"/>
                <a:cs typeface="Consolas"/>
              </a:defRPr>
            </a:lvl6pPr>
            <a:lvl7pPr algn="l">
              <a:defRPr sz="1950" b="0">
                <a:solidFill>
                  <a:srgbClr val="EDF4FB"/>
                </a:solidFill>
                <a:latin typeface="Consolas"/>
                <a:ea typeface="Consolas"/>
                <a:cs typeface="Consolas"/>
              </a:defRPr>
            </a:lvl7pPr>
            <a:lvl8pPr algn="l">
              <a:defRPr sz="1950" b="0">
                <a:solidFill>
                  <a:srgbClr val="EDF4FB"/>
                </a:solidFill>
                <a:latin typeface="Consolas"/>
                <a:ea typeface="Consolas"/>
                <a:cs typeface="Consolas"/>
              </a:defRPr>
            </a:lvl8pPr>
            <a:lvl9pPr algn="l">
              <a:defRPr sz="1950" b="0">
                <a:solidFill>
                  <a:srgbClr val="EDF4FB"/>
                </a:solidFill>
                <a:latin typeface="Consolas"/>
                <a:ea typeface="Consolas"/>
                <a:cs typeface="Consolas"/>
              </a:defRPr>
            </a:lvl9pPr>
          </a:lstStyle>
          <a:p xmlns:a="http://schemas.openxmlformats.org/drawingml/2006/main">
            <a:pPr algn="l">
              <a:defRPr sz="1950" b="0">
                <a:solidFill>
                  <a:srgbClr val="EDF4FB"/>
                </a:solidFill>
                <a:latin typeface="Consolas"/>
                <a:ea typeface="Consolas"/>
                <a:cs typeface="Consolas"/>
              </a:defRPr>
            </a:pPr>
            <a:r>
              <a:rPr sz="1950" b="0">
                <a:solidFill>
                  <a:srgbClr val="EDF4FB"/>
                </a:solidFill>
                <a:latin typeface="Consolas"/>
                <a:ea typeface="Consolas"/>
                <a:cs typeface="Consolas"/>
              </a:rPr>
              <a:t>  pygame.sprite.Sprite</a:t>
            </a:r>
          </a:p>
        </p:txBody>
      </p:sp>
      <p:sp>
        <p:nvSpPr>
          <p:cNvPr id="5" name="    Actor">
            <a:extLst xmlns:a="http://schemas.openxmlformats.org/drawingml/2006/main">
              <a:ext uri="{FF2B5EF4-FFF2-40B4-BE49-F238E27FC236}">
                <a16:creationId xmlns:a16="http://schemas.microsoft.com/office/drawing/2014/main" id="{86CD2B56-BB02-4142-B665-CFA74B63395F}"/>
              </a:ext>
            </a:extLst>
          </p:cNvPr>
          <p:cNvSpPr>
            <a:spLocks xmlns:a="http://schemas.openxmlformats.org/drawingml/2006/main" noGrp="1"/>
          </p:cNvSpPr>
          <p:nvPr/>
        </p:nvSpPr>
        <p:spPr>
          <a:xfrm xmlns:a="http://schemas.openxmlformats.org/drawingml/2006/main">
            <a:off x="590550" y="2447925"/>
            <a:ext cx="10953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EDF4FB"/>
                </a:solidFill>
                <a:latin typeface="Consolas"/>
                <a:ea typeface="Consolas"/>
                <a:cs typeface="Consolas"/>
              </a:defRPr>
            </a:defPPr>
            <a:lvl1pPr algn="l">
              <a:defRPr sz="1950" b="0">
                <a:solidFill>
                  <a:srgbClr val="EDF4FB"/>
                </a:solidFill>
                <a:latin typeface="Consolas"/>
                <a:ea typeface="Consolas"/>
                <a:cs typeface="Consolas"/>
              </a:defRPr>
            </a:lvl1pPr>
            <a:lvl2pPr algn="l">
              <a:defRPr sz="1950" b="0">
                <a:solidFill>
                  <a:srgbClr val="EDF4FB"/>
                </a:solidFill>
                <a:latin typeface="Consolas"/>
                <a:ea typeface="Consolas"/>
                <a:cs typeface="Consolas"/>
              </a:defRPr>
            </a:lvl2pPr>
            <a:lvl3pPr algn="l">
              <a:defRPr sz="1950" b="0">
                <a:solidFill>
                  <a:srgbClr val="EDF4FB"/>
                </a:solidFill>
                <a:latin typeface="Consolas"/>
                <a:ea typeface="Consolas"/>
                <a:cs typeface="Consolas"/>
              </a:defRPr>
            </a:lvl3pPr>
            <a:lvl4pPr algn="l">
              <a:defRPr sz="1950" b="0">
                <a:solidFill>
                  <a:srgbClr val="EDF4FB"/>
                </a:solidFill>
                <a:latin typeface="Consolas"/>
                <a:ea typeface="Consolas"/>
                <a:cs typeface="Consolas"/>
              </a:defRPr>
            </a:lvl4pPr>
            <a:lvl5pPr algn="l">
              <a:defRPr sz="1950" b="0">
                <a:solidFill>
                  <a:srgbClr val="EDF4FB"/>
                </a:solidFill>
                <a:latin typeface="Consolas"/>
                <a:ea typeface="Consolas"/>
                <a:cs typeface="Consolas"/>
              </a:defRPr>
            </a:lvl5pPr>
            <a:lvl6pPr algn="l">
              <a:defRPr sz="1950" b="0">
                <a:solidFill>
                  <a:srgbClr val="EDF4FB"/>
                </a:solidFill>
                <a:latin typeface="Consolas"/>
                <a:ea typeface="Consolas"/>
                <a:cs typeface="Consolas"/>
              </a:defRPr>
            </a:lvl6pPr>
            <a:lvl7pPr algn="l">
              <a:defRPr sz="1950" b="0">
                <a:solidFill>
                  <a:srgbClr val="EDF4FB"/>
                </a:solidFill>
                <a:latin typeface="Consolas"/>
                <a:ea typeface="Consolas"/>
                <a:cs typeface="Consolas"/>
              </a:defRPr>
            </a:lvl7pPr>
            <a:lvl8pPr algn="l">
              <a:defRPr sz="1950" b="0">
                <a:solidFill>
                  <a:srgbClr val="EDF4FB"/>
                </a:solidFill>
                <a:latin typeface="Consolas"/>
                <a:ea typeface="Consolas"/>
                <a:cs typeface="Consolas"/>
              </a:defRPr>
            </a:lvl8pPr>
            <a:lvl9pPr algn="l">
              <a:defRPr sz="1950" b="0">
                <a:solidFill>
                  <a:srgbClr val="EDF4FB"/>
                </a:solidFill>
                <a:latin typeface="Consolas"/>
                <a:ea typeface="Consolas"/>
                <a:cs typeface="Consolas"/>
              </a:defRPr>
            </a:lvl9pPr>
          </a:lstStyle>
          <a:p xmlns:a="http://schemas.openxmlformats.org/drawingml/2006/main">
            <a:pPr algn="l">
              <a:defRPr sz="1950" b="0">
                <a:solidFill>
                  <a:srgbClr val="EDF4FB"/>
                </a:solidFill>
                <a:latin typeface="Consolas"/>
                <a:ea typeface="Consolas"/>
                <a:cs typeface="Consolas"/>
              </a:defRPr>
            </a:pPr>
            <a:r>
              <a:rPr sz="1950" b="0">
                <a:solidFill>
                  <a:srgbClr val="EDF4FB"/>
                </a:solidFill>
                <a:latin typeface="Consolas"/>
                <a:ea typeface="Consolas"/>
                <a:cs typeface="Consolas"/>
              </a:rPr>
              <a:t>    Actor</a:t>
            </a:r>
          </a:p>
        </p:txBody>
      </p:sp>
      <p:sp>
        <p:nvSpPr>
          <p:cNvPr id="6" name="      Player">
            <a:extLst xmlns:a="http://schemas.openxmlformats.org/drawingml/2006/main">
              <a:ext uri="{FF2B5EF4-FFF2-40B4-BE49-F238E27FC236}">
                <a16:creationId xmlns:a16="http://schemas.microsoft.com/office/drawing/2014/main" id="{DA2010A3-2A68-4B34-9253-FC971526A7F0}"/>
              </a:ext>
            </a:extLst>
          </p:cNvPr>
          <p:cNvSpPr>
            <a:spLocks xmlns:a="http://schemas.openxmlformats.org/drawingml/2006/main" noGrp="1"/>
          </p:cNvSpPr>
          <p:nvPr/>
        </p:nvSpPr>
        <p:spPr>
          <a:xfrm xmlns:a="http://schemas.openxmlformats.org/drawingml/2006/main">
            <a:off x="590550" y="2752725"/>
            <a:ext cx="10953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EDF4FB"/>
                </a:solidFill>
                <a:latin typeface="Consolas"/>
                <a:ea typeface="Consolas"/>
                <a:cs typeface="Consolas"/>
              </a:defRPr>
            </a:defPPr>
            <a:lvl1pPr algn="l">
              <a:defRPr sz="1950" b="0">
                <a:solidFill>
                  <a:srgbClr val="EDF4FB"/>
                </a:solidFill>
                <a:latin typeface="Consolas"/>
                <a:ea typeface="Consolas"/>
                <a:cs typeface="Consolas"/>
              </a:defRPr>
            </a:lvl1pPr>
            <a:lvl2pPr algn="l">
              <a:defRPr sz="1950" b="0">
                <a:solidFill>
                  <a:srgbClr val="EDF4FB"/>
                </a:solidFill>
                <a:latin typeface="Consolas"/>
                <a:ea typeface="Consolas"/>
                <a:cs typeface="Consolas"/>
              </a:defRPr>
            </a:lvl2pPr>
            <a:lvl3pPr algn="l">
              <a:defRPr sz="1950" b="0">
                <a:solidFill>
                  <a:srgbClr val="EDF4FB"/>
                </a:solidFill>
                <a:latin typeface="Consolas"/>
                <a:ea typeface="Consolas"/>
                <a:cs typeface="Consolas"/>
              </a:defRPr>
            </a:lvl3pPr>
            <a:lvl4pPr algn="l">
              <a:defRPr sz="1950" b="0">
                <a:solidFill>
                  <a:srgbClr val="EDF4FB"/>
                </a:solidFill>
                <a:latin typeface="Consolas"/>
                <a:ea typeface="Consolas"/>
                <a:cs typeface="Consolas"/>
              </a:defRPr>
            </a:lvl4pPr>
            <a:lvl5pPr algn="l">
              <a:defRPr sz="1950" b="0">
                <a:solidFill>
                  <a:srgbClr val="EDF4FB"/>
                </a:solidFill>
                <a:latin typeface="Consolas"/>
                <a:ea typeface="Consolas"/>
                <a:cs typeface="Consolas"/>
              </a:defRPr>
            </a:lvl5pPr>
            <a:lvl6pPr algn="l">
              <a:defRPr sz="1950" b="0">
                <a:solidFill>
                  <a:srgbClr val="EDF4FB"/>
                </a:solidFill>
                <a:latin typeface="Consolas"/>
                <a:ea typeface="Consolas"/>
                <a:cs typeface="Consolas"/>
              </a:defRPr>
            </a:lvl6pPr>
            <a:lvl7pPr algn="l">
              <a:defRPr sz="1950" b="0">
                <a:solidFill>
                  <a:srgbClr val="EDF4FB"/>
                </a:solidFill>
                <a:latin typeface="Consolas"/>
                <a:ea typeface="Consolas"/>
                <a:cs typeface="Consolas"/>
              </a:defRPr>
            </a:lvl7pPr>
            <a:lvl8pPr algn="l">
              <a:defRPr sz="1950" b="0">
                <a:solidFill>
                  <a:srgbClr val="EDF4FB"/>
                </a:solidFill>
                <a:latin typeface="Consolas"/>
                <a:ea typeface="Consolas"/>
                <a:cs typeface="Consolas"/>
              </a:defRPr>
            </a:lvl8pPr>
            <a:lvl9pPr algn="l">
              <a:defRPr sz="1950" b="0">
                <a:solidFill>
                  <a:srgbClr val="EDF4FB"/>
                </a:solidFill>
                <a:latin typeface="Consolas"/>
                <a:ea typeface="Consolas"/>
                <a:cs typeface="Consolas"/>
              </a:defRPr>
            </a:lvl9pPr>
          </a:lstStyle>
          <a:p xmlns:a="http://schemas.openxmlformats.org/drawingml/2006/main">
            <a:pPr algn="l">
              <a:defRPr sz="1950" b="0">
                <a:solidFill>
                  <a:srgbClr val="EDF4FB"/>
                </a:solidFill>
                <a:latin typeface="Consolas"/>
                <a:ea typeface="Consolas"/>
                <a:cs typeface="Consolas"/>
              </a:defRPr>
            </a:pPr>
            <a:r>
              <a:rPr sz="1950" b="0">
                <a:solidFill>
                  <a:srgbClr val="EDF4FB"/>
                </a:solidFill>
                <a:latin typeface="Consolas"/>
                <a:ea typeface="Consolas"/>
                <a:cs typeface="Consolas"/>
              </a:rPr>
              <a:t>      Player</a:t>
            </a:r>
          </a:p>
        </p:txBody>
      </p:sp>
      <p:sp>
        <p:nvSpPr>
          <p:cNvPr id="7" name="      Enemy">
            <a:extLst xmlns:a="http://schemas.openxmlformats.org/drawingml/2006/main">
              <a:ext uri="{FF2B5EF4-FFF2-40B4-BE49-F238E27FC236}">
                <a16:creationId xmlns:a16="http://schemas.microsoft.com/office/drawing/2014/main" id="{BBC96FD3-1C42-440B-AAC5-5C1EDC0D7653}"/>
              </a:ext>
            </a:extLst>
          </p:cNvPr>
          <p:cNvSpPr>
            <a:spLocks xmlns:a="http://schemas.openxmlformats.org/drawingml/2006/main" noGrp="1"/>
          </p:cNvSpPr>
          <p:nvPr/>
        </p:nvSpPr>
        <p:spPr>
          <a:xfrm xmlns:a="http://schemas.openxmlformats.org/drawingml/2006/main">
            <a:off x="590550" y="3057525"/>
            <a:ext cx="10953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EDF4FB"/>
                </a:solidFill>
                <a:latin typeface="Consolas"/>
                <a:ea typeface="Consolas"/>
                <a:cs typeface="Consolas"/>
              </a:defRPr>
            </a:defPPr>
            <a:lvl1pPr algn="l">
              <a:defRPr sz="1950" b="0">
                <a:solidFill>
                  <a:srgbClr val="EDF4FB"/>
                </a:solidFill>
                <a:latin typeface="Consolas"/>
                <a:ea typeface="Consolas"/>
                <a:cs typeface="Consolas"/>
              </a:defRPr>
            </a:lvl1pPr>
            <a:lvl2pPr algn="l">
              <a:defRPr sz="1950" b="0">
                <a:solidFill>
                  <a:srgbClr val="EDF4FB"/>
                </a:solidFill>
                <a:latin typeface="Consolas"/>
                <a:ea typeface="Consolas"/>
                <a:cs typeface="Consolas"/>
              </a:defRPr>
            </a:lvl2pPr>
            <a:lvl3pPr algn="l">
              <a:defRPr sz="1950" b="0">
                <a:solidFill>
                  <a:srgbClr val="EDF4FB"/>
                </a:solidFill>
                <a:latin typeface="Consolas"/>
                <a:ea typeface="Consolas"/>
                <a:cs typeface="Consolas"/>
              </a:defRPr>
            </a:lvl3pPr>
            <a:lvl4pPr algn="l">
              <a:defRPr sz="1950" b="0">
                <a:solidFill>
                  <a:srgbClr val="EDF4FB"/>
                </a:solidFill>
                <a:latin typeface="Consolas"/>
                <a:ea typeface="Consolas"/>
                <a:cs typeface="Consolas"/>
              </a:defRPr>
            </a:lvl4pPr>
            <a:lvl5pPr algn="l">
              <a:defRPr sz="1950" b="0">
                <a:solidFill>
                  <a:srgbClr val="EDF4FB"/>
                </a:solidFill>
                <a:latin typeface="Consolas"/>
                <a:ea typeface="Consolas"/>
                <a:cs typeface="Consolas"/>
              </a:defRPr>
            </a:lvl5pPr>
            <a:lvl6pPr algn="l">
              <a:defRPr sz="1950" b="0">
                <a:solidFill>
                  <a:srgbClr val="EDF4FB"/>
                </a:solidFill>
                <a:latin typeface="Consolas"/>
                <a:ea typeface="Consolas"/>
                <a:cs typeface="Consolas"/>
              </a:defRPr>
            </a:lvl6pPr>
            <a:lvl7pPr algn="l">
              <a:defRPr sz="1950" b="0">
                <a:solidFill>
                  <a:srgbClr val="EDF4FB"/>
                </a:solidFill>
                <a:latin typeface="Consolas"/>
                <a:ea typeface="Consolas"/>
                <a:cs typeface="Consolas"/>
              </a:defRPr>
            </a:lvl7pPr>
            <a:lvl8pPr algn="l">
              <a:defRPr sz="1950" b="0">
                <a:solidFill>
                  <a:srgbClr val="EDF4FB"/>
                </a:solidFill>
                <a:latin typeface="Consolas"/>
                <a:ea typeface="Consolas"/>
                <a:cs typeface="Consolas"/>
              </a:defRPr>
            </a:lvl8pPr>
            <a:lvl9pPr algn="l">
              <a:defRPr sz="1950" b="0">
                <a:solidFill>
                  <a:srgbClr val="EDF4FB"/>
                </a:solidFill>
                <a:latin typeface="Consolas"/>
                <a:ea typeface="Consolas"/>
                <a:cs typeface="Consolas"/>
              </a:defRPr>
            </a:lvl9pPr>
          </a:lstStyle>
          <a:p xmlns:a="http://schemas.openxmlformats.org/drawingml/2006/main">
            <a:pPr algn="l">
              <a:defRPr sz="1950" b="0">
                <a:solidFill>
                  <a:srgbClr val="EDF4FB"/>
                </a:solidFill>
                <a:latin typeface="Consolas"/>
                <a:ea typeface="Consolas"/>
                <a:cs typeface="Consolas"/>
              </a:defRPr>
            </a:pPr>
            <a:r>
              <a:rPr sz="1950" b="0">
                <a:solidFill>
                  <a:srgbClr val="EDF4FB"/>
                </a:solidFill>
                <a:latin typeface="Consolas"/>
                <a:ea typeface="Consolas"/>
                <a:cs typeface="Consolas"/>
              </a:rPr>
              <a:t>      Enemy</a:t>
            </a:r>
          </a:p>
        </p:txBody>
      </p:sp>
      <p:sp>
        <p:nvSpPr>
          <p:cNvPr id="8" name="      Bullet">
            <a:extLst xmlns:a="http://schemas.openxmlformats.org/drawingml/2006/main">
              <a:ext uri="{FF2B5EF4-FFF2-40B4-BE49-F238E27FC236}">
                <a16:creationId xmlns:a16="http://schemas.microsoft.com/office/drawing/2014/main" id="{E530EA7A-82D3-470B-AEB3-6CA99409AF0E}"/>
              </a:ext>
            </a:extLst>
          </p:cNvPr>
          <p:cNvSpPr>
            <a:spLocks xmlns:a="http://schemas.openxmlformats.org/drawingml/2006/main" noGrp="1"/>
          </p:cNvSpPr>
          <p:nvPr/>
        </p:nvSpPr>
        <p:spPr>
          <a:xfrm xmlns:a="http://schemas.openxmlformats.org/drawingml/2006/main">
            <a:off x="590550" y="3362325"/>
            <a:ext cx="10953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EDF4FB"/>
                </a:solidFill>
                <a:latin typeface="Consolas"/>
                <a:ea typeface="Consolas"/>
                <a:cs typeface="Consolas"/>
              </a:defRPr>
            </a:defPPr>
            <a:lvl1pPr algn="l">
              <a:defRPr sz="1950" b="0">
                <a:solidFill>
                  <a:srgbClr val="EDF4FB"/>
                </a:solidFill>
                <a:latin typeface="Consolas"/>
                <a:ea typeface="Consolas"/>
                <a:cs typeface="Consolas"/>
              </a:defRPr>
            </a:lvl1pPr>
            <a:lvl2pPr algn="l">
              <a:defRPr sz="1950" b="0">
                <a:solidFill>
                  <a:srgbClr val="EDF4FB"/>
                </a:solidFill>
                <a:latin typeface="Consolas"/>
                <a:ea typeface="Consolas"/>
                <a:cs typeface="Consolas"/>
              </a:defRPr>
            </a:lvl2pPr>
            <a:lvl3pPr algn="l">
              <a:defRPr sz="1950" b="0">
                <a:solidFill>
                  <a:srgbClr val="EDF4FB"/>
                </a:solidFill>
                <a:latin typeface="Consolas"/>
                <a:ea typeface="Consolas"/>
                <a:cs typeface="Consolas"/>
              </a:defRPr>
            </a:lvl3pPr>
            <a:lvl4pPr algn="l">
              <a:defRPr sz="1950" b="0">
                <a:solidFill>
                  <a:srgbClr val="EDF4FB"/>
                </a:solidFill>
                <a:latin typeface="Consolas"/>
                <a:ea typeface="Consolas"/>
                <a:cs typeface="Consolas"/>
              </a:defRPr>
            </a:lvl4pPr>
            <a:lvl5pPr algn="l">
              <a:defRPr sz="1950" b="0">
                <a:solidFill>
                  <a:srgbClr val="EDF4FB"/>
                </a:solidFill>
                <a:latin typeface="Consolas"/>
                <a:ea typeface="Consolas"/>
                <a:cs typeface="Consolas"/>
              </a:defRPr>
            </a:lvl5pPr>
            <a:lvl6pPr algn="l">
              <a:defRPr sz="1950" b="0">
                <a:solidFill>
                  <a:srgbClr val="EDF4FB"/>
                </a:solidFill>
                <a:latin typeface="Consolas"/>
                <a:ea typeface="Consolas"/>
                <a:cs typeface="Consolas"/>
              </a:defRPr>
            </a:lvl6pPr>
            <a:lvl7pPr algn="l">
              <a:defRPr sz="1950" b="0">
                <a:solidFill>
                  <a:srgbClr val="EDF4FB"/>
                </a:solidFill>
                <a:latin typeface="Consolas"/>
                <a:ea typeface="Consolas"/>
                <a:cs typeface="Consolas"/>
              </a:defRPr>
            </a:lvl7pPr>
            <a:lvl8pPr algn="l">
              <a:defRPr sz="1950" b="0">
                <a:solidFill>
                  <a:srgbClr val="EDF4FB"/>
                </a:solidFill>
                <a:latin typeface="Consolas"/>
                <a:ea typeface="Consolas"/>
                <a:cs typeface="Consolas"/>
              </a:defRPr>
            </a:lvl8pPr>
            <a:lvl9pPr algn="l">
              <a:defRPr sz="1950" b="0">
                <a:solidFill>
                  <a:srgbClr val="EDF4FB"/>
                </a:solidFill>
                <a:latin typeface="Consolas"/>
                <a:ea typeface="Consolas"/>
                <a:cs typeface="Consolas"/>
              </a:defRPr>
            </a:lvl9pPr>
          </a:lstStyle>
          <a:p xmlns:a="http://schemas.openxmlformats.org/drawingml/2006/main">
            <a:pPr algn="l">
              <a:defRPr sz="1950" b="0">
                <a:solidFill>
                  <a:srgbClr val="EDF4FB"/>
                </a:solidFill>
                <a:latin typeface="Consolas"/>
                <a:ea typeface="Consolas"/>
                <a:cs typeface="Consolas"/>
              </a:defRPr>
            </a:pPr>
            <a:r>
              <a:rPr sz="1950" b="0">
                <a:solidFill>
                  <a:srgbClr val="EDF4FB"/>
                </a:solidFill>
                <a:latin typeface="Consolas"/>
                <a:ea typeface="Consolas"/>
                <a:cs typeface="Consolas"/>
              </a:rPr>
              <a:t>      Bullet</a:t>
            </a:r>
          </a:p>
        </p:txBody>
      </p:sp>
      <p:sp>
        <p:nvSpPr>
          <p:cNvPr id="9" name="Player・Enemy・Bullet は Actor を継承する。">
            <a:extLst xmlns:a="http://schemas.openxmlformats.org/drawingml/2006/main">
              <a:ext uri="{FF2B5EF4-FFF2-40B4-BE49-F238E27FC236}">
                <a16:creationId xmlns:a16="http://schemas.microsoft.com/office/drawing/2014/main" id="{1427569C-7AC5-48A1-BE78-B24EF71C77B0}"/>
              </a:ext>
            </a:extLst>
          </p:cNvPr>
          <p:cNvSpPr>
            <a:spLocks xmlns:a="http://schemas.openxmlformats.org/drawingml/2006/main" noGrp="1"/>
          </p:cNvSpPr>
          <p:nvPr/>
        </p:nvSpPr>
        <p:spPr>
          <a:xfrm xmlns:a="http://schemas.openxmlformats.org/drawingml/2006/main">
            <a:off x="590550" y="5524500"/>
            <a:ext cx="523875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68EDBE"/>
                </a:solidFill>
                <a:latin typeface="Yu Gothic"/>
                <a:ea typeface="Yu Gothic"/>
                <a:cs typeface="Yu Gothic"/>
              </a:defRPr>
            </a:defPPr>
            <a:lvl1pPr algn="l">
              <a:defRPr sz="1725" b="0">
                <a:solidFill>
                  <a:srgbClr val="68EDBE"/>
                </a:solidFill>
                <a:latin typeface="Yu Gothic"/>
                <a:ea typeface="Yu Gothic"/>
                <a:cs typeface="Yu Gothic"/>
              </a:defRPr>
            </a:lvl1pPr>
            <a:lvl2pPr algn="l">
              <a:defRPr sz="1725" b="0">
                <a:solidFill>
                  <a:srgbClr val="68EDBE"/>
                </a:solidFill>
                <a:latin typeface="Yu Gothic"/>
                <a:ea typeface="Yu Gothic"/>
                <a:cs typeface="Yu Gothic"/>
              </a:defRPr>
            </a:lvl2pPr>
            <a:lvl3pPr algn="l">
              <a:defRPr sz="1725" b="0">
                <a:solidFill>
                  <a:srgbClr val="68EDBE"/>
                </a:solidFill>
                <a:latin typeface="Yu Gothic"/>
                <a:ea typeface="Yu Gothic"/>
                <a:cs typeface="Yu Gothic"/>
              </a:defRPr>
            </a:lvl3pPr>
            <a:lvl4pPr algn="l">
              <a:defRPr sz="1725" b="0">
                <a:solidFill>
                  <a:srgbClr val="68EDBE"/>
                </a:solidFill>
                <a:latin typeface="Yu Gothic"/>
                <a:ea typeface="Yu Gothic"/>
                <a:cs typeface="Yu Gothic"/>
              </a:defRPr>
            </a:lvl4pPr>
            <a:lvl5pPr algn="l">
              <a:defRPr sz="1725" b="0">
                <a:solidFill>
                  <a:srgbClr val="68EDBE"/>
                </a:solidFill>
                <a:latin typeface="Yu Gothic"/>
                <a:ea typeface="Yu Gothic"/>
                <a:cs typeface="Yu Gothic"/>
              </a:defRPr>
            </a:lvl5pPr>
            <a:lvl6pPr algn="l">
              <a:defRPr sz="1725" b="0">
                <a:solidFill>
                  <a:srgbClr val="68EDBE"/>
                </a:solidFill>
                <a:latin typeface="Yu Gothic"/>
                <a:ea typeface="Yu Gothic"/>
                <a:cs typeface="Yu Gothic"/>
              </a:defRPr>
            </a:lvl6pPr>
            <a:lvl7pPr algn="l">
              <a:defRPr sz="1725" b="0">
                <a:solidFill>
                  <a:srgbClr val="68EDBE"/>
                </a:solidFill>
                <a:latin typeface="Yu Gothic"/>
                <a:ea typeface="Yu Gothic"/>
                <a:cs typeface="Yu Gothic"/>
              </a:defRPr>
            </a:lvl7pPr>
            <a:lvl8pPr algn="l">
              <a:defRPr sz="1725" b="0">
                <a:solidFill>
                  <a:srgbClr val="68EDBE"/>
                </a:solidFill>
                <a:latin typeface="Yu Gothic"/>
                <a:ea typeface="Yu Gothic"/>
                <a:cs typeface="Yu Gothic"/>
              </a:defRPr>
            </a:lvl8pPr>
            <a:lvl9pPr algn="l">
              <a:defRPr sz="1725" b="0">
                <a:solidFill>
                  <a:srgbClr val="68EDBE"/>
                </a:solidFill>
                <a:latin typeface="Yu Gothic"/>
                <a:ea typeface="Yu Gothic"/>
                <a:cs typeface="Yu Gothic"/>
              </a:defRPr>
            </a:lvl9pPr>
          </a:lstStyle>
          <a:p xmlns:a="http://schemas.openxmlformats.org/drawingml/2006/main">
            <a:pPr algn="l">
              <a:defRPr sz="1725" b="0">
                <a:solidFill>
                  <a:srgbClr val="68EDBE"/>
                </a:solidFill>
                <a:latin typeface="Yu Gothic"/>
                <a:ea typeface="Yu Gothic"/>
                <a:cs typeface="Yu Gothic"/>
              </a:defRPr>
            </a:pPr>
            <a:r>
              <a:rPr sz="1725" b="0">
                <a:solidFill>
                  <a:srgbClr val="68EDBE"/>
                </a:solidFill>
                <a:latin typeface="Yu Gothic"/>
                <a:ea typeface="Yu Gothic"/>
                <a:cs typeface="Yu Gothic"/>
              </a:rPr>
              <a:t>Player・Enemy・Bullet は Actor を継承する。</a:t>
            </a:r>
          </a:p>
        </p:txBody>
      </p:sp>
      <p:sp>
        <p:nvSpPr>
          <p:cNvPr id="10" name="UML の汎化は実線と白抜き三角で基底クラスを指す。">
            <a:extLst xmlns:a="http://schemas.openxmlformats.org/drawingml/2006/main">
              <a:ext uri="{FF2B5EF4-FFF2-40B4-BE49-F238E27FC236}">
                <a16:creationId xmlns:a16="http://schemas.microsoft.com/office/drawing/2014/main" id="{FFB0BA4D-BBE0-4A64-A485-998A96F38B03}"/>
              </a:ext>
            </a:extLst>
          </p:cNvPr>
          <p:cNvSpPr>
            <a:spLocks xmlns:a="http://schemas.openxmlformats.org/drawingml/2006/main" noGrp="1"/>
          </p:cNvSpPr>
          <p:nvPr/>
        </p:nvSpPr>
        <p:spPr>
          <a:xfrm xmlns:a="http://schemas.openxmlformats.org/drawingml/2006/main">
            <a:off x="6305550" y="5524500"/>
            <a:ext cx="523875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68EDBE"/>
                </a:solidFill>
                <a:latin typeface="Yu Gothic"/>
                <a:ea typeface="Yu Gothic"/>
                <a:cs typeface="Yu Gothic"/>
              </a:defRPr>
            </a:defPPr>
            <a:lvl1pPr algn="l">
              <a:defRPr sz="1725" b="0">
                <a:solidFill>
                  <a:srgbClr val="68EDBE"/>
                </a:solidFill>
                <a:latin typeface="Yu Gothic"/>
                <a:ea typeface="Yu Gothic"/>
                <a:cs typeface="Yu Gothic"/>
              </a:defRPr>
            </a:lvl1pPr>
            <a:lvl2pPr algn="l">
              <a:defRPr sz="1725" b="0">
                <a:solidFill>
                  <a:srgbClr val="68EDBE"/>
                </a:solidFill>
                <a:latin typeface="Yu Gothic"/>
                <a:ea typeface="Yu Gothic"/>
                <a:cs typeface="Yu Gothic"/>
              </a:defRPr>
            </a:lvl2pPr>
            <a:lvl3pPr algn="l">
              <a:defRPr sz="1725" b="0">
                <a:solidFill>
                  <a:srgbClr val="68EDBE"/>
                </a:solidFill>
                <a:latin typeface="Yu Gothic"/>
                <a:ea typeface="Yu Gothic"/>
                <a:cs typeface="Yu Gothic"/>
              </a:defRPr>
            </a:lvl3pPr>
            <a:lvl4pPr algn="l">
              <a:defRPr sz="1725" b="0">
                <a:solidFill>
                  <a:srgbClr val="68EDBE"/>
                </a:solidFill>
                <a:latin typeface="Yu Gothic"/>
                <a:ea typeface="Yu Gothic"/>
                <a:cs typeface="Yu Gothic"/>
              </a:defRPr>
            </a:lvl4pPr>
            <a:lvl5pPr algn="l">
              <a:defRPr sz="1725" b="0">
                <a:solidFill>
                  <a:srgbClr val="68EDBE"/>
                </a:solidFill>
                <a:latin typeface="Yu Gothic"/>
                <a:ea typeface="Yu Gothic"/>
                <a:cs typeface="Yu Gothic"/>
              </a:defRPr>
            </a:lvl5pPr>
            <a:lvl6pPr algn="l">
              <a:defRPr sz="1725" b="0">
                <a:solidFill>
                  <a:srgbClr val="68EDBE"/>
                </a:solidFill>
                <a:latin typeface="Yu Gothic"/>
                <a:ea typeface="Yu Gothic"/>
                <a:cs typeface="Yu Gothic"/>
              </a:defRPr>
            </a:lvl6pPr>
            <a:lvl7pPr algn="l">
              <a:defRPr sz="1725" b="0">
                <a:solidFill>
                  <a:srgbClr val="68EDBE"/>
                </a:solidFill>
                <a:latin typeface="Yu Gothic"/>
                <a:ea typeface="Yu Gothic"/>
                <a:cs typeface="Yu Gothic"/>
              </a:defRPr>
            </a:lvl7pPr>
            <a:lvl8pPr algn="l">
              <a:defRPr sz="1725" b="0">
                <a:solidFill>
                  <a:srgbClr val="68EDBE"/>
                </a:solidFill>
                <a:latin typeface="Yu Gothic"/>
                <a:ea typeface="Yu Gothic"/>
                <a:cs typeface="Yu Gothic"/>
              </a:defRPr>
            </a:lvl8pPr>
            <a:lvl9pPr algn="l">
              <a:defRPr sz="1725" b="0">
                <a:solidFill>
                  <a:srgbClr val="68EDBE"/>
                </a:solidFill>
                <a:latin typeface="Yu Gothic"/>
                <a:ea typeface="Yu Gothic"/>
                <a:cs typeface="Yu Gothic"/>
              </a:defRPr>
            </a:lvl9pPr>
          </a:lstStyle>
          <a:p xmlns:a="http://schemas.openxmlformats.org/drawingml/2006/main">
            <a:pPr algn="l">
              <a:defRPr sz="1725" b="0">
                <a:solidFill>
                  <a:srgbClr val="68EDBE"/>
                </a:solidFill>
                <a:latin typeface="Yu Gothic"/>
                <a:ea typeface="Yu Gothic"/>
                <a:cs typeface="Yu Gothic"/>
              </a:defRPr>
            </a:pPr>
            <a:r>
              <a:rPr sz="1725" b="0">
                <a:solidFill>
                  <a:srgbClr val="68EDBE"/>
                </a:solidFill>
                <a:latin typeface="Yu Gothic"/>
                <a:ea typeface="Yu Gothic"/>
                <a:cs typeface="Yu Gothic"/>
              </a:rPr>
              <a:t>UML の汎化は実線と白抜き三角で基底クラスを指す。</a:t>
            </a:r>
          </a:p>
        </p:txBody>
      </p:sp>
      <p:sp>
        <p:nvSpPr>
          <p:cNvPr id="11" name="actors.py / week7_demo.py">
            <a:extLst xmlns:a="http://schemas.openxmlformats.org/drawingml/2006/main">
              <a:ext uri="{FF2B5EF4-FFF2-40B4-BE49-F238E27FC236}">
                <a16:creationId xmlns:a16="http://schemas.microsoft.com/office/drawing/2014/main" id="{DEF7E930-BDB9-49A4-9F56-CAFB38E23919}"/>
              </a:ext>
            </a:extLst>
          </p:cNvPr>
          <p:cNvSpPr>
            <a:spLocks xmlns:a="http://schemas.openxmlformats.org/drawingml/2006/main" noGrp="1"/>
          </p:cNvSpPr>
          <p:nvPr/>
        </p:nvSpPr>
        <p:spPr>
          <a:xfrm xmlns:a="http://schemas.openxmlformats.org/drawingml/2006/main">
            <a:off x="590550" y="6543675"/>
            <a:ext cx="10287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EDF4FB"/>
                </a:solidFill>
                <a:latin typeface="Consolas"/>
                <a:ea typeface="Consolas"/>
                <a:cs typeface="Consolas"/>
              </a:defRPr>
            </a:defPPr>
            <a:lvl1pPr algn="l">
              <a:defRPr sz="1200" b="0">
                <a:solidFill>
                  <a:srgbClr val="EDF4FB"/>
                </a:solidFill>
                <a:latin typeface="Consolas"/>
                <a:ea typeface="Consolas"/>
                <a:cs typeface="Consolas"/>
              </a:defRPr>
            </a:lvl1pPr>
            <a:lvl2pPr algn="l">
              <a:defRPr sz="1200" b="0">
                <a:solidFill>
                  <a:srgbClr val="EDF4FB"/>
                </a:solidFill>
                <a:latin typeface="Consolas"/>
                <a:ea typeface="Consolas"/>
                <a:cs typeface="Consolas"/>
              </a:defRPr>
            </a:lvl2pPr>
            <a:lvl3pPr algn="l">
              <a:defRPr sz="1200" b="0">
                <a:solidFill>
                  <a:srgbClr val="EDF4FB"/>
                </a:solidFill>
                <a:latin typeface="Consolas"/>
                <a:ea typeface="Consolas"/>
                <a:cs typeface="Consolas"/>
              </a:defRPr>
            </a:lvl3pPr>
            <a:lvl4pPr algn="l">
              <a:defRPr sz="1200" b="0">
                <a:solidFill>
                  <a:srgbClr val="EDF4FB"/>
                </a:solidFill>
                <a:latin typeface="Consolas"/>
                <a:ea typeface="Consolas"/>
                <a:cs typeface="Consolas"/>
              </a:defRPr>
            </a:lvl4pPr>
            <a:lvl5pPr algn="l">
              <a:defRPr sz="1200" b="0">
                <a:solidFill>
                  <a:srgbClr val="EDF4FB"/>
                </a:solidFill>
                <a:latin typeface="Consolas"/>
                <a:ea typeface="Consolas"/>
                <a:cs typeface="Consolas"/>
              </a:defRPr>
            </a:lvl5pPr>
            <a:lvl6pPr algn="l">
              <a:defRPr sz="1200" b="0">
                <a:solidFill>
                  <a:srgbClr val="EDF4FB"/>
                </a:solidFill>
                <a:latin typeface="Consolas"/>
                <a:ea typeface="Consolas"/>
                <a:cs typeface="Consolas"/>
              </a:defRPr>
            </a:lvl6pPr>
            <a:lvl7pPr algn="l">
              <a:defRPr sz="1200" b="0">
                <a:solidFill>
                  <a:srgbClr val="EDF4FB"/>
                </a:solidFill>
                <a:latin typeface="Consolas"/>
                <a:ea typeface="Consolas"/>
                <a:cs typeface="Consolas"/>
              </a:defRPr>
            </a:lvl7pPr>
            <a:lvl8pPr algn="l">
              <a:defRPr sz="1200" b="0">
                <a:solidFill>
                  <a:srgbClr val="EDF4FB"/>
                </a:solidFill>
                <a:latin typeface="Consolas"/>
                <a:ea typeface="Consolas"/>
                <a:cs typeface="Consolas"/>
              </a:defRPr>
            </a:lvl8pPr>
            <a:lvl9pPr algn="l">
              <a:defRPr sz="1200" b="0">
                <a:solidFill>
                  <a:srgbClr val="EDF4FB"/>
                </a:solidFill>
                <a:latin typeface="Consolas"/>
                <a:ea typeface="Consolas"/>
                <a:cs typeface="Consolas"/>
              </a:defRPr>
            </a:lvl9pPr>
          </a:lstStyle>
          <a:p xmlns:a="http://schemas.openxmlformats.org/drawingml/2006/main">
            <a:pPr algn="l">
              <a:defRPr sz="1200" b="0">
                <a:solidFill>
                  <a:srgbClr val="EDF4FB"/>
                </a:solidFill>
                <a:latin typeface="Consolas"/>
                <a:ea typeface="Consolas"/>
                <a:cs typeface="Consolas"/>
              </a:defRPr>
            </a:pPr>
            <a:r>
              <a:rPr sz="1200" b="0">
                <a:solidFill>
                  <a:srgbClr val="EDF4FB"/>
                </a:solidFill>
                <a:latin typeface="Consolas"/>
                <a:ea typeface="Consolas"/>
                <a:cs typeface="Consolas"/>
              </a:rPr>
              <a:t>actors.py / week7_demo.py</a:t>
            </a:r>
          </a:p>
        </p:txBody>
      </p:sp>
      <p:sp>
        <p:nvSpPr>
          <p:cNvPr id="12" name="03">
            <a:extLst xmlns:a="http://schemas.openxmlformats.org/drawingml/2006/main">
              <a:ext uri="{FF2B5EF4-FFF2-40B4-BE49-F238E27FC236}">
                <a16:creationId xmlns:a16="http://schemas.microsoft.com/office/drawing/2014/main" id="{BE7A9BFE-A29C-47D7-A2AF-5E211CBCFDBF}"/>
              </a:ext>
            </a:extLst>
          </p:cNvPr>
          <p:cNvSpPr>
            <a:spLocks xmlns:a="http://schemas.openxmlformats.org/drawingml/2006/main" noGrp="1"/>
          </p:cNvSpPr>
          <p:nvPr/>
        </p:nvSpPr>
        <p:spPr>
          <a:xfrm xmlns:a="http://schemas.openxmlformats.org/drawingml/2006/main">
            <a:off x="11163300" y="6543675"/>
            <a:ext cx="4572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EDF4FB"/>
                </a:solidFill>
                <a:latin typeface="Yu Gothic"/>
                <a:ea typeface="Yu Gothic"/>
                <a:cs typeface="Yu Gothic"/>
              </a:defRPr>
            </a:defPPr>
            <a:lvl1pPr algn="l">
              <a:defRPr sz="1200" b="0">
                <a:solidFill>
                  <a:srgbClr val="EDF4FB"/>
                </a:solidFill>
                <a:latin typeface="Yu Gothic"/>
                <a:ea typeface="Yu Gothic"/>
                <a:cs typeface="Yu Gothic"/>
              </a:defRPr>
            </a:lvl1pPr>
            <a:lvl2pPr algn="l">
              <a:defRPr sz="1200" b="0">
                <a:solidFill>
                  <a:srgbClr val="EDF4FB"/>
                </a:solidFill>
                <a:latin typeface="Yu Gothic"/>
                <a:ea typeface="Yu Gothic"/>
                <a:cs typeface="Yu Gothic"/>
              </a:defRPr>
            </a:lvl2pPr>
            <a:lvl3pPr algn="l">
              <a:defRPr sz="1200" b="0">
                <a:solidFill>
                  <a:srgbClr val="EDF4FB"/>
                </a:solidFill>
                <a:latin typeface="Yu Gothic"/>
                <a:ea typeface="Yu Gothic"/>
                <a:cs typeface="Yu Gothic"/>
              </a:defRPr>
            </a:lvl3pPr>
            <a:lvl4pPr algn="l">
              <a:defRPr sz="1200" b="0">
                <a:solidFill>
                  <a:srgbClr val="EDF4FB"/>
                </a:solidFill>
                <a:latin typeface="Yu Gothic"/>
                <a:ea typeface="Yu Gothic"/>
                <a:cs typeface="Yu Gothic"/>
              </a:defRPr>
            </a:lvl4pPr>
            <a:lvl5pPr algn="l">
              <a:defRPr sz="1200" b="0">
                <a:solidFill>
                  <a:srgbClr val="EDF4FB"/>
                </a:solidFill>
                <a:latin typeface="Yu Gothic"/>
                <a:ea typeface="Yu Gothic"/>
                <a:cs typeface="Yu Gothic"/>
              </a:defRPr>
            </a:lvl5pPr>
            <a:lvl6pPr algn="l">
              <a:defRPr sz="1200" b="0">
                <a:solidFill>
                  <a:srgbClr val="EDF4FB"/>
                </a:solidFill>
                <a:latin typeface="Yu Gothic"/>
                <a:ea typeface="Yu Gothic"/>
                <a:cs typeface="Yu Gothic"/>
              </a:defRPr>
            </a:lvl6pPr>
            <a:lvl7pPr algn="l">
              <a:defRPr sz="1200" b="0">
                <a:solidFill>
                  <a:srgbClr val="EDF4FB"/>
                </a:solidFill>
                <a:latin typeface="Yu Gothic"/>
                <a:ea typeface="Yu Gothic"/>
                <a:cs typeface="Yu Gothic"/>
              </a:defRPr>
            </a:lvl7pPr>
            <a:lvl8pPr algn="l">
              <a:defRPr sz="1200" b="0">
                <a:solidFill>
                  <a:srgbClr val="EDF4FB"/>
                </a:solidFill>
                <a:latin typeface="Yu Gothic"/>
                <a:ea typeface="Yu Gothic"/>
                <a:cs typeface="Yu Gothic"/>
              </a:defRPr>
            </a:lvl8pPr>
            <a:lvl9pPr algn="l">
              <a:defRPr sz="1200" b="0">
                <a:solidFill>
                  <a:srgbClr val="EDF4FB"/>
                </a:solidFill>
                <a:latin typeface="Yu Gothic"/>
                <a:ea typeface="Yu Gothic"/>
                <a:cs typeface="Yu Gothic"/>
              </a:defRPr>
            </a:lvl9pPr>
          </a:lstStyle>
          <a:p xmlns:a="http://schemas.openxmlformats.org/drawingml/2006/main">
            <a:pPr algn="l">
              <a:defRPr sz="1200" b="0">
                <a:solidFill>
                  <a:srgbClr val="EDF4FB"/>
                </a:solidFill>
                <a:latin typeface="Yu Gothic"/>
                <a:ea typeface="Yu Gothic"/>
                <a:cs typeface="Yu Gothic"/>
              </a:defRPr>
            </a:pPr>
            <a:r>
              <a:rPr sz="1200" b="0">
                <a:solidFill>
                  <a:srgbClr val="EDF4FB"/>
                </a:solidFill>
                <a:latin typeface="Yu Gothic"/>
                <a:ea typeface="Yu Gothic"/>
                <a:cs typeface="Yu Gothic"/>
              </a:rPr>
              <a:t>03</a:t>
            </a:r>
          </a:p>
        </p:txBody>
      </p:sp>
    </p:spTree>
    <p:extLst>
      <p:ext uri="{BB962C8B-B14F-4D97-AF65-F5344CB8AC3E}">
        <p14:creationId xmlns:p14="http://schemas.microsoft.com/office/powerpoint/2010/main" val="450761954"/>
      </p:ext>
    </p:extLst>
  </p:cSld>
</p:sld>
</file>

<file path=ppt/slides/slide4.xml><?xml version="1.0" encoding="utf-8"?>
<p:sld xmlns:p="http://schemas.openxmlformats.org/presentationml/2006/main">
  <p:cSld>
    <p:bg>
      <p:bgPr>
        <a:solidFill xmlns:a="http://schemas.openxmlformats.org/drawingml/2006/main">
          <a:srgbClr val="F5F7FA"/>
        </a:solidFill>
      </p:bgPr>
    </p:bg>
    <p:spTree>
      <p:nvGrpSpPr>
        <p:cNvPr id="1" name=""/>
        <p:cNvGrpSpPr/>
        <p:nvPr/>
      </p:nvGrpSpPr>
      <p:grpSpPr>
        <a:xfrm xmlns:a="http://schemas.openxmlformats.org/drawingml/2006/main"/>
      </p:grpSpPr>
      <p:sp>
        <p:nvSpPr>
          <p:cNvPr id="6" name="共通の役割と固有の役割">
            <a:extLst xmlns:a="http://schemas.openxmlformats.org/drawingml/2006/main">
              <a:ext uri="{FF2B5EF4-FFF2-40B4-BE49-F238E27FC236}">
                <a16:creationId xmlns:a16="http://schemas.microsoft.com/office/drawing/2014/main" id="{DBA75D28-1016-47E1-93A9-E353AA74E5B9}"/>
              </a:ext>
            </a:extLst>
          </p:cNvPr>
          <p:cNvSpPr>
            <a:spLocks xmlns:a="http://schemas.openxmlformats.org/drawingml/2006/main" noGrp="1"/>
          </p:cNvSpPr>
          <p:nvPr/>
        </p:nvSpPr>
        <p:spPr>
          <a:xfrm xmlns:a="http://schemas.openxmlformats.org/drawingml/2006/main">
            <a:off x="561975" y="400050"/>
            <a:ext cx="110490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72C40"/>
                </a:solidFill>
                <a:latin typeface="Yu Gothic"/>
                <a:ea typeface="Yu Gothic"/>
                <a:cs typeface="Yu Gothic"/>
              </a:defRPr>
            </a:defPPr>
            <a:lvl1pPr algn="l">
              <a:defRPr sz="3300" b="1">
                <a:solidFill>
                  <a:srgbClr val="172C40"/>
                </a:solidFill>
                <a:latin typeface="Yu Gothic"/>
                <a:ea typeface="Yu Gothic"/>
                <a:cs typeface="Yu Gothic"/>
              </a:defRPr>
            </a:lvl1pPr>
            <a:lvl2pPr algn="l">
              <a:defRPr sz="3300" b="1">
                <a:solidFill>
                  <a:srgbClr val="172C40"/>
                </a:solidFill>
                <a:latin typeface="Yu Gothic"/>
                <a:ea typeface="Yu Gothic"/>
                <a:cs typeface="Yu Gothic"/>
              </a:defRPr>
            </a:lvl2pPr>
            <a:lvl3pPr algn="l">
              <a:defRPr sz="3300" b="1">
                <a:solidFill>
                  <a:srgbClr val="172C40"/>
                </a:solidFill>
                <a:latin typeface="Yu Gothic"/>
                <a:ea typeface="Yu Gothic"/>
                <a:cs typeface="Yu Gothic"/>
              </a:defRPr>
            </a:lvl3pPr>
            <a:lvl4pPr algn="l">
              <a:defRPr sz="3300" b="1">
                <a:solidFill>
                  <a:srgbClr val="172C40"/>
                </a:solidFill>
                <a:latin typeface="Yu Gothic"/>
                <a:ea typeface="Yu Gothic"/>
                <a:cs typeface="Yu Gothic"/>
              </a:defRPr>
            </a:lvl4pPr>
            <a:lvl5pPr algn="l">
              <a:defRPr sz="3300" b="1">
                <a:solidFill>
                  <a:srgbClr val="172C40"/>
                </a:solidFill>
                <a:latin typeface="Yu Gothic"/>
                <a:ea typeface="Yu Gothic"/>
                <a:cs typeface="Yu Gothic"/>
              </a:defRPr>
            </a:lvl5pPr>
            <a:lvl6pPr algn="l">
              <a:defRPr sz="3300" b="1">
                <a:solidFill>
                  <a:srgbClr val="172C40"/>
                </a:solidFill>
                <a:latin typeface="Yu Gothic"/>
                <a:ea typeface="Yu Gothic"/>
                <a:cs typeface="Yu Gothic"/>
              </a:defRPr>
            </a:lvl6pPr>
            <a:lvl7pPr algn="l">
              <a:defRPr sz="3300" b="1">
                <a:solidFill>
                  <a:srgbClr val="172C40"/>
                </a:solidFill>
                <a:latin typeface="Yu Gothic"/>
                <a:ea typeface="Yu Gothic"/>
                <a:cs typeface="Yu Gothic"/>
              </a:defRPr>
            </a:lvl7pPr>
            <a:lvl8pPr algn="l">
              <a:defRPr sz="3300" b="1">
                <a:solidFill>
                  <a:srgbClr val="172C40"/>
                </a:solidFill>
                <a:latin typeface="Yu Gothic"/>
                <a:ea typeface="Yu Gothic"/>
                <a:cs typeface="Yu Gothic"/>
              </a:defRPr>
            </a:lvl8pPr>
            <a:lvl9pPr algn="l">
              <a:defRPr sz="3300" b="1">
                <a:solidFill>
                  <a:srgbClr val="172C40"/>
                </a:solidFill>
                <a:latin typeface="Yu Gothic"/>
                <a:ea typeface="Yu Gothic"/>
                <a:cs typeface="Yu Gothic"/>
              </a:defRPr>
            </a:lvl9pPr>
          </a:lstStyle>
          <a:p xmlns:a="http://schemas.openxmlformats.org/drawingml/2006/main">
            <a:pPr algn="l">
              <a:defRPr sz="3300" b="1">
                <a:solidFill>
                  <a:srgbClr val="172C40"/>
                </a:solidFill>
                <a:latin typeface="Yu Gothic"/>
                <a:ea typeface="Yu Gothic"/>
                <a:cs typeface="Yu Gothic"/>
              </a:defRPr>
            </a:pPr>
            <a:r>
              <a:rPr sz="3300" b="1">
                <a:solidFill>
                  <a:srgbClr val="172C40"/>
                </a:solidFill>
                <a:latin typeface="Yu Gothic"/>
                <a:ea typeface="Yu Gothic"/>
                <a:cs typeface="Yu Gothic"/>
              </a:rPr>
              <a:t>共通の役割と固有の役割</a:t>
            </a:r>
          </a:p>
        </p:txBody>
      </p:sp>
      <p:sp>
        <p:nvSpPr>
          <p:cNvPr id="2" name="既存の actors.py の役割分担">
            <a:extLst xmlns:a="http://schemas.openxmlformats.org/drawingml/2006/main">
              <a:ext uri="{FF2B5EF4-FFF2-40B4-BE49-F238E27FC236}">
                <a16:creationId xmlns:a16="http://schemas.microsoft.com/office/drawing/2014/main" id="{E546F16F-365E-4E67-AC80-CE60F9517118}"/>
              </a:ext>
            </a:extLst>
          </p:cNvPr>
          <p:cNvSpPr>
            <a:spLocks xmlns:a="http://schemas.openxmlformats.org/drawingml/2006/main" noGrp="1"/>
          </p:cNvSpPr>
          <p:nvPr/>
        </p:nvSpPr>
        <p:spPr>
          <a:xfrm xmlns:a="http://schemas.openxmlformats.org/drawingml/2006/main">
            <a:off x="581025" y="1123950"/>
            <a:ext cx="1100137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526879"/>
                </a:solidFill>
                <a:latin typeface="Yu Gothic"/>
                <a:ea typeface="Yu Gothic"/>
                <a:cs typeface="Yu Gothic"/>
              </a:defRPr>
            </a:defPPr>
            <a:lvl1pPr algn="l">
              <a:defRPr sz="1800" b="0">
                <a:solidFill>
                  <a:srgbClr val="526879"/>
                </a:solidFill>
                <a:latin typeface="Yu Gothic"/>
                <a:ea typeface="Yu Gothic"/>
                <a:cs typeface="Yu Gothic"/>
              </a:defRPr>
            </a:lvl1pPr>
            <a:lvl2pPr algn="l">
              <a:defRPr sz="1800" b="0">
                <a:solidFill>
                  <a:srgbClr val="526879"/>
                </a:solidFill>
                <a:latin typeface="Yu Gothic"/>
                <a:ea typeface="Yu Gothic"/>
                <a:cs typeface="Yu Gothic"/>
              </a:defRPr>
            </a:lvl2pPr>
            <a:lvl3pPr algn="l">
              <a:defRPr sz="1800" b="0">
                <a:solidFill>
                  <a:srgbClr val="526879"/>
                </a:solidFill>
                <a:latin typeface="Yu Gothic"/>
                <a:ea typeface="Yu Gothic"/>
                <a:cs typeface="Yu Gothic"/>
              </a:defRPr>
            </a:lvl3pPr>
            <a:lvl4pPr algn="l">
              <a:defRPr sz="1800" b="0">
                <a:solidFill>
                  <a:srgbClr val="526879"/>
                </a:solidFill>
                <a:latin typeface="Yu Gothic"/>
                <a:ea typeface="Yu Gothic"/>
                <a:cs typeface="Yu Gothic"/>
              </a:defRPr>
            </a:lvl4pPr>
            <a:lvl5pPr algn="l">
              <a:defRPr sz="1800" b="0">
                <a:solidFill>
                  <a:srgbClr val="526879"/>
                </a:solidFill>
                <a:latin typeface="Yu Gothic"/>
                <a:ea typeface="Yu Gothic"/>
                <a:cs typeface="Yu Gothic"/>
              </a:defRPr>
            </a:lvl5pPr>
            <a:lvl6pPr algn="l">
              <a:defRPr sz="1800" b="0">
                <a:solidFill>
                  <a:srgbClr val="526879"/>
                </a:solidFill>
                <a:latin typeface="Yu Gothic"/>
                <a:ea typeface="Yu Gothic"/>
                <a:cs typeface="Yu Gothic"/>
              </a:defRPr>
            </a:lvl6pPr>
            <a:lvl7pPr algn="l">
              <a:defRPr sz="1800" b="0">
                <a:solidFill>
                  <a:srgbClr val="526879"/>
                </a:solidFill>
                <a:latin typeface="Yu Gothic"/>
                <a:ea typeface="Yu Gothic"/>
                <a:cs typeface="Yu Gothic"/>
              </a:defRPr>
            </a:lvl7pPr>
            <a:lvl8pPr algn="l">
              <a:defRPr sz="1800" b="0">
                <a:solidFill>
                  <a:srgbClr val="526879"/>
                </a:solidFill>
                <a:latin typeface="Yu Gothic"/>
                <a:ea typeface="Yu Gothic"/>
                <a:cs typeface="Yu Gothic"/>
              </a:defRPr>
            </a:lvl8pPr>
            <a:lvl9pPr algn="l">
              <a:defRPr sz="1800" b="0">
                <a:solidFill>
                  <a:srgbClr val="526879"/>
                </a:solidFill>
                <a:latin typeface="Yu Gothic"/>
                <a:ea typeface="Yu Gothic"/>
                <a:cs typeface="Yu Gothic"/>
              </a:defRPr>
            </a:lvl9pPr>
          </a:lstStyle>
          <a:p xmlns:a="http://schemas.openxmlformats.org/drawingml/2006/main">
            <a:pPr algn="l">
              <a:defRPr sz="1800" b="0">
                <a:solidFill>
                  <a:srgbClr val="526879"/>
                </a:solidFill>
                <a:latin typeface="Yu Gothic"/>
                <a:ea typeface="Yu Gothic"/>
                <a:cs typeface="Yu Gothic"/>
              </a:defRPr>
            </a:pPr>
            <a:r>
              <a:rPr sz="1800" b="0">
                <a:solidFill>
                  <a:srgbClr val="526879"/>
                </a:solidFill>
                <a:latin typeface="Yu Gothic"/>
                <a:ea typeface="Yu Gothic"/>
                <a:cs typeface="Yu Gothic"/>
              </a:rPr>
              <a:t>既存の actors.py の役割分担</a:t>
            </a:r>
          </a:p>
        </p:txBody>
      </p:sp>
      <p:graphicFrame>
        <p:nvGraphicFramePr>
          <p:cNvPr id="3" name="">
            <a:extLst xmlns:a="http://schemas.openxmlformats.org/drawingml/2006/main">
              <a:ext uri="{FF2B5EF4-FFF2-40B4-BE49-F238E27FC236}">
                <a16:creationId xmlns:a16="http://schemas.microsoft.com/office/drawing/2014/main" id="{81DCF1D3-25BB-435E-B176-362D3650064B}"/>
              </a:ext>
            </a:extLst>
          </p:cNvPr>
          <p:cNvGraphicFramePr/>
          <p:nvPr/>
        </p:nvGraphicFramePr>
        <p:xfrm>
          <a:off xmlns:a="http://schemas.openxmlformats.org/drawingml/2006/main" x="571500" y="1838325"/>
          <a:ext xmlns:a="http://schemas.openxmlformats.org/drawingml/2006/main" cx="11049000" cy="3676650"/>
        </p:xfrm>
        <a:graphic xmlns:a="http://schemas.openxmlformats.org/drawingml/2006/main">
          <a:graphicData uri="http://schemas.openxmlformats.org/drawingml/2006/table">
            <a:tbl>
              <a:tblPr firstRow="0" bandRow="0"/>
              <a:tblGrid>
                <a:gridCol w="2286000"/>
                <a:gridCol w="8763000"/>
              </a:tblGrid>
              <a:tr h="735330">
                <a:tc>
                  <a:txBody>
                    <a:bodyPr lIns="142875" tIns="76200" rIns="123825" bIns="76200">
                      <a:noAutofit/>
                    </a:bodyPr>
                    <a:lstStyle/>
                    <a:p>
                      <a:r>
                        <a:rPr sz="1800" b="1">
                          <a:solidFill>
                            <a:srgbClr val="EDF4FB"/>
                          </a:solidFill>
                          <a:latin typeface="Yu Gothic"/>
                          <a:ea typeface="Yu Gothic"/>
                          <a:cs typeface="Yu Gothic"/>
                        </a:rPr>
                        <a:t>クラス</a:t>
                      </a:r>
                    </a:p>
                  </a:txBody>
                  <a:tcPr marL="91440" marR="91440" marT="45720" marB="45720" anchor="ctr">
                    <a:lnL w="9525">
                      <a:solidFill>
                        <a:srgbClr val="CCD6DF"/>
                      </a:solidFill>
                      <a:prstDash val="solid"/>
                    </a:lnL>
                    <a:lnR w="9525">
                      <a:solidFill>
                        <a:srgbClr val="CCD6DF"/>
                      </a:solidFill>
                      <a:prstDash val="solid"/>
                    </a:lnR>
                    <a:lnT w="9525">
                      <a:solidFill>
                        <a:srgbClr val="CCD6DF"/>
                      </a:solidFill>
                      <a:prstDash val="solid"/>
                    </a:lnT>
                    <a:lnB w="9525">
                      <a:solidFill>
                        <a:srgbClr val="CCD6DF"/>
                      </a:solidFill>
                      <a:prstDash val="solid"/>
                    </a:lnB>
                    <a:solidFill>
                      <a:srgbClr val="172C40"/>
                    </a:solidFill>
                  </a:tcPr>
                </a:tc>
                <a:tc>
                  <a:txBody>
                    <a:bodyPr lIns="142875" tIns="76200" rIns="123825" bIns="76200">
                      <a:noAutofit/>
                    </a:bodyPr>
                    <a:lstStyle/>
                    <a:p>
                      <a:r>
                        <a:rPr sz="1800" b="1">
                          <a:solidFill>
                            <a:srgbClr val="EDF4FB"/>
                          </a:solidFill>
                          <a:latin typeface="Yu Gothic"/>
                          <a:ea typeface="Yu Gothic"/>
                          <a:cs typeface="Yu Gothic"/>
                        </a:rPr>
                        <a:t>状態と動作</a:t>
                      </a:r>
                    </a:p>
                  </a:txBody>
                  <a:tcPr marL="91440" marR="91440" marT="45720" marB="45720" anchor="ctr">
                    <a:lnR w="9525">
                      <a:solidFill>
                        <a:srgbClr val="CCD6DF"/>
                      </a:solidFill>
                      <a:prstDash val="solid"/>
                    </a:lnR>
                    <a:lnT w="9525">
                      <a:solidFill>
                        <a:srgbClr val="CCD6DF"/>
                      </a:solidFill>
                      <a:prstDash val="solid"/>
                    </a:lnT>
                    <a:lnB w="9525">
                      <a:solidFill>
                        <a:srgbClr val="CCD6DF"/>
                      </a:solidFill>
                      <a:prstDash val="solid"/>
                    </a:lnB>
                    <a:solidFill>
                      <a:srgbClr val="172C40"/>
                    </a:solidFill>
                  </a:tcPr>
                </a:tc>
              </a:tr>
              <a:tr h="735330">
                <a:tc>
                  <a:txBody>
                    <a:bodyPr lIns="142875" tIns="76200" rIns="123825" bIns="76200">
                      <a:noAutofit/>
                    </a:bodyPr>
                    <a:lstStyle/>
                    <a:p>
                      <a:r>
                        <a:rPr sz="1800" b="1">
                          <a:solidFill>
                            <a:srgbClr val="172C40"/>
                          </a:solidFill>
                          <a:latin typeface="Yu Gothic"/>
                          <a:ea typeface="Yu Gothic"/>
                          <a:cs typeface="Yu Gothic"/>
                        </a:rPr>
                        <a:t>Actor</a:t>
                      </a:r>
                    </a:p>
                  </a:txBody>
                  <a:tcPr marL="91440" marR="91440" marT="45720" marB="45720" anchor="ctr">
                    <a:lnL w="9525">
                      <a:solidFill>
                        <a:srgbClr val="CCD6DF"/>
                      </a:solidFill>
                      <a:prstDash val="solid"/>
                    </a:lnL>
                    <a:lnR w="9525">
                      <a:solidFill>
                        <a:srgbClr val="CCD6DF"/>
                      </a:solidFill>
                      <a:prstDash val="solid"/>
                    </a:lnR>
                    <a:lnB w="9525">
                      <a:solidFill>
                        <a:srgbClr val="CCD6DF"/>
                      </a:solidFill>
                      <a:prstDash val="solid"/>
                    </a:lnB>
                    <a:solidFill>
                      <a:srgbClr val="FFFFFF"/>
                    </a:solidFill>
                  </a:tcPr>
                </a:tc>
                <a:tc>
                  <a:txBody>
                    <a:bodyPr lIns="142875" tIns="76200" rIns="123825" bIns="76200">
                      <a:noAutofit/>
                    </a:bodyPr>
                    <a:lstStyle/>
                    <a:p>
                      <a:r>
                        <a:rPr sz="1800" b="0">
                          <a:solidFill>
                            <a:srgbClr val="172C40"/>
                          </a:solidFill>
                          <a:latin typeface="Yu Gothic"/>
                          <a:ea typeface="Yu Gothic"/>
                          <a:cs typeface="Yu Gothic"/>
                        </a:rPr>
                        <a:t>name・image・pos・rect・velocity、update(dt)</a:t>
                      </a:r>
                    </a:p>
                  </a:txBody>
                  <a:tcPr marL="91440" marR="91440" marT="45720" marB="45720" anchor="ctr">
                    <a:lnR w="9525">
                      <a:solidFill>
                        <a:srgbClr val="CCD6DF"/>
                      </a:solidFill>
                      <a:prstDash val="solid"/>
                    </a:lnR>
                    <a:lnB w="9525">
                      <a:solidFill>
                        <a:srgbClr val="CCD6DF"/>
                      </a:solidFill>
                      <a:prstDash val="solid"/>
                    </a:lnB>
                    <a:solidFill>
                      <a:srgbClr val="FFFFFF"/>
                    </a:solidFill>
                  </a:tcPr>
                </a:tc>
              </a:tr>
              <a:tr h="735330">
                <a:tc>
                  <a:txBody>
                    <a:bodyPr lIns="142875" tIns="76200" rIns="123825" bIns="76200">
                      <a:noAutofit/>
                    </a:bodyPr>
                    <a:lstStyle/>
                    <a:p>
                      <a:r>
                        <a:rPr sz="1800" b="1">
                          <a:solidFill>
                            <a:srgbClr val="172C40"/>
                          </a:solidFill>
                          <a:latin typeface="Yu Gothic"/>
                          <a:ea typeface="Yu Gothic"/>
                          <a:cs typeface="Yu Gothic"/>
                        </a:rPr>
                        <a:t>Player</a:t>
                      </a:r>
                    </a:p>
                  </a:txBody>
                  <a:tcPr marL="91440" marR="91440" marT="45720" marB="45720" anchor="ctr">
                    <a:lnL w="9525">
                      <a:solidFill>
                        <a:srgbClr val="CCD6DF"/>
                      </a:solidFill>
                      <a:prstDash val="solid"/>
                    </a:lnL>
                    <a:lnR w="9525">
                      <a:solidFill>
                        <a:srgbClr val="CCD6DF"/>
                      </a:solidFill>
                      <a:prstDash val="solid"/>
                    </a:lnR>
                    <a:lnB w="9525">
                      <a:solidFill>
                        <a:srgbClr val="CCD6DF"/>
                      </a:solidFill>
                      <a:prstDash val="solid"/>
                    </a:lnB>
                    <a:solidFill>
                      <a:srgbClr val="F5F7FA"/>
                    </a:solidFill>
                  </a:tcPr>
                </a:tc>
                <a:tc>
                  <a:txBody>
                    <a:bodyPr lIns="142875" tIns="76200" rIns="123825" bIns="76200">
                      <a:noAutofit/>
                    </a:bodyPr>
                    <a:lstStyle/>
                    <a:p>
                      <a:r>
                        <a:rPr sz="1800" b="0">
                          <a:solidFill>
                            <a:srgbClr val="172C40"/>
                          </a:solidFill>
                          <a:latin typeface="Yu Gothic"/>
                          <a:ea typeface="Yu Gothic"/>
                          <a:cs typeface="Yu Gothic"/>
                        </a:rPr>
                        <a:t>hp・cooldown、移動方向・発射・被弾</a:t>
                      </a:r>
                    </a:p>
                  </a:txBody>
                  <a:tcPr marL="91440" marR="91440" marT="45720" marB="45720" anchor="ctr">
                    <a:lnR w="9525">
                      <a:solidFill>
                        <a:srgbClr val="CCD6DF"/>
                      </a:solidFill>
                      <a:prstDash val="solid"/>
                    </a:lnR>
                    <a:lnB w="9525">
                      <a:solidFill>
                        <a:srgbClr val="CCD6DF"/>
                      </a:solidFill>
                      <a:prstDash val="solid"/>
                    </a:lnB>
                    <a:solidFill>
                      <a:srgbClr val="F5F7FA"/>
                    </a:solidFill>
                  </a:tcPr>
                </a:tc>
              </a:tr>
              <a:tr h="735330">
                <a:tc>
                  <a:txBody>
                    <a:bodyPr lIns="142875" tIns="76200" rIns="123825" bIns="76200">
                      <a:noAutofit/>
                    </a:bodyPr>
                    <a:lstStyle/>
                    <a:p>
                      <a:r>
                        <a:rPr sz="1800" b="1">
                          <a:solidFill>
                            <a:srgbClr val="172C40"/>
                          </a:solidFill>
                          <a:latin typeface="Yu Gothic"/>
                          <a:ea typeface="Yu Gothic"/>
                          <a:cs typeface="Yu Gothic"/>
                        </a:rPr>
                        <a:t>Enemy</a:t>
                      </a:r>
                    </a:p>
                  </a:txBody>
                  <a:tcPr marL="91440" marR="91440" marT="45720" marB="45720" anchor="ctr">
                    <a:lnL w="9525">
                      <a:solidFill>
                        <a:srgbClr val="CCD6DF"/>
                      </a:solidFill>
                      <a:prstDash val="solid"/>
                    </a:lnL>
                    <a:lnR w="9525">
                      <a:solidFill>
                        <a:srgbClr val="CCD6DF"/>
                      </a:solidFill>
                      <a:prstDash val="solid"/>
                    </a:lnR>
                    <a:lnB w="9525">
                      <a:solidFill>
                        <a:srgbClr val="CCD6DF"/>
                      </a:solidFill>
                      <a:prstDash val="solid"/>
                    </a:lnB>
                    <a:solidFill>
                      <a:srgbClr val="FFFFFF"/>
                    </a:solidFill>
                  </a:tcPr>
                </a:tc>
                <a:tc>
                  <a:txBody>
                    <a:bodyPr lIns="142875" tIns="76200" rIns="123825" bIns="76200">
                      <a:noAutofit/>
                    </a:bodyPr>
                    <a:lstStyle/>
                    <a:p>
                      <a:r>
                        <a:rPr sz="1800" b="0">
                          <a:solidFill>
                            <a:srgbClr val="172C40"/>
                          </a:solidFill>
                          <a:latin typeface="Yu Gothic"/>
                          <a:ea typeface="Yu Gothic"/>
                          <a:cs typeface="Yu Gothic"/>
                        </a:rPr>
                        <a:t>hp・max_hp、移動の継承・命中処理</a:t>
                      </a:r>
                    </a:p>
                  </a:txBody>
                  <a:tcPr marL="91440" marR="91440" marT="45720" marB="45720" anchor="ctr">
                    <a:lnR w="9525">
                      <a:solidFill>
                        <a:srgbClr val="CCD6DF"/>
                      </a:solidFill>
                      <a:prstDash val="solid"/>
                    </a:lnR>
                    <a:lnB w="9525">
                      <a:solidFill>
                        <a:srgbClr val="CCD6DF"/>
                      </a:solidFill>
                      <a:prstDash val="solid"/>
                    </a:lnB>
                    <a:solidFill>
                      <a:srgbClr val="FFFFFF"/>
                    </a:solidFill>
                  </a:tcPr>
                </a:tc>
              </a:tr>
              <a:tr h="735330">
                <a:tc>
                  <a:txBody>
                    <a:bodyPr lIns="142875" tIns="76200" rIns="123825" bIns="76200">
                      <a:noAutofit/>
                    </a:bodyPr>
                    <a:lstStyle/>
                    <a:p>
                      <a:r>
                        <a:rPr sz="1800" b="1">
                          <a:solidFill>
                            <a:srgbClr val="172C40"/>
                          </a:solidFill>
                          <a:latin typeface="Yu Gothic"/>
                          <a:ea typeface="Yu Gothic"/>
                          <a:cs typeface="Yu Gothic"/>
                        </a:rPr>
                        <a:t>Bullet</a:t>
                      </a:r>
                    </a:p>
                  </a:txBody>
                  <a:tcPr marL="91440" marR="91440" marT="45720" marB="45720" anchor="ctr">
                    <a:lnL w="9525">
                      <a:solidFill>
                        <a:srgbClr val="CCD6DF"/>
                      </a:solidFill>
                      <a:prstDash val="solid"/>
                    </a:lnL>
                    <a:lnR w="9525">
                      <a:solidFill>
                        <a:srgbClr val="CCD6DF"/>
                      </a:solidFill>
                      <a:prstDash val="solid"/>
                    </a:lnR>
                    <a:lnB w="9525">
                      <a:solidFill>
                        <a:srgbClr val="CCD6DF"/>
                      </a:solidFill>
                      <a:prstDash val="solid"/>
                    </a:lnB>
                    <a:solidFill>
                      <a:srgbClr val="F5F7FA"/>
                    </a:solidFill>
                  </a:tcPr>
                </a:tc>
                <a:tc>
                  <a:txBody>
                    <a:bodyPr lIns="142875" tIns="76200" rIns="123825" bIns="76200">
                      <a:noAutofit/>
                    </a:bodyPr>
                    <a:lstStyle/>
                    <a:p>
                      <a:r>
                        <a:rPr sz="1800" b="0">
                          <a:solidFill>
                            <a:srgbClr val="172C40"/>
                          </a:solidFill>
                          <a:latin typeface="Yu Gothic"/>
                          <a:ea typeface="Yu Gothic"/>
                          <a:cs typeface="Yu Gothic"/>
                        </a:rPr>
                        <a:t>owner・damage、移動後に画面外を判定</a:t>
                      </a:r>
                    </a:p>
                  </a:txBody>
                  <a:tcPr marL="91440" marR="91440" marT="45720" marB="45720" anchor="ctr">
                    <a:lnR w="9525">
                      <a:solidFill>
                        <a:srgbClr val="CCD6DF"/>
                      </a:solidFill>
                      <a:prstDash val="solid"/>
                    </a:lnR>
                    <a:lnB w="9525">
                      <a:solidFill>
                        <a:srgbClr val="CCD6DF"/>
                      </a:solidFill>
                      <a:prstDash val="solid"/>
                    </a:lnB>
                    <a:solidFill>
                      <a:srgbClr val="F5F7FA"/>
                    </a:solidFill>
                  </a:tcPr>
                </a:tc>
              </a:tr>
            </a:tbl>
          </a:graphicData>
        </a:graphic>
      </p:graphicFrame>
      <p:sp>
        <p:nvSpPr>
          <p:cNvPr id="4" name="">
            <a:extLst xmlns:a="http://schemas.openxmlformats.org/drawingml/2006/main">
              <a:ext uri="{FF2B5EF4-FFF2-40B4-BE49-F238E27FC236}">
                <a16:creationId xmlns:a16="http://schemas.microsoft.com/office/drawing/2014/main" id="{B73B53BF-F45C-4639-B2FD-C370F83ED820}"/>
              </a:ext>
            </a:extLst>
          </p:cNvPr>
          <p:cNvSpPr>
            <a:spLocks xmlns:a="http://schemas.openxmlformats.org/drawingml/2006/main" noGrp="1"/>
          </p:cNvSpPr>
          <p:nvPr/>
        </p:nvSpPr>
        <p:spPr>
          <a:xfrm xmlns:a="http://schemas.openxmlformats.org/drawingml/2006/main">
            <a:off x="590550" y="5800725"/>
            <a:ext cx="10906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526879"/>
                </a:solidFill>
                <a:latin typeface="Yu Gothic"/>
                <a:ea typeface="Yu Gothic"/>
                <a:cs typeface="Yu Gothic"/>
              </a:defRPr>
            </a:defPPr>
            <a:lvl1pPr algn="l">
              <a:defRPr sz="1875" b="0">
                <a:solidFill>
                  <a:srgbClr val="526879"/>
                </a:solidFill>
                <a:latin typeface="Yu Gothic"/>
                <a:ea typeface="Yu Gothic"/>
                <a:cs typeface="Yu Gothic"/>
              </a:defRPr>
            </a:lvl1pPr>
            <a:lvl2pPr algn="l">
              <a:defRPr sz="1875" b="0">
                <a:solidFill>
                  <a:srgbClr val="526879"/>
                </a:solidFill>
                <a:latin typeface="Yu Gothic"/>
                <a:ea typeface="Yu Gothic"/>
                <a:cs typeface="Yu Gothic"/>
              </a:defRPr>
            </a:lvl2pPr>
            <a:lvl3pPr algn="l">
              <a:defRPr sz="1875" b="0">
                <a:solidFill>
                  <a:srgbClr val="526879"/>
                </a:solidFill>
                <a:latin typeface="Yu Gothic"/>
                <a:ea typeface="Yu Gothic"/>
                <a:cs typeface="Yu Gothic"/>
              </a:defRPr>
            </a:lvl3pPr>
            <a:lvl4pPr algn="l">
              <a:defRPr sz="1875" b="0">
                <a:solidFill>
                  <a:srgbClr val="526879"/>
                </a:solidFill>
                <a:latin typeface="Yu Gothic"/>
                <a:ea typeface="Yu Gothic"/>
                <a:cs typeface="Yu Gothic"/>
              </a:defRPr>
            </a:lvl4pPr>
            <a:lvl5pPr algn="l">
              <a:defRPr sz="1875" b="0">
                <a:solidFill>
                  <a:srgbClr val="526879"/>
                </a:solidFill>
                <a:latin typeface="Yu Gothic"/>
                <a:ea typeface="Yu Gothic"/>
                <a:cs typeface="Yu Gothic"/>
              </a:defRPr>
            </a:lvl5pPr>
            <a:lvl6pPr algn="l">
              <a:defRPr sz="1875" b="0">
                <a:solidFill>
                  <a:srgbClr val="526879"/>
                </a:solidFill>
                <a:latin typeface="Yu Gothic"/>
                <a:ea typeface="Yu Gothic"/>
                <a:cs typeface="Yu Gothic"/>
              </a:defRPr>
            </a:lvl6pPr>
            <a:lvl7pPr algn="l">
              <a:defRPr sz="1875" b="0">
                <a:solidFill>
                  <a:srgbClr val="526879"/>
                </a:solidFill>
                <a:latin typeface="Yu Gothic"/>
                <a:ea typeface="Yu Gothic"/>
                <a:cs typeface="Yu Gothic"/>
              </a:defRPr>
            </a:lvl7pPr>
            <a:lvl8pPr algn="l">
              <a:defRPr sz="1875" b="0">
                <a:solidFill>
                  <a:srgbClr val="526879"/>
                </a:solidFill>
                <a:latin typeface="Yu Gothic"/>
                <a:ea typeface="Yu Gothic"/>
                <a:cs typeface="Yu Gothic"/>
              </a:defRPr>
            </a:lvl8pPr>
            <a:lvl9pPr algn="l">
              <a:defRPr sz="1875" b="0">
                <a:solidFill>
                  <a:srgbClr val="526879"/>
                </a:solidFill>
                <a:latin typeface="Yu Gothic"/>
                <a:ea typeface="Yu Gothic"/>
                <a:cs typeface="Yu Gothic"/>
              </a:defRPr>
            </a:lvl9pPr>
          </a:lstStyle>
          <a:p xmlns:a="http://schemas.openxmlformats.org/drawingml/2006/main">
            <a:r>
              <a:t/>
            </a:r>
          </a:p>
        </p:txBody>
      </p:sp>
      <p:sp>
        <p:nvSpPr>
          <p:cNvPr id="5" name="04">
            <a:extLst xmlns:a="http://schemas.openxmlformats.org/drawingml/2006/main">
              <a:ext uri="{FF2B5EF4-FFF2-40B4-BE49-F238E27FC236}">
                <a16:creationId xmlns:a16="http://schemas.microsoft.com/office/drawing/2014/main" id="{20CE6A42-9C84-437F-9DA6-42F0F2B657C8}"/>
              </a:ext>
            </a:extLst>
          </p:cNvPr>
          <p:cNvSpPr>
            <a:spLocks xmlns:a="http://schemas.openxmlformats.org/drawingml/2006/main" noGrp="1"/>
          </p:cNvSpPr>
          <p:nvPr/>
        </p:nvSpPr>
        <p:spPr>
          <a:xfrm xmlns:a="http://schemas.openxmlformats.org/drawingml/2006/main">
            <a:off x="11163300" y="6543675"/>
            <a:ext cx="4572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526879"/>
                </a:solidFill>
                <a:latin typeface="Yu Gothic"/>
                <a:ea typeface="Yu Gothic"/>
                <a:cs typeface="Yu Gothic"/>
              </a:defRPr>
            </a:defPPr>
            <a:lvl1pPr algn="l">
              <a:defRPr sz="1200" b="0">
                <a:solidFill>
                  <a:srgbClr val="526879"/>
                </a:solidFill>
                <a:latin typeface="Yu Gothic"/>
                <a:ea typeface="Yu Gothic"/>
                <a:cs typeface="Yu Gothic"/>
              </a:defRPr>
            </a:lvl1pPr>
            <a:lvl2pPr algn="l">
              <a:defRPr sz="1200" b="0">
                <a:solidFill>
                  <a:srgbClr val="526879"/>
                </a:solidFill>
                <a:latin typeface="Yu Gothic"/>
                <a:ea typeface="Yu Gothic"/>
                <a:cs typeface="Yu Gothic"/>
              </a:defRPr>
            </a:lvl2pPr>
            <a:lvl3pPr algn="l">
              <a:defRPr sz="1200" b="0">
                <a:solidFill>
                  <a:srgbClr val="526879"/>
                </a:solidFill>
                <a:latin typeface="Yu Gothic"/>
                <a:ea typeface="Yu Gothic"/>
                <a:cs typeface="Yu Gothic"/>
              </a:defRPr>
            </a:lvl3pPr>
            <a:lvl4pPr algn="l">
              <a:defRPr sz="1200" b="0">
                <a:solidFill>
                  <a:srgbClr val="526879"/>
                </a:solidFill>
                <a:latin typeface="Yu Gothic"/>
                <a:ea typeface="Yu Gothic"/>
                <a:cs typeface="Yu Gothic"/>
              </a:defRPr>
            </a:lvl4pPr>
            <a:lvl5pPr algn="l">
              <a:defRPr sz="1200" b="0">
                <a:solidFill>
                  <a:srgbClr val="526879"/>
                </a:solidFill>
                <a:latin typeface="Yu Gothic"/>
                <a:ea typeface="Yu Gothic"/>
                <a:cs typeface="Yu Gothic"/>
              </a:defRPr>
            </a:lvl5pPr>
            <a:lvl6pPr algn="l">
              <a:defRPr sz="1200" b="0">
                <a:solidFill>
                  <a:srgbClr val="526879"/>
                </a:solidFill>
                <a:latin typeface="Yu Gothic"/>
                <a:ea typeface="Yu Gothic"/>
                <a:cs typeface="Yu Gothic"/>
              </a:defRPr>
            </a:lvl6pPr>
            <a:lvl7pPr algn="l">
              <a:defRPr sz="1200" b="0">
                <a:solidFill>
                  <a:srgbClr val="526879"/>
                </a:solidFill>
                <a:latin typeface="Yu Gothic"/>
                <a:ea typeface="Yu Gothic"/>
                <a:cs typeface="Yu Gothic"/>
              </a:defRPr>
            </a:lvl7pPr>
            <a:lvl8pPr algn="l">
              <a:defRPr sz="1200" b="0">
                <a:solidFill>
                  <a:srgbClr val="526879"/>
                </a:solidFill>
                <a:latin typeface="Yu Gothic"/>
                <a:ea typeface="Yu Gothic"/>
                <a:cs typeface="Yu Gothic"/>
              </a:defRPr>
            </a:lvl8pPr>
            <a:lvl9pPr algn="l">
              <a:defRPr sz="1200" b="0">
                <a:solidFill>
                  <a:srgbClr val="526879"/>
                </a:solidFill>
                <a:latin typeface="Yu Gothic"/>
                <a:ea typeface="Yu Gothic"/>
                <a:cs typeface="Yu Gothic"/>
              </a:defRPr>
            </a:lvl9pPr>
          </a:lstStyle>
          <a:p xmlns:a="http://schemas.openxmlformats.org/drawingml/2006/main">
            <a:pPr algn="l">
              <a:defRPr sz="1200" b="0">
                <a:solidFill>
                  <a:srgbClr val="526879"/>
                </a:solidFill>
                <a:latin typeface="Yu Gothic"/>
                <a:ea typeface="Yu Gothic"/>
                <a:cs typeface="Yu Gothic"/>
              </a:defRPr>
            </a:pPr>
            <a:r>
              <a:rPr sz="1200" b="0">
                <a:solidFill>
                  <a:srgbClr val="526879"/>
                </a:solidFill>
                <a:latin typeface="Yu Gothic"/>
                <a:ea typeface="Yu Gothic"/>
                <a:cs typeface="Yu Gothic"/>
              </a:rPr>
              <a:t>04</a:t>
            </a:r>
          </a:p>
        </p:txBody>
      </p:sp>
    </p:spTree>
    <p:extLst>
      <p:ext uri="{BB962C8B-B14F-4D97-AF65-F5344CB8AC3E}">
        <p14:creationId xmlns:p14="http://schemas.microsoft.com/office/powerpoint/2010/main" val="741916036"/>
      </p:ext>
    </p:extLst>
  </p:cSld>
</p:sld>
</file>

<file path=ppt/slides/slide5.xml><?xml version="1.0" encoding="utf-8"?>
<p:sld xmlns:p="http://schemas.openxmlformats.org/presentationml/2006/main">
  <p:cSld>
    <p:bg>
      <p:bgPr>
        <a:solidFill xmlns:a="http://schemas.openxmlformats.org/drawingml/2006/main">
          <a:srgbClr val="0B1422"/>
        </a:solidFill>
      </p:bgPr>
    </p:bg>
    <p:spTree>
      <p:nvGrpSpPr>
        <p:cNvPr id="1" name=""/>
        <p:cNvGrpSpPr/>
        <p:nvPr/>
      </p:nvGrpSpPr>
      <p:grpSpPr>
        <a:xfrm xmlns:a="http://schemas.openxmlformats.org/drawingml/2006/main"/>
      </p:grpSpPr>
      <p:sp>
        <p:nvSpPr>
          <p:cNvPr id="13" name="Actor が共通の移動を提供する">
            <a:extLst xmlns:a="http://schemas.openxmlformats.org/drawingml/2006/main">
              <a:ext uri="{FF2B5EF4-FFF2-40B4-BE49-F238E27FC236}">
                <a16:creationId xmlns:a16="http://schemas.microsoft.com/office/drawing/2014/main" id="{B3135970-21E9-4D7C-813B-59543E9E0E7C}"/>
              </a:ext>
            </a:extLst>
          </p:cNvPr>
          <p:cNvSpPr>
            <a:spLocks xmlns:a="http://schemas.openxmlformats.org/drawingml/2006/main" noGrp="1"/>
          </p:cNvSpPr>
          <p:nvPr/>
        </p:nvSpPr>
        <p:spPr>
          <a:xfrm xmlns:a="http://schemas.openxmlformats.org/drawingml/2006/main">
            <a:off x="561975" y="400050"/>
            <a:ext cx="110490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EDF4FB"/>
                </a:solidFill>
                <a:latin typeface="Yu Gothic"/>
                <a:ea typeface="Yu Gothic"/>
                <a:cs typeface="Yu Gothic"/>
              </a:defRPr>
            </a:defPPr>
            <a:lvl1pPr algn="l">
              <a:defRPr sz="3300" b="1">
                <a:solidFill>
                  <a:srgbClr val="EDF4FB"/>
                </a:solidFill>
                <a:latin typeface="Yu Gothic"/>
                <a:ea typeface="Yu Gothic"/>
                <a:cs typeface="Yu Gothic"/>
              </a:defRPr>
            </a:lvl1pPr>
            <a:lvl2pPr algn="l">
              <a:defRPr sz="3300" b="1">
                <a:solidFill>
                  <a:srgbClr val="EDF4FB"/>
                </a:solidFill>
                <a:latin typeface="Yu Gothic"/>
                <a:ea typeface="Yu Gothic"/>
                <a:cs typeface="Yu Gothic"/>
              </a:defRPr>
            </a:lvl2pPr>
            <a:lvl3pPr algn="l">
              <a:defRPr sz="3300" b="1">
                <a:solidFill>
                  <a:srgbClr val="EDF4FB"/>
                </a:solidFill>
                <a:latin typeface="Yu Gothic"/>
                <a:ea typeface="Yu Gothic"/>
                <a:cs typeface="Yu Gothic"/>
              </a:defRPr>
            </a:lvl3pPr>
            <a:lvl4pPr algn="l">
              <a:defRPr sz="3300" b="1">
                <a:solidFill>
                  <a:srgbClr val="EDF4FB"/>
                </a:solidFill>
                <a:latin typeface="Yu Gothic"/>
                <a:ea typeface="Yu Gothic"/>
                <a:cs typeface="Yu Gothic"/>
              </a:defRPr>
            </a:lvl4pPr>
            <a:lvl5pPr algn="l">
              <a:defRPr sz="3300" b="1">
                <a:solidFill>
                  <a:srgbClr val="EDF4FB"/>
                </a:solidFill>
                <a:latin typeface="Yu Gothic"/>
                <a:ea typeface="Yu Gothic"/>
                <a:cs typeface="Yu Gothic"/>
              </a:defRPr>
            </a:lvl5pPr>
            <a:lvl6pPr algn="l">
              <a:defRPr sz="3300" b="1">
                <a:solidFill>
                  <a:srgbClr val="EDF4FB"/>
                </a:solidFill>
                <a:latin typeface="Yu Gothic"/>
                <a:ea typeface="Yu Gothic"/>
                <a:cs typeface="Yu Gothic"/>
              </a:defRPr>
            </a:lvl6pPr>
            <a:lvl7pPr algn="l">
              <a:defRPr sz="3300" b="1">
                <a:solidFill>
                  <a:srgbClr val="EDF4FB"/>
                </a:solidFill>
                <a:latin typeface="Yu Gothic"/>
                <a:ea typeface="Yu Gothic"/>
                <a:cs typeface="Yu Gothic"/>
              </a:defRPr>
            </a:lvl7pPr>
            <a:lvl8pPr algn="l">
              <a:defRPr sz="3300" b="1">
                <a:solidFill>
                  <a:srgbClr val="EDF4FB"/>
                </a:solidFill>
                <a:latin typeface="Yu Gothic"/>
                <a:ea typeface="Yu Gothic"/>
                <a:cs typeface="Yu Gothic"/>
              </a:defRPr>
            </a:lvl8pPr>
            <a:lvl9pPr algn="l">
              <a:defRPr sz="3300" b="1">
                <a:solidFill>
                  <a:srgbClr val="EDF4FB"/>
                </a:solidFill>
                <a:latin typeface="Yu Gothic"/>
                <a:ea typeface="Yu Gothic"/>
                <a:cs typeface="Yu Gothic"/>
              </a:defRPr>
            </a:lvl9pPr>
          </a:lstStyle>
          <a:p xmlns:a="http://schemas.openxmlformats.org/drawingml/2006/main">
            <a:pPr algn="l">
              <a:defRPr sz="3300" b="1">
                <a:solidFill>
                  <a:srgbClr val="EDF4FB"/>
                </a:solidFill>
                <a:latin typeface="Yu Gothic"/>
                <a:ea typeface="Yu Gothic"/>
                <a:cs typeface="Yu Gothic"/>
              </a:defRPr>
            </a:pPr>
            <a:r>
              <a:rPr sz="3300" b="1">
                <a:solidFill>
                  <a:srgbClr val="EDF4FB"/>
                </a:solidFill>
                <a:latin typeface="Yu Gothic"/>
                <a:ea typeface="Yu Gothic"/>
                <a:cs typeface="Yu Gothic"/>
              </a:rPr>
              <a:t>Actor が共通の移動を提供する</a:t>
            </a:r>
          </a:p>
        </p:txBody>
      </p:sp>
      <p:sp>
        <p:nvSpPr>
          <p:cNvPr id="2" name="元コードの抜粋。dt の単位は秒">
            <a:extLst xmlns:a="http://schemas.openxmlformats.org/drawingml/2006/main">
              <a:ext uri="{FF2B5EF4-FFF2-40B4-BE49-F238E27FC236}">
                <a16:creationId xmlns:a16="http://schemas.microsoft.com/office/drawing/2014/main" id="{B498B125-A2E0-44C0-80CD-75EAC3C11FAC}"/>
              </a:ext>
            </a:extLst>
          </p:cNvPr>
          <p:cNvSpPr>
            <a:spLocks xmlns:a="http://schemas.openxmlformats.org/drawingml/2006/main" noGrp="1"/>
          </p:cNvSpPr>
          <p:nvPr/>
        </p:nvSpPr>
        <p:spPr>
          <a:xfrm xmlns:a="http://schemas.openxmlformats.org/drawingml/2006/main">
            <a:off x="581025" y="1123950"/>
            <a:ext cx="1100137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68EDBE"/>
                </a:solidFill>
                <a:latin typeface="Yu Gothic"/>
                <a:ea typeface="Yu Gothic"/>
                <a:cs typeface="Yu Gothic"/>
              </a:defRPr>
            </a:defPPr>
            <a:lvl1pPr algn="l">
              <a:defRPr sz="1800" b="0">
                <a:solidFill>
                  <a:srgbClr val="68EDBE"/>
                </a:solidFill>
                <a:latin typeface="Yu Gothic"/>
                <a:ea typeface="Yu Gothic"/>
                <a:cs typeface="Yu Gothic"/>
              </a:defRPr>
            </a:lvl1pPr>
            <a:lvl2pPr algn="l">
              <a:defRPr sz="1800" b="0">
                <a:solidFill>
                  <a:srgbClr val="68EDBE"/>
                </a:solidFill>
                <a:latin typeface="Yu Gothic"/>
                <a:ea typeface="Yu Gothic"/>
                <a:cs typeface="Yu Gothic"/>
              </a:defRPr>
            </a:lvl2pPr>
            <a:lvl3pPr algn="l">
              <a:defRPr sz="1800" b="0">
                <a:solidFill>
                  <a:srgbClr val="68EDBE"/>
                </a:solidFill>
                <a:latin typeface="Yu Gothic"/>
                <a:ea typeface="Yu Gothic"/>
                <a:cs typeface="Yu Gothic"/>
              </a:defRPr>
            </a:lvl3pPr>
            <a:lvl4pPr algn="l">
              <a:defRPr sz="1800" b="0">
                <a:solidFill>
                  <a:srgbClr val="68EDBE"/>
                </a:solidFill>
                <a:latin typeface="Yu Gothic"/>
                <a:ea typeface="Yu Gothic"/>
                <a:cs typeface="Yu Gothic"/>
              </a:defRPr>
            </a:lvl4pPr>
            <a:lvl5pPr algn="l">
              <a:defRPr sz="1800" b="0">
                <a:solidFill>
                  <a:srgbClr val="68EDBE"/>
                </a:solidFill>
                <a:latin typeface="Yu Gothic"/>
                <a:ea typeface="Yu Gothic"/>
                <a:cs typeface="Yu Gothic"/>
              </a:defRPr>
            </a:lvl5pPr>
            <a:lvl6pPr algn="l">
              <a:defRPr sz="1800" b="0">
                <a:solidFill>
                  <a:srgbClr val="68EDBE"/>
                </a:solidFill>
                <a:latin typeface="Yu Gothic"/>
                <a:ea typeface="Yu Gothic"/>
                <a:cs typeface="Yu Gothic"/>
              </a:defRPr>
            </a:lvl6pPr>
            <a:lvl7pPr algn="l">
              <a:defRPr sz="1800" b="0">
                <a:solidFill>
                  <a:srgbClr val="68EDBE"/>
                </a:solidFill>
                <a:latin typeface="Yu Gothic"/>
                <a:ea typeface="Yu Gothic"/>
                <a:cs typeface="Yu Gothic"/>
              </a:defRPr>
            </a:lvl7pPr>
            <a:lvl8pPr algn="l">
              <a:defRPr sz="1800" b="0">
                <a:solidFill>
                  <a:srgbClr val="68EDBE"/>
                </a:solidFill>
                <a:latin typeface="Yu Gothic"/>
                <a:ea typeface="Yu Gothic"/>
                <a:cs typeface="Yu Gothic"/>
              </a:defRPr>
            </a:lvl8pPr>
            <a:lvl9pPr algn="l">
              <a:defRPr sz="1800" b="0">
                <a:solidFill>
                  <a:srgbClr val="68EDBE"/>
                </a:solidFill>
                <a:latin typeface="Yu Gothic"/>
                <a:ea typeface="Yu Gothic"/>
                <a:cs typeface="Yu Gothic"/>
              </a:defRPr>
            </a:lvl9pPr>
          </a:lstStyle>
          <a:p xmlns:a="http://schemas.openxmlformats.org/drawingml/2006/main">
            <a:pPr algn="l">
              <a:defRPr sz="1800" b="0">
                <a:solidFill>
                  <a:srgbClr val="68EDBE"/>
                </a:solidFill>
                <a:latin typeface="Yu Gothic"/>
                <a:ea typeface="Yu Gothic"/>
                <a:cs typeface="Yu Gothic"/>
              </a:defRPr>
            </a:pPr>
            <a:r>
              <a:rPr sz="1800" b="0">
                <a:solidFill>
                  <a:srgbClr val="68EDBE"/>
                </a:solidFill>
                <a:latin typeface="Yu Gothic"/>
                <a:ea typeface="Yu Gothic"/>
                <a:cs typeface="Yu Gothic"/>
              </a:rPr>
              <a:t>元コードの抜粋。dt の単位は秒</a:t>
            </a:r>
          </a:p>
        </p:txBody>
      </p:sp>
      <p:sp>
        <p:nvSpPr>
          <p:cNvPr id="3" name="class Actor(pygame.sprite.Sprite):">
            <a:extLst xmlns:a="http://schemas.openxmlformats.org/drawingml/2006/main">
              <a:ext uri="{FF2B5EF4-FFF2-40B4-BE49-F238E27FC236}">
                <a16:creationId xmlns:a16="http://schemas.microsoft.com/office/drawing/2014/main" id="{AF93BD7D-5653-4427-808A-C3E4E9DDD323}"/>
              </a:ext>
            </a:extLst>
          </p:cNvPr>
          <p:cNvSpPr>
            <a:spLocks xmlns:a="http://schemas.openxmlformats.org/drawingml/2006/main" noGrp="1"/>
          </p:cNvSpPr>
          <p:nvPr/>
        </p:nvSpPr>
        <p:spPr>
          <a:xfrm xmlns:a="http://schemas.openxmlformats.org/drawingml/2006/main">
            <a:off x="590550" y="1838325"/>
            <a:ext cx="10953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EDF4FB"/>
                </a:solidFill>
                <a:latin typeface="Consolas"/>
                <a:ea typeface="Consolas"/>
                <a:cs typeface="Consolas"/>
              </a:defRPr>
            </a:defPPr>
            <a:lvl1pPr algn="l">
              <a:defRPr sz="1950" b="0">
                <a:solidFill>
                  <a:srgbClr val="EDF4FB"/>
                </a:solidFill>
                <a:latin typeface="Consolas"/>
                <a:ea typeface="Consolas"/>
                <a:cs typeface="Consolas"/>
              </a:defRPr>
            </a:lvl1pPr>
            <a:lvl2pPr algn="l">
              <a:defRPr sz="1950" b="0">
                <a:solidFill>
                  <a:srgbClr val="EDF4FB"/>
                </a:solidFill>
                <a:latin typeface="Consolas"/>
                <a:ea typeface="Consolas"/>
                <a:cs typeface="Consolas"/>
              </a:defRPr>
            </a:lvl2pPr>
            <a:lvl3pPr algn="l">
              <a:defRPr sz="1950" b="0">
                <a:solidFill>
                  <a:srgbClr val="EDF4FB"/>
                </a:solidFill>
                <a:latin typeface="Consolas"/>
                <a:ea typeface="Consolas"/>
                <a:cs typeface="Consolas"/>
              </a:defRPr>
            </a:lvl3pPr>
            <a:lvl4pPr algn="l">
              <a:defRPr sz="1950" b="0">
                <a:solidFill>
                  <a:srgbClr val="EDF4FB"/>
                </a:solidFill>
                <a:latin typeface="Consolas"/>
                <a:ea typeface="Consolas"/>
                <a:cs typeface="Consolas"/>
              </a:defRPr>
            </a:lvl4pPr>
            <a:lvl5pPr algn="l">
              <a:defRPr sz="1950" b="0">
                <a:solidFill>
                  <a:srgbClr val="EDF4FB"/>
                </a:solidFill>
                <a:latin typeface="Consolas"/>
                <a:ea typeface="Consolas"/>
                <a:cs typeface="Consolas"/>
              </a:defRPr>
            </a:lvl5pPr>
            <a:lvl6pPr algn="l">
              <a:defRPr sz="1950" b="0">
                <a:solidFill>
                  <a:srgbClr val="EDF4FB"/>
                </a:solidFill>
                <a:latin typeface="Consolas"/>
                <a:ea typeface="Consolas"/>
                <a:cs typeface="Consolas"/>
              </a:defRPr>
            </a:lvl6pPr>
            <a:lvl7pPr algn="l">
              <a:defRPr sz="1950" b="0">
                <a:solidFill>
                  <a:srgbClr val="EDF4FB"/>
                </a:solidFill>
                <a:latin typeface="Consolas"/>
                <a:ea typeface="Consolas"/>
                <a:cs typeface="Consolas"/>
              </a:defRPr>
            </a:lvl7pPr>
            <a:lvl8pPr algn="l">
              <a:defRPr sz="1950" b="0">
                <a:solidFill>
                  <a:srgbClr val="EDF4FB"/>
                </a:solidFill>
                <a:latin typeface="Consolas"/>
                <a:ea typeface="Consolas"/>
                <a:cs typeface="Consolas"/>
              </a:defRPr>
            </a:lvl8pPr>
            <a:lvl9pPr algn="l">
              <a:defRPr sz="1950" b="0">
                <a:solidFill>
                  <a:srgbClr val="EDF4FB"/>
                </a:solidFill>
                <a:latin typeface="Consolas"/>
                <a:ea typeface="Consolas"/>
                <a:cs typeface="Consolas"/>
              </a:defRPr>
            </a:lvl9pPr>
          </a:lstStyle>
          <a:p xmlns:a="http://schemas.openxmlformats.org/drawingml/2006/main">
            <a:pPr algn="l">
              <a:defRPr sz="1950" b="0">
                <a:solidFill>
                  <a:srgbClr val="EDF4FB"/>
                </a:solidFill>
                <a:latin typeface="Consolas"/>
                <a:ea typeface="Consolas"/>
                <a:cs typeface="Consolas"/>
              </a:defRPr>
            </a:pPr>
            <a:r>
              <a:rPr sz="1950" b="0">
                <a:solidFill>
                  <a:srgbClr val="EDF4FB"/>
                </a:solidFill>
                <a:latin typeface="Consolas"/>
                <a:ea typeface="Consolas"/>
                <a:cs typeface="Consolas"/>
              </a:rPr>
              <a:t>class Actor(pygame.sprite.Sprite):</a:t>
            </a:r>
          </a:p>
        </p:txBody>
      </p:sp>
      <p:sp>
        <p:nvSpPr>
          <p:cNvPr id="4" name="    def update(self, dt):">
            <a:extLst xmlns:a="http://schemas.openxmlformats.org/drawingml/2006/main">
              <a:ext uri="{FF2B5EF4-FFF2-40B4-BE49-F238E27FC236}">
                <a16:creationId xmlns:a16="http://schemas.microsoft.com/office/drawing/2014/main" id="{7ADC564B-FD5B-44FC-999A-FF6E7077CC61}"/>
              </a:ext>
            </a:extLst>
          </p:cNvPr>
          <p:cNvSpPr>
            <a:spLocks xmlns:a="http://schemas.openxmlformats.org/drawingml/2006/main" noGrp="1"/>
          </p:cNvSpPr>
          <p:nvPr/>
        </p:nvSpPr>
        <p:spPr>
          <a:xfrm xmlns:a="http://schemas.openxmlformats.org/drawingml/2006/main">
            <a:off x="590550" y="2143125"/>
            <a:ext cx="10953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EDF4FB"/>
                </a:solidFill>
                <a:latin typeface="Consolas"/>
                <a:ea typeface="Consolas"/>
                <a:cs typeface="Consolas"/>
              </a:defRPr>
            </a:defPPr>
            <a:lvl1pPr algn="l">
              <a:defRPr sz="1950" b="0">
                <a:solidFill>
                  <a:srgbClr val="EDF4FB"/>
                </a:solidFill>
                <a:latin typeface="Consolas"/>
                <a:ea typeface="Consolas"/>
                <a:cs typeface="Consolas"/>
              </a:defRPr>
            </a:lvl1pPr>
            <a:lvl2pPr algn="l">
              <a:defRPr sz="1950" b="0">
                <a:solidFill>
                  <a:srgbClr val="EDF4FB"/>
                </a:solidFill>
                <a:latin typeface="Consolas"/>
                <a:ea typeface="Consolas"/>
                <a:cs typeface="Consolas"/>
              </a:defRPr>
            </a:lvl2pPr>
            <a:lvl3pPr algn="l">
              <a:defRPr sz="1950" b="0">
                <a:solidFill>
                  <a:srgbClr val="EDF4FB"/>
                </a:solidFill>
                <a:latin typeface="Consolas"/>
                <a:ea typeface="Consolas"/>
                <a:cs typeface="Consolas"/>
              </a:defRPr>
            </a:lvl3pPr>
            <a:lvl4pPr algn="l">
              <a:defRPr sz="1950" b="0">
                <a:solidFill>
                  <a:srgbClr val="EDF4FB"/>
                </a:solidFill>
                <a:latin typeface="Consolas"/>
                <a:ea typeface="Consolas"/>
                <a:cs typeface="Consolas"/>
              </a:defRPr>
            </a:lvl4pPr>
            <a:lvl5pPr algn="l">
              <a:defRPr sz="1950" b="0">
                <a:solidFill>
                  <a:srgbClr val="EDF4FB"/>
                </a:solidFill>
                <a:latin typeface="Consolas"/>
                <a:ea typeface="Consolas"/>
                <a:cs typeface="Consolas"/>
              </a:defRPr>
            </a:lvl5pPr>
            <a:lvl6pPr algn="l">
              <a:defRPr sz="1950" b="0">
                <a:solidFill>
                  <a:srgbClr val="EDF4FB"/>
                </a:solidFill>
                <a:latin typeface="Consolas"/>
                <a:ea typeface="Consolas"/>
                <a:cs typeface="Consolas"/>
              </a:defRPr>
            </a:lvl6pPr>
            <a:lvl7pPr algn="l">
              <a:defRPr sz="1950" b="0">
                <a:solidFill>
                  <a:srgbClr val="EDF4FB"/>
                </a:solidFill>
                <a:latin typeface="Consolas"/>
                <a:ea typeface="Consolas"/>
                <a:cs typeface="Consolas"/>
              </a:defRPr>
            </a:lvl7pPr>
            <a:lvl8pPr algn="l">
              <a:defRPr sz="1950" b="0">
                <a:solidFill>
                  <a:srgbClr val="EDF4FB"/>
                </a:solidFill>
                <a:latin typeface="Consolas"/>
                <a:ea typeface="Consolas"/>
                <a:cs typeface="Consolas"/>
              </a:defRPr>
            </a:lvl8pPr>
            <a:lvl9pPr algn="l">
              <a:defRPr sz="1950" b="0">
                <a:solidFill>
                  <a:srgbClr val="EDF4FB"/>
                </a:solidFill>
                <a:latin typeface="Consolas"/>
                <a:ea typeface="Consolas"/>
                <a:cs typeface="Consolas"/>
              </a:defRPr>
            </a:lvl9pPr>
          </a:lstStyle>
          <a:p xmlns:a="http://schemas.openxmlformats.org/drawingml/2006/main">
            <a:pPr algn="l">
              <a:defRPr sz="1950" b="0">
                <a:solidFill>
                  <a:srgbClr val="EDF4FB"/>
                </a:solidFill>
                <a:latin typeface="Consolas"/>
                <a:ea typeface="Consolas"/>
                <a:cs typeface="Consolas"/>
              </a:defRPr>
            </a:pPr>
            <a:r>
              <a:rPr sz="1950" b="0">
                <a:solidFill>
                  <a:srgbClr val="EDF4FB"/>
                </a:solidFill>
                <a:latin typeface="Consolas"/>
                <a:ea typeface="Consolas"/>
                <a:cs typeface="Consolas"/>
              </a:rPr>
              <a:t>    def update(self, dt):</a:t>
            </a:r>
          </a:p>
        </p:txBody>
      </p:sp>
      <p:sp>
        <p:nvSpPr>
          <p:cNvPr id="5" name="        self.pos += self.velocity * dt">
            <a:extLst xmlns:a="http://schemas.openxmlformats.org/drawingml/2006/main">
              <a:ext uri="{FF2B5EF4-FFF2-40B4-BE49-F238E27FC236}">
                <a16:creationId xmlns:a16="http://schemas.microsoft.com/office/drawing/2014/main" id="{9B362121-3520-4C05-B788-F784B351A124}"/>
              </a:ext>
            </a:extLst>
          </p:cNvPr>
          <p:cNvSpPr>
            <a:spLocks xmlns:a="http://schemas.openxmlformats.org/drawingml/2006/main" noGrp="1"/>
          </p:cNvSpPr>
          <p:nvPr/>
        </p:nvSpPr>
        <p:spPr>
          <a:xfrm xmlns:a="http://schemas.openxmlformats.org/drawingml/2006/main">
            <a:off x="590550" y="2447925"/>
            <a:ext cx="10953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EDF4FB"/>
                </a:solidFill>
                <a:latin typeface="Consolas"/>
                <a:ea typeface="Consolas"/>
                <a:cs typeface="Consolas"/>
              </a:defRPr>
            </a:defPPr>
            <a:lvl1pPr algn="l">
              <a:defRPr sz="1950" b="0">
                <a:solidFill>
                  <a:srgbClr val="EDF4FB"/>
                </a:solidFill>
                <a:latin typeface="Consolas"/>
                <a:ea typeface="Consolas"/>
                <a:cs typeface="Consolas"/>
              </a:defRPr>
            </a:lvl1pPr>
            <a:lvl2pPr algn="l">
              <a:defRPr sz="1950" b="0">
                <a:solidFill>
                  <a:srgbClr val="EDF4FB"/>
                </a:solidFill>
                <a:latin typeface="Consolas"/>
                <a:ea typeface="Consolas"/>
                <a:cs typeface="Consolas"/>
              </a:defRPr>
            </a:lvl2pPr>
            <a:lvl3pPr algn="l">
              <a:defRPr sz="1950" b="0">
                <a:solidFill>
                  <a:srgbClr val="EDF4FB"/>
                </a:solidFill>
                <a:latin typeface="Consolas"/>
                <a:ea typeface="Consolas"/>
                <a:cs typeface="Consolas"/>
              </a:defRPr>
            </a:lvl3pPr>
            <a:lvl4pPr algn="l">
              <a:defRPr sz="1950" b="0">
                <a:solidFill>
                  <a:srgbClr val="EDF4FB"/>
                </a:solidFill>
                <a:latin typeface="Consolas"/>
                <a:ea typeface="Consolas"/>
                <a:cs typeface="Consolas"/>
              </a:defRPr>
            </a:lvl4pPr>
            <a:lvl5pPr algn="l">
              <a:defRPr sz="1950" b="0">
                <a:solidFill>
                  <a:srgbClr val="EDF4FB"/>
                </a:solidFill>
                <a:latin typeface="Consolas"/>
                <a:ea typeface="Consolas"/>
                <a:cs typeface="Consolas"/>
              </a:defRPr>
            </a:lvl5pPr>
            <a:lvl6pPr algn="l">
              <a:defRPr sz="1950" b="0">
                <a:solidFill>
                  <a:srgbClr val="EDF4FB"/>
                </a:solidFill>
                <a:latin typeface="Consolas"/>
                <a:ea typeface="Consolas"/>
                <a:cs typeface="Consolas"/>
              </a:defRPr>
            </a:lvl6pPr>
            <a:lvl7pPr algn="l">
              <a:defRPr sz="1950" b="0">
                <a:solidFill>
                  <a:srgbClr val="EDF4FB"/>
                </a:solidFill>
                <a:latin typeface="Consolas"/>
                <a:ea typeface="Consolas"/>
                <a:cs typeface="Consolas"/>
              </a:defRPr>
            </a:lvl7pPr>
            <a:lvl8pPr algn="l">
              <a:defRPr sz="1950" b="0">
                <a:solidFill>
                  <a:srgbClr val="EDF4FB"/>
                </a:solidFill>
                <a:latin typeface="Consolas"/>
                <a:ea typeface="Consolas"/>
                <a:cs typeface="Consolas"/>
              </a:defRPr>
            </a:lvl8pPr>
            <a:lvl9pPr algn="l">
              <a:defRPr sz="1950" b="0">
                <a:solidFill>
                  <a:srgbClr val="EDF4FB"/>
                </a:solidFill>
                <a:latin typeface="Consolas"/>
                <a:ea typeface="Consolas"/>
                <a:cs typeface="Consolas"/>
              </a:defRPr>
            </a:lvl9pPr>
          </a:lstStyle>
          <a:p xmlns:a="http://schemas.openxmlformats.org/drawingml/2006/main">
            <a:pPr algn="l">
              <a:defRPr sz="1950" b="0">
                <a:solidFill>
                  <a:srgbClr val="EDF4FB"/>
                </a:solidFill>
                <a:latin typeface="Consolas"/>
                <a:ea typeface="Consolas"/>
                <a:cs typeface="Consolas"/>
              </a:defRPr>
            </a:pPr>
            <a:r>
              <a:rPr sz="1950" b="0">
                <a:solidFill>
                  <a:srgbClr val="EDF4FB"/>
                </a:solidFill>
                <a:latin typeface="Consolas"/>
                <a:ea typeface="Consolas"/>
                <a:cs typeface="Consolas"/>
              </a:rPr>
              <a:t>        self.pos += self.velocity * dt</a:t>
            </a:r>
          </a:p>
        </p:txBody>
      </p:sp>
      <p:sp>
        <p:nvSpPr>
          <p:cNvPr id="6" name="        self.rect.center = (">
            <a:extLst xmlns:a="http://schemas.openxmlformats.org/drawingml/2006/main">
              <a:ext uri="{FF2B5EF4-FFF2-40B4-BE49-F238E27FC236}">
                <a16:creationId xmlns:a16="http://schemas.microsoft.com/office/drawing/2014/main" id="{54926B2D-7B83-463A-B573-C267ED4047B2}"/>
              </a:ext>
            </a:extLst>
          </p:cNvPr>
          <p:cNvSpPr>
            <a:spLocks xmlns:a="http://schemas.openxmlformats.org/drawingml/2006/main" noGrp="1"/>
          </p:cNvSpPr>
          <p:nvPr/>
        </p:nvSpPr>
        <p:spPr>
          <a:xfrm xmlns:a="http://schemas.openxmlformats.org/drawingml/2006/main">
            <a:off x="590550" y="2752725"/>
            <a:ext cx="10953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EDF4FB"/>
                </a:solidFill>
                <a:latin typeface="Consolas"/>
                <a:ea typeface="Consolas"/>
                <a:cs typeface="Consolas"/>
              </a:defRPr>
            </a:defPPr>
            <a:lvl1pPr algn="l">
              <a:defRPr sz="1950" b="0">
                <a:solidFill>
                  <a:srgbClr val="EDF4FB"/>
                </a:solidFill>
                <a:latin typeface="Consolas"/>
                <a:ea typeface="Consolas"/>
                <a:cs typeface="Consolas"/>
              </a:defRPr>
            </a:lvl1pPr>
            <a:lvl2pPr algn="l">
              <a:defRPr sz="1950" b="0">
                <a:solidFill>
                  <a:srgbClr val="EDF4FB"/>
                </a:solidFill>
                <a:latin typeface="Consolas"/>
                <a:ea typeface="Consolas"/>
                <a:cs typeface="Consolas"/>
              </a:defRPr>
            </a:lvl2pPr>
            <a:lvl3pPr algn="l">
              <a:defRPr sz="1950" b="0">
                <a:solidFill>
                  <a:srgbClr val="EDF4FB"/>
                </a:solidFill>
                <a:latin typeface="Consolas"/>
                <a:ea typeface="Consolas"/>
                <a:cs typeface="Consolas"/>
              </a:defRPr>
            </a:lvl3pPr>
            <a:lvl4pPr algn="l">
              <a:defRPr sz="1950" b="0">
                <a:solidFill>
                  <a:srgbClr val="EDF4FB"/>
                </a:solidFill>
                <a:latin typeface="Consolas"/>
                <a:ea typeface="Consolas"/>
                <a:cs typeface="Consolas"/>
              </a:defRPr>
            </a:lvl4pPr>
            <a:lvl5pPr algn="l">
              <a:defRPr sz="1950" b="0">
                <a:solidFill>
                  <a:srgbClr val="EDF4FB"/>
                </a:solidFill>
                <a:latin typeface="Consolas"/>
                <a:ea typeface="Consolas"/>
                <a:cs typeface="Consolas"/>
              </a:defRPr>
            </a:lvl5pPr>
            <a:lvl6pPr algn="l">
              <a:defRPr sz="1950" b="0">
                <a:solidFill>
                  <a:srgbClr val="EDF4FB"/>
                </a:solidFill>
                <a:latin typeface="Consolas"/>
                <a:ea typeface="Consolas"/>
                <a:cs typeface="Consolas"/>
              </a:defRPr>
            </a:lvl6pPr>
            <a:lvl7pPr algn="l">
              <a:defRPr sz="1950" b="0">
                <a:solidFill>
                  <a:srgbClr val="EDF4FB"/>
                </a:solidFill>
                <a:latin typeface="Consolas"/>
                <a:ea typeface="Consolas"/>
                <a:cs typeface="Consolas"/>
              </a:defRPr>
            </a:lvl7pPr>
            <a:lvl8pPr algn="l">
              <a:defRPr sz="1950" b="0">
                <a:solidFill>
                  <a:srgbClr val="EDF4FB"/>
                </a:solidFill>
                <a:latin typeface="Consolas"/>
                <a:ea typeface="Consolas"/>
                <a:cs typeface="Consolas"/>
              </a:defRPr>
            </a:lvl8pPr>
            <a:lvl9pPr algn="l">
              <a:defRPr sz="1950" b="0">
                <a:solidFill>
                  <a:srgbClr val="EDF4FB"/>
                </a:solidFill>
                <a:latin typeface="Consolas"/>
                <a:ea typeface="Consolas"/>
                <a:cs typeface="Consolas"/>
              </a:defRPr>
            </a:lvl9pPr>
          </a:lstStyle>
          <a:p xmlns:a="http://schemas.openxmlformats.org/drawingml/2006/main">
            <a:pPr algn="l">
              <a:defRPr sz="1950" b="0">
                <a:solidFill>
                  <a:srgbClr val="EDF4FB"/>
                </a:solidFill>
                <a:latin typeface="Consolas"/>
                <a:ea typeface="Consolas"/>
                <a:cs typeface="Consolas"/>
              </a:defRPr>
            </a:pPr>
            <a:r>
              <a:rPr sz="1950" b="0">
                <a:solidFill>
                  <a:srgbClr val="EDF4FB"/>
                </a:solidFill>
                <a:latin typeface="Consolas"/>
                <a:ea typeface="Consolas"/>
                <a:cs typeface="Consolas"/>
              </a:rPr>
              <a:t>        self.rect.center = (</a:t>
            </a:r>
          </a:p>
        </p:txBody>
      </p:sp>
      <p:sp>
        <p:nvSpPr>
          <p:cNvPr id="7" name="            round(self.pos.x), round(self.pos.y)">
            <a:extLst xmlns:a="http://schemas.openxmlformats.org/drawingml/2006/main">
              <a:ext uri="{FF2B5EF4-FFF2-40B4-BE49-F238E27FC236}">
                <a16:creationId xmlns:a16="http://schemas.microsoft.com/office/drawing/2014/main" id="{EF306C75-699D-4ABA-9A5B-8E97C7A125B4}"/>
              </a:ext>
            </a:extLst>
          </p:cNvPr>
          <p:cNvSpPr>
            <a:spLocks xmlns:a="http://schemas.openxmlformats.org/drawingml/2006/main" noGrp="1"/>
          </p:cNvSpPr>
          <p:nvPr/>
        </p:nvSpPr>
        <p:spPr>
          <a:xfrm xmlns:a="http://schemas.openxmlformats.org/drawingml/2006/main">
            <a:off x="590550" y="3057525"/>
            <a:ext cx="10953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EDF4FB"/>
                </a:solidFill>
                <a:latin typeface="Consolas"/>
                <a:ea typeface="Consolas"/>
                <a:cs typeface="Consolas"/>
              </a:defRPr>
            </a:defPPr>
            <a:lvl1pPr algn="l">
              <a:defRPr sz="1950" b="0">
                <a:solidFill>
                  <a:srgbClr val="EDF4FB"/>
                </a:solidFill>
                <a:latin typeface="Consolas"/>
                <a:ea typeface="Consolas"/>
                <a:cs typeface="Consolas"/>
              </a:defRPr>
            </a:lvl1pPr>
            <a:lvl2pPr algn="l">
              <a:defRPr sz="1950" b="0">
                <a:solidFill>
                  <a:srgbClr val="EDF4FB"/>
                </a:solidFill>
                <a:latin typeface="Consolas"/>
                <a:ea typeface="Consolas"/>
                <a:cs typeface="Consolas"/>
              </a:defRPr>
            </a:lvl2pPr>
            <a:lvl3pPr algn="l">
              <a:defRPr sz="1950" b="0">
                <a:solidFill>
                  <a:srgbClr val="EDF4FB"/>
                </a:solidFill>
                <a:latin typeface="Consolas"/>
                <a:ea typeface="Consolas"/>
                <a:cs typeface="Consolas"/>
              </a:defRPr>
            </a:lvl3pPr>
            <a:lvl4pPr algn="l">
              <a:defRPr sz="1950" b="0">
                <a:solidFill>
                  <a:srgbClr val="EDF4FB"/>
                </a:solidFill>
                <a:latin typeface="Consolas"/>
                <a:ea typeface="Consolas"/>
                <a:cs typeface="Consolas"/>
              </a:defRPr>
            </a:lvl4pPr>
            <a:lvl5pPr algn="l">
              <a:defRPr sz="1950" b="0">
                <a:solidFill>
                  <a:srgbClr val="EDF4FB"/>
                </a:solidFill>
                <a:latin typeface="Consolas"/>
                <a:ea typeface="Consolas"/>
                <a:cs typeface="Consolas"/>
              </a:defRPr>
            </a:lvl5pPr>
            <a:lvl6pPr algn="l">
              <a:defRPr sz="1950" b="0">
                <a:solidFill>
                  <a:srgbClr val="EDF4FB"/>
                </a:solidFill>
                <a:latin typeface="Consolas"/>
                <a:ea typeface="Consolas"/>
                <a:cs typeface="Consolas"/>
              </a:defRPr>
            </a:lvl6pPr>
            <a:lvl7pPr algn="l">
              <a:defRPr sz="1950" b="0">
                <a:solidFill>
                  <a:srgbClr val="EDF4FB"/>
                </a:solidFill>
                <a:latin typeface="Consolas"/>
                <a:ea typeface="Consolas"/>
                <a:cs typeface="Consolas"/>
              </a:defRPr>
            </a:lvl7pPr>
            <a:lvl8pPr algn="l">
              <a:defRPr sz="1950" b="0">
                <a:solidFill>
                  <a:srgbClr val="EDF4FB"/>
                </a:solidFill>
                <a:latin typeface="Consolas"/>
                <a:ea typeface="Consolas"/>
                <a:cs typeface="Consolas"/>
              </a:defRPr>
            </a:lvl8pPr>
            <a:lvl9pPr algn="l">
              <a:defRPr sz="1950" b="0">
                <a:solidFill>
                  <a:srgbClr val="EDF4FB"/>
                </a:solidFill>
                <a:latin typeface="Consolas"/>
                <a:ea typeface="Consolas"/>
                <a:cs typeface="Consolas"/>
              </a:defRPr>
            </a:lvl9pPr>
          </a:lstStyle>
          <a:p xmlns:a="http://schemas.openxmlformats.org/drawingml/2006/main">
            <a:pPr algn="l">
              <a:defRPr sz="1950" b="0">
                <a:solidFill>
                  <a:srgbClr val="EDF4FB"/>
                </a:solidFill>
                <a:latin typeface="Consolas"/>
                <a:ea typeface="Consolas"/>
                <a:cs typeface="Consolas"/>
              </a:defRPr>
            </a:pPr>
            <a:r>
              <a:rPr sz="1950" b="0">
                <a:solidFill>
                  <a:srgbClr val="EDF4FB"/>
                </a:solidFill>
                <a:latin typeface="Consolas"/>
                <a:ea typeface="Consolas"/>
                <a:cs typeface="Consolas"/>
              </a:rPr>
              <a:t>            round(self.pos.x), round(self.pos.y)</a:t>
            </a:r>
          </a:p>
        </p:txBody>
      </p:sp>
      <p:sp>
        <p:nvSpPr>
          <p:cNvPr id="8" name="        )">
            <a:extLst xmlns:a="http://schemas.openxmlformats.org/drawingml/2006/main">
              <a:ext uri="{FF2B5EF4-FFF2-40B4-BE49-F238E27FC236}">
                <a16:creationId xmlns:a16="http://schemas.microsoft.com/office/drawing/2014/main" id="{5F20F77F-A1EC-4DC6-A078-9C3BFE74FB95}"/>
              </a:ext>
            </a:extLst>
          </p:cNvPr>
          <p:cNvSpPr>
            <a:spLocks xmlns:a="http://schemas.openxmlformats.org/drawingml/2006/main" noGrp="1"/>
          </p:cNvSpPr>
          <p:nvPr/>
        </p:nvSpPr>
        <p:spPr>
          <a:xfrm xmlns:a="http://schemas.openxmlformats.org/drawingml/2006/main">
            <a:off x="590550" y="3362325"/>
            <a:ext cx="10953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EDF4FB"/>
                </a:solidFill>
                <a:latin typeface="Consolas"/>
                <a:ea typeface="Consolas"/>
                <a:cs typeface="Consolas"/>
              </a:defRPr>
            </a:defPPr>
            <a:lvl1pPr algn="l">
              <a:defRPr sz="1950" b="0">
                <a:solidFill>
                  <a:srgbClr val="EDF4FB"/>
                </a:solidFill>
                <a:latin typeface="Consolas"/>
                <a:ea typeface="Consolas"/>
                <a:cs typeface="Consolas"/>
              </a:defRPr>
            </a:lvl1pPr>
            <a:lvl2pPr algn="l">
              <a:defRPr sz="1950" b="0">
                <a:solidFill>
                  <a:srgbClr val="EDF4FB"/>
                </a:solidFill>
                <a:latin typeface="Consolas"/>
                <a:ea typeface="Consolas"/>
                <a:cs typeface="Consolas"/>
              </a:defRPr>
            </a:lvl2pPr>
            <a:lvl3pPr algn="l">
              <a:defRPr sz="1950" b="0">
                <a:solidFill>
                  <a:srgbClr val="EDF4FB"/>
                </a:solidFill>
                <a:latin typeface="Consolas"/>
                <a:ea typeface="Consolas"/>
                <a:cs typeface="Consolas"/>
              </a:defRPr>
            </a:lvl3pPr>
            <a:lvl4pPr algn="l">
              <a:defRPr sz="1950" b="0">
                <a:solidFill>
                  <a:srgbClr val="EDF4FB"/>
                </a:solidFill>
                <a:latin typeface="Consolas"/>
                <a:ea typeface="Consolas"/>
                <a:cs typeface="Consolas"/>
              </a:defRPr>
            </a:lvl4pPr>
            <a:lvl5pPr algn="l">
              <a:defRPr sz="1950" b="0">
                <a:solidFill>
                  <a:srgbClr val="EDF4FB"/>
                </a:solidFill>
                <a:latin typeface="Consolas"/>
                <a:ea typeface="Consolas"/>
                <a:cs typeface="Consolas"/>
              </a:defRPr>
            </a:lvl5pPr>
            <a:lvl6pPr algn="l">
              <a:defRPr sz="1950" b="0">
                <a:solidFill>
                  <a:srgbClr val="EDF4FB"/>
                </a:solidFill>
                <a:latin typeface="Consolas"/>
                <a:ea typeface="Consolas"/>
                <a:cs typeface="Consolas"/>
              </a:defRPr>
            </a:lvl6pPr>
            <a:lvl7pPr algn="l">
              <a:defRPr sz="1950" b="0">
                <a:solidFill>
                  <a:srgbClr val="EDF4FB"/>
                </a:solidFill>
                <a:latin typeface="Consolas"/>
                <a:ea typeface="Consolas"/>
                <a:cs typeface="Consolas"/>
              </a:defRPr>
            </a:lvl7pPr>
            <a:lvl8pPr algn="l">
              <a:defRPr sz="1950" b="0">
                <a:solidFill>
                  <a:srgbClr val="EDF4FB"/>
                </a:solidFill>
                <a:latin typeface="Consolas"/>
                <a:ea typeface="Consolas"/>
                <a:cs typeface="Consolas"/>
              </a:defRPr>
            </a:lvl8pPr>
            <a:lvl9pPr algn="l">
              <a:defRPr sz="1950" b="0">
                <a:solidFill>
                  <a:srgbClr val="EDF4FB"/>
                </a:solidFill>
                <a:latin typeface="Consolas"/>
                <a:ea typeface="Consolas"/>
                <a:cs typeface="Consolas"/>
              </a:defRPr>
            </a:lvl9pPr>
          </a:lstStyle>
          <a:p xmlns:a="http://schemas.openxmlformats.org/drawingml/2006/main">
            <a:pPr algn="l">
              <a:defRPr sz="1950" b="0">
                <a:solidFill>
                  <a:srgbClr val="EDF4FB"/>
                </a:solidFill>
                <a:latin typeface="Consolas"/>
                <a:ea typeface="Consolas"/>
                <a:cs typeface="Consolas"/>
              </a:defRPr>
            </a:pPr>
            <a:r>
              <a:rPr sz="1950" b="0">
                <a:solidFill>
                  <a:srgbClr val="EDF4FB"/>
                </a:solidFill>
                <a:latin typeface="Consolas"/>
                <a:ea typeface="Consolas"/>
                <a:cs typeface="Consolas"/>
              </a:rPr>
              <a:t>        )</a:t>
            </a:r>
          </a:p>
        </p:txBody>
      </p:sp>
      <p:sp>
        <p:nvSpPr>
          <p:cNvPr id="9" name="速度に dt を掛けると、このステップの移動量になる。">
            <a:extLst xmlns:a="http://schemas.openxmlformats.org/drawingml/2006/main">
              <a:ext uri="{FF2B5EF4-FFF2-40B4-BE49-F238E27FC236}">
                <a16:creationId xmlns:a16="http://schemas.microsoft.com/office/drawing/2014/main" id="{9235F3B0-9695-45A9-8FEB-9279D0152465}"/>
              </a:ext>
            </a:extLst>
          </p:cNvPr>
          <p:cNvSpPr>
            <a:spLocks xmlns:a="http://schemas.openxmlformats.org/drawingml/2006/main" noGrp="1"/>
          </p:cNvSpPr>
          <p:nvPr/>
        </p:nvSpPr>
        <p:spPr>
          <a:xfrm xmlns:a="http://schemas.openxmlformats.org/drawingml/2006/main">
            <a:off x="590550" y="5524500"/>
            <a:ext cx="523875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68EDBE"/>
                </a:solidFill>
                <a:latin typeface="Yu Gothic"/>
                <a:ea typeface="Yu Gothic"/>
                <a:cs typeface="Yu Gothic"/>
              </a:defRPr>
            </a:defPPr>
            <a:lvl1pPr algn="l">
              <a:defRPr sz="1725" b="0">
                <a:solidFill>
                  <a:srgbClr val="68EDBE"/>
                </a:solidFill>
                <a:latin typeface="Yu Gothic"/>
                <a:ea typeface="Yu Gothic"/>
                <a:cs typeface="Yu Gothic"/>
              </a:defRPr>
            </a:lvl1pPr>
            <a:lvl2pPr algn="l">
              <a:defRPr sz="1725" b="0">
                <a:solidFill>
                  <a:srgbClr val="68EDBE"/>
                </a:solidFill>
                <a:latin typeface="Yu Gothic"/>
                <a:ea typeface="Yu Gothic"/>
                <a:cs typeface="Yu Gothic"/>
              </a:defRPr>
            </a:lvl2pPr>
            <a:lvl3pPr algn="l">
              <a:defRPr sz="1725" b="0">
                <a:solidFill>
                  <a:srgbClr val="68EDBE"/>
                </a:solidFill>
                <a:latin typeface="Yu Gothic"/>
                <a:ea typeface="Yu Gothic"/>
                <a:cs typeface="Yu Gothic"/>
              </a:defRPr>
            </a:lvl3pPr>
            <a:lvl4pPr algn="l">
              <a:defRPr sz="1725" b="0">
                <a:solidFill>
                  <a:srgbClr val="68EDBE"/>
                </a:solidFill>
                <a:latin typeface="Yu Gothic"/>
                <a:ea typeface="Yu Gothic"/>
                <a:cs typeface="Yu Gothic"/>
              </a:defRPr>
            </a:lvl4pPr>
            <a:lvl5pPr algn="l">
              <a:defRPr sz="1725" b="0">
                <a:solidFill>
                  <a:srgbClr val="68EDBE"/>
                </a:solidFill>
                <a:latin typeface="Yu Gothic"/>
                <a:ea typeface="Yu Gothic"/>
                <a:cs typeface="Yu Gothic"/>
              </a:defRPr>
            </a:lvl5pPr>
            <a:lvl6pPr algn="l">
              <a:defRPr sz="1725" b="0">
                <a:solidFill>
                  <a:srgbClr val="68EDBE"/>
                </a:solidFill>
                <a:latin typeface="Yu Gothic"/>
                <a:ea typeface="Yu Gothic"/>
                <a:cs typeface="Yu Gothic"/>
              </a:defRPr>
            </a:lvl6pPr>
            <a:lvl7pPr algn="l">
              <a:defRPr sz="1725" b="0">
                <a:solidFill>
                  <a:srgbClr val="68EDBE"/>
                </a:solidFill>
                <a:latin typeface="Yu Gothic"/>
                <a:ea typeface="Yu Gothic"/>
                <a:cs typeface="Yu Gothic"/>
              </a:defRPr>
            </a:lvl7pPr>
            <a:lvl8pPr algn="l">
              <a:defRPr sz="1725" b="0">
                <a:solidFill>
                  <a:srgbClr val="68EDBE"/>
                </a:solidFill>
                <a:latin typeface="Yu Gothic"/>
                <a:ea typeface="Yu Gothic"/>
                <a:cs typeface="Yu Gothic"/>
              </a:defRPr>
            </a:lvl8pPr>
            <a:lvl9pPr algn="l">
              <a:defRPr sz="1725" b="0">
                <a:solidFill>
                  <a:srgbClr val="68EDBE"/>
                </a:solidFill>
                <a:latin typeface="Yu Gothic"/>
                <a:ea typeface="Yu Gothic"/>
                <a:cs typeface="Yu Gothic"/>
              </a:defRPr>
            </a:lvl9pPr>
          </a:lstStyle>
          <a:p xmlns:a="http://schemas.openxmlformats.org/drawingml/2006/main">
            <a:pPr algn="l">
              <a:defRPr sz="1725" b="0">
                <a:solidFill>
                  <a:srgbClr val="68EDBE"/>
                </a:solidFill>
                <a:latin typeface="Yu Gothic"/>
                <a:ea typeface="Yu Gothic"/>
                <a:cs typeface="Yu Gothic"/>
              </a:defRPr>
            </a:pPr>
            <a:r>
              <a:rPr sz="1725" b="0">
                <a:solidFill>
                  <a:srgbClr val="68EDBE"/>
                </a:solidFill>
                <a:latin typeface="Yu Gothic"/>
                <a:ea typeface="Yu Gothic"/>
                <a:cs typeface="Yu Gothic"/>
              </a:rPr>
              <a:t>速度に dt を掛けると、このステップの移動量になる。</a:t>
            </a:r>
          </a:p>
        </p:txBody>
      </p:sp>
      <p:sp>
        <p:nvSpPr>
          <p:cNvPr id="10" name="pos は浮動小数点座標、rect は描画と衝突判定に使う。">
            <a:extLst xmlns:a="http://schemas.openxmlformats.org/drawingml/2006/main">
              <a:ext uri="{FF2B5EF4-FFF2-40B4-BE49-F238E27FC236}">
                <a16:creationId xmlns:a16="http://schemas.microsoft.com/office/drawing/2014/main" id="{0FD3195D-F15F-4DC2-B8F2-88A3FDD35FE5}"/>
              </a:ext>
            </a:extLst>
          </p:cNvPr>
          <p:cNvSpPr>
            <a:spLocks xmlns:a="http://schemas.openxmlformats.org/drawingml/2006/main" noGrp="1"/>
          </p:cNvSpPr>
          <p:nvPr/>
        </p:nvSpPr>
        <p:spPr>
          <a:xfrm xmlns:a="http://schemas.openxmlformats.org/drawingml/2006/main">
            <a:off x="6305550" y="5524500"/>
            <a:ext cx="523875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68EDBE"/>
                </a:solidFill>
                <a:latin typeface="Yu Gothic"/>
                <a:ea typeface="Yu Gothic"/>
                <a:cs typeface="Yu Gothic"/>
              </a:defRPr>
            </a:defPPr>
            <a:lvl1pPr algn="l">
              <a:defRPr sz="1725" b="0">
                <a:solidFill>
                  <a:srgbClr val="68EDBE"/>
                </a:solidFill>
                <a:latin typeface="Yu Gothic"/>
                <a:ea typeface="Yu Gothic"/>
                <a:cs typeface="Yu Gothic"/>
              </a:defRPr>
            </a:lvl1pPr>
            <a:lvl2pPr algn="l">
              <a:defRPr sz="1725" b="0">
                <a:solidFill>
                  <a:srgbClr val="68EDBE"/>
                </a:solidFill>
                <a:latin typeface="Yu Gothic"/>
                <a:ea typeface="Yu Gothic"/>
                <a:cs typeface="Yu Gothic"/>
              </a:defRPr>
            </a:lvl2pPr>
            <a:lvl3pPr algn="l">
              <a:defRPr sz="1725" b="0">
                <a:solidFill>
                  <a:srgbClr val="68EDBE"/>
                </a:solidFill>
                <a:latin typeface="Yu Gothic"/>
                <a:ea typeface="Yu Gothic"/>
                <a:cs typeface="Yu Gothic"/>
              </a:defRPr>
            </a:lvl3pPr>
            <a:lvl4pPr algn="l">
              <a:defRPr sz="1725" b="0">
                <a:solidFill>
                  <a:srgbClr val="68EDBE"/>
                </a:solidFill>
                <a:latin typeface="Yu Gothic"/>
                <a:ea typeface="Yu Gothic"/>
                <a:cs typeface="Yu Gothic"/>
              </a:defRPr>
            </a:lvl4pPr>
            <a:lvl5pPr algn="l">
              <a:defRPr sz="1725" b="0">
                <a:solidFill>
                  <a:srgbClr val="68EDBE"/>
                </a:solidFill>
                <a:latin typeface="Yu Gothic"/>
                <a:ea typeface="Yu Gothic"/>
                <a:cs typeface="Yu Gothic"/>
              </a:defRPr>
            </a:lvl5pPr>
            <a:lvl6pPr algn="l">
              <a:defRPr sz="1725" b="0">
                <a:solidFill>
                  <a:srgbClr val="68EDBE"/>
                </a:solidFill>
                <a:latin typeface="Yu Gothic"/>
                <a:ea typeface="Yu Gothic"/>
                <a:cs typeface="Yu Gothic"/>
              </a:defRPr>
            </a:lvl6pPr>
            <a:lvl7pPr algn="l">
              <a:defRPr sz="1725" b="0">
                <a:solidFill>
                  <a:srgbClr val="68EDBE"/>
                </a:solidFill>
                <a:latin typeface="Yu Gothic"/>
                <a:ea typeface="Yu Gothic"/>
                <a:cs typeface="Yu Gothic"/>
              </a:defRPr>
            </a:lvl7pPr>
            <a:lvl8pPr algn="l">
              <a:defRPr sz="1725" b="0">
                <a:solidFill>
                  <a:srgbClr val="68EDBE"/>
                </a:solidFill>
                <a:latin typeface="Yu Gothic"/>
                <a:ea typeface="Yu Gothic"/>
                <a:cs typeface="Yu Gothic"/>
              </a:defRPr>
            </a:lvl8pPr>
            <a:lvl9pPr algn="l">
              <a:defRPr sz="1725" b="0">
                <a:solidFill>
                  <a:srgbClr val="68EDBE"/>
                </a:solidFill>
                <a:latin typeface="Yu Gothic"/>
                <a:ea typeface="Yu Gothic"/>
                <a:cs typeface="Yu Gothic"/>
              </a:defRPr>
            </a:lvl9pPr>
          </a:lstStyle>
          <a:p xmlns:a="http://schemas.openxmlformats.org/drawingml/2006/main">
            <a:pPr algn="l">
              <a:defRPr sz="1725" b="0">
                <a:solidFill>
                  <a:srgbClr val="68EDBE"/>
                </a:solidFill>
                <a:latin typeface="Yu Gothic"/>
                <a:ea typeface="Yu Gothic"/>
                <a:cs typeface="Yu Gothic"/>
              </a:defRPr>
            </a:pPr>
            <a:r>
              <a:rPr sz="1725" b="0">
                <a:solidFill>
                  <a:srgbClr val="68EDBE"/>
                </a:solidFill>
                <a:latin typeface="Yu Gothic"/>
                <a:ea typeface="Yu Gothic"/>
                <a:cs typeface="Yu Gothic"/>
              </a:rPr>
              <a:t>pos は浮動小数点座標、rect は描画と衝突判定に使う。</a:t>
            </a:r>
          </a:p>
        </p:txBody>
      </p:sp>
      <p:sp>
        <p:nvSpPr>
          <p:cNvPr id="11" name="actors.py / week7_demo.py">
            <a:extLst xmlns:a="http://schemas.openxmlformats.org/drawingml/2006/main">
              <a:ext uri="{FF2B5EF4-FFF2-40B4-BE49-F238E27FC236}">
                <a16:creationId xmlns:a16="http://schemas.microsoft.com/office/drawing/2014/main" id="{18D5B873-7C98-4610-A5FD-B519C0B5F29C}"/>
              </a:ext>
            </a:extLst>
          </p:cNvPr>
          <p:cNvSpPr>
            <a:spLocks xmlns:a="http://schemas.openxmlformats.org/drawingml/2006/main" noGrp="1"/>
          </p:cNvSpPr>
          <p:nvPr/>
        </p:nvSpPr>
        <p:spPr>
          <a:xfrm xmlns:a="http://schemas.openxmlformats.org/drawingml/2006/main">
            <a:off x="590550" y="6543675"/>
            <a:ext cx="10287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EDF4FB"/>
                </a:solidFill>
                <a:latin typeface="Consolas"/>
                <a:ea typeface="Consolas"/>
                <a:cs typeface="Consolas"/>
              </a:defRPr>
            </a:defPPr>
            <a:lvl1pPr algn="l">
              <a:defRPr sz="1200" b="0">
                <a:solidFill>
                  <a:srgbClr val="EDF4FB"/>
                </a:solidFill>
                <a:latin typeface="Consolas"/>
                <a:ea typeface="Consolas"/>
                <a:cs typeface="Consolas"/>
              </a:defRPr>
            </a:lvl1pPr>
            <a:lvl2pPr algn="l">
              <a:defRPr sz="1200" b="0">
                <a:solidFill>
                  <a:srgbClr val="EDF4FB"/>
                </a:solidFill>
                <a:latin typeface="Consolas"/>
                <a:ea typeface="Consolas"/>
                <a:cs typeface="Consolas"/>
              </a:defRPr>
            </a:lvl2pPr>
            <a:lvl3pPr algn="l">
              <a:defRPr sz="1200" b="0">
                <a:solidFill>
                  <a:srgbClr val="EDF4FB"/>
                </a:solidFill>
                <a:latin typeface="Consolas"/>
                <a:ea typeface="Consolas"/>
                <a:cs typeface="Consolas"/>
              </a:defRPr>
            </a:lvl3pPr>
            <a:lvl4pPr algn="l">
              <a:defRPr sz="1200" b="0">
                <a:solidFill>
                  <a:srgbClr val="EDF4FB"/>
                </a:solidFill>
                <a:latin typeface="Consolas"/>
                <a:ea typeface="Consolas"/>
                <a:cs typeface="Consolas"/>
              </a:defRPr>
            </a:lvl4pPr>
            <a:lvl5pPr algn="l">
              <a:defRPr sz="1200" b="0">
                <a:solidFill>
                  <a:srgbClr val="EDF4FB"/>
                </a:solidFill>
                <a:latin typeface="Consolas"/>
                <a:ea typeface="Consolas"/>
                <a:cs typeface="Consolas"/>
              </a:defRPr>
            </a:lvl5pPr>
            <a:lvl6pPr algn="l">
              <a:defRPr sz="1200" b="0">
                <a:solidFill>
                  <a:srgbClr val="EDF4FB"/>
                </a:solidFill>
                <a:latin typeface="Consolas"/>
                <a:ea typeface="Consolas"/>
                <a:cs typeface="Consolas"/>
              </a:defRPr>
            </a:lvl6pPr>
            <a:lvl7pPr algn="l">
              <a:defRPr sz="1200" b="0">
                <a:solidFill>
                  <a:srgbClr val="EDF4FB"/>
                </a:solidFill>
                <a:latin typeface="Consolas"/>
                <a:ea typeface="Consolas"/>
                <a:cs typeface="Consolas"/>
              </a:defRPr>
            </a:lvl7pPr>
            <a:lvl8pPr algn="l">
              <a:defRPr sz="1200" b="0">
                <a:solidFill>
                  <a:srgbClr val="EDF4FB"/>
                </a:solidFill>
                <a:latin typeface="Consolas"/>
                <a:ea typeface="Consolas"/>
                <a:cs typeface="Consolas"/>
              </a:defRPr>
            </a:lvl8pPr>
            <a:lvl9pPr algn="l">
              <a:defRPr sz="1200" b="0">
                <a:solidFill>
                  <a:srgbClr val="EDF4FB"/>
                </a:solidFill>
                <a:latin typeface="Consolas"/>
                <a:ea typeface="Consolas"/>
                <a:cs typeface="Consolas"/>
              </a:defRPr>
            </a:lvl9pPr>
          </a:lstStyle>
          <a:p xmlns:a="http://schemas.openxmlformats.org/drawingml/2006/main">
            <a:pPr algn="l">
              <a:defRPr sz="1200" b="0">
                <a:solidFill>
                  <a:srgbClr val="EDF4FB"/>
                </a:solidFill>
                <a:latin typeface="Consolas"/>
                <a:ea typeface="Consolas"/>
                <a:cs typeface="Consolas"/>
              </a:defRPr>
            </a:pPr>
            <a:r>
              <a:rPr sz="1200" b="0">
                <a:solidFill>
                  <a:srgbClr val="EDF4FB"/>
                </a:solidFill>
                <a:latin typeface="Consolas"/>
                <a:ea typeface="Consolas"/>
                <a:cs typeface="Consolas"/>
              </a:rPr>
              <a:t>actors.py / week7_demo.py</a:t>
            </a:r>
          </a:p>
        </p:txBody>
      </p:sp>
      <p:sp>
        <p:nvSpPr>
          <p:cNvPr id="12" name="05">
            <a:extLst xmlns:a="http://schemas.openxmlformats.org/drawingml/2006/main">
              <a:ext uri="{FF2B5EF4-FFF2-40B4-BE49-F238E27FC236}">
                <a16:creationId xmlns:a16="http://schemas.microsoft.com/office/drawing/2014/main" id="{8A758945-507C-4C45-AE58-2E6A73D3EBE1}"/>
              </a:ext>
            </a:extLst>
          </p:cNvPr>
          <p:cNvSpPr>
            <a:spLocks xmlns:a="http://schemas.openxmlformats.org/drawingml/2006/main" noGrp="1"/>
          </p:cNvSpPr>
          <p:nvPr/>
        </p:nvSpPr>
        <p:spPr>
          <a:xfrm xmlns:a="http://schemas.openxmlformats.org/drawingml/2006/main">
            <a:off x="11163300" y="6543675"/>
            <a:ext cx="4572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EDF4FB"/>
                </a:solidFill>
                <a:latin typeface="Yu Gothic"/>
                <a:ea typeface="Yu Gothic"/>
                <a:cs typeface="Yu Gothic"/>
              </a:defRPr>
            </a:defPPr>
            <a:lvl1pPr algn="l">
              <a:defRPr sz="1200" b="0">
                <a:solidFill>
                  <a:srgbClr val="EDF4FB"/>
                </a:solidFill>
                <a:latin typeface="Yu Gothic"/>
                <a:ea typeface="Yu Gothic"/>
                <a:cs typeface="Yu Gothic"/>
              </a:defRPr>
            </a:lvl1pPr>
            <a:lvl2pPr algn="l">
              <a:defRPr sz="1200" b="0">
                <a:solidFill>
                  <a:srgbClr val="EDF4FB"/>
                </a:solidFill>
                <a:latin typeface="Yu Gothic"/>
                <a:ea typeface="Yu Gothic"/>
                <a:cs typeface="Yu Gothic"/>
              </a:defRPr>
            </a:lvl2pPr>
            <a:lvl3pPr algn="l">
              <a:defRPr sz="1200" b="0">
                <a:solidFill>
                  <a:srgbClr val="EDF4FB"/>
                </a:solidFill>
                <a:latin typeface="Yu Gothic"/>
                <a:ea typeface="Yu Gothic"/>
                <a:cs typeface="Yu Gothic"/>
              </a:defRPr>
            </a:lvl3pPr>
            <a:lvl4pPr algn="l">
              <a:defRPr sz="1200" b="0">
                <a:solidFill>
                  <a:srgbClr val="EDF4FB"/>
                </a:solidFill>
                <a:latin typeface="Yu Gothic"/>
                <a:ea typeface="Yu Gothic"/>
                <a:cs typeface="Yu Gothic"/>
              </a:defRPr>
            </a:lvl4pPr>
            <a:lvl5pPr algn="l">
              <a:defRPr sz="1200" b="0">
                <a:solidFill>
                  <a:srgbClr val="EDF4FB"/>
                </a:solidFill>
                <a:latin typeface="Yu Gothic"/>
                <a:ea typeface="Yu Gothic"/>
                <a:cs typeface="Yu Gothic"/>
              </a:defRPr>
            </a:lvl5pPr>
            <a:lvl6pPr algn="l">
              <a:defRPr sz="1200" b="0">
                <a:solidFill>
                  <a:srgbClr val="EDF4FB"/>
                </a:solidFill>
                <a:latin typeface="Yu Gothic"/>
                <a:ea typeface="Yu Gothic"/>
                <a:cs typeface="Yu Gothic"/>
              </a:defRPr>
            </a:lvl6pPr>
            <a:lvl7pPr algn="l">
              <a:defRPr sz="1200" b="0">
                <a:solidFill>
                  <a:srgbClr val="EDF4FB"/>
                </a:solidFill>
                <a:latin typeface="Yu Gothic"/>
                <a:ea typeface="Yu Gothic"/>
                <a:cs typeface="Yu Gothic"/>
              </a:defRPr>
            </a:lvl7pPr>
            <a:lvl8pPr algn="l">
              <a:defRPr sz="1200" b="0">
                <a:solidFill>
                  <a:srgbClr val="EDF4FB"/>
                </a:solidFill>
                <a:latin typeface="Yu Gothic"/>
                <a:ea typeface="Yu Gothic"/>
                <a:cs typeface="Yu Gothic"/>
              </a:defRPr>
            </a:lvl8pPr>
            <a:lvl9pPr algn="l">
              <a:defRPr sz="1200" b="0">
                <a:solidFill>
                  <a:srgbClr val="EDF4FB"/>
                </a:solidFill>
                <a:latin typeface="Yu Gothic"/>
                <a:ea typeface="Yu Gothic"/>
                <a:cs typeface="Yu Gothic"/>
              </a:defRPr>
            </a:lvl9pPr>
          </a:lstStyle>
          <a:p xmlns:a="http://schemas.openxmlformats.org/drawingml/2006/main">
            <a:pPr algn="l">
              <a:defRPr sz="1200" b="0">
                <a:solidFill>
                  <a:srgbClr val="EDF4FB"/>
                </a:solidFill>
                <a:latin typeface="Yu Gothic"/>
                <a:ea typeface="Yu Gothic"/>
                <a:cs typeface="Yu Gothic"/>
              </a:defRPr>
            </a:pPr>
            <a:r>
              <a:rPr sz="1200" b="0">
                <a:solidFill>
                  <a:srgbClr val="EDF4FB"/>
                </a:solidFill>
                <a:latin typeface="Yu Gothic"/>
                <a:ea typeface="Yu Gothic"/>
                <a:cs typeface="Yu Gothic"/>
              </a:rPr>
              <a:t>05</a:t>
            </a:r>
          </a:p>
        </p:txBody>
      </p:sp>
    </p:spTree>
    <p:extLst>
      <p:ext uri="{BB962C8B-B14F-4D97-AF65-F5344CB8AC3E}">
        <p14:creationId xmlns:p14="http://schemas.microsoft.com/office/powerpoint/2010/main" val="1023161363"/>
      </p:ext>
    </p:extLst>
  </p:cSld>
</p:sld>
</file>

<file path=ppt/slides/slide6.xml><?xml version="1.0" encoding="utf-8"?>
<p:sld xmlns:p="http://schemas.openxmlformats.org/presentationml/2006/main">
  <p:cSld>
    <p:bg>
      <p:bgPr>
        <a:solidFill xmlns:a="http://schemas.openxmlformats.org/drawingml/2006/main">
          <a:srgbClr val="0B1422"/>
        </a:solidFill>
      </p:bgPr>
    </p:bg>
    <p:spTree>
      <p:nvGrpSpPr>
        <p:cNvPr id="1" name=""/>
        <p:cNvGrpSpPr/>
        <p:nvPr/>
      </p:nvGrpSpPr>
      <p:grpSpPr>
        <a:xfrm xmlns:a="http://schemas.openxmlformats.org/drawingml/2006/main"/>
      </p:grpSpPr>
      <p:sp>
        <p:nvSpPr>
          <p:cNvPr id="11" name="Enemy は update を継承する">
            <a:extLst xmlns:a="http://schemas.openxmlformats.org/drawingml/2006/main">
              <a:ext uri="{FF2B5EF4-FFF2-40B4-BE49-F238E27FC236}">
                <a16:creationId xmlns:a16="http://schemas.microsoft.com/office/drawing/2014/main" id="{6C6EF88E-D2DD-44C2-8169-7579A11D7851}"/>
              </a:ext>
            </a:extLst>
          </p:cNvPr>
          <p:cNvSpPr>
            <a:spLocks xmlns:a="http://schemas.openxmlformats.org/drawingml/2006/main" noGrp="1"/>
          </p:cNvSpPr>
          <p:nvPr/>
        </p:nvSpPr>
        <p:spPr>
          <a:xfrm xmlns:a="http://schemas.openxmlformats.org/drawingml/2006/main">
            <a:off x="561975" y="400050"/>
            <a:ext cx="110490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EDF4FB"/>
                </a:solidFill>
                <a:latin typeface="Yu Gothic"/>
                <a:ea typeface="Yu Gothic"/>
                <a:cs typeface="Yu Gothic"/>
              </a:defRPr>
            </a:defPPr>
            <a:lvl1pPr algn="l">
              <a:defRPr sz="3300" b="1">
                <a:solidFill>
                  <a:srgbClr val="EDF4FB"/>
                </a:solidFill>
                <a:latin typeface="Yu Gothic"/>
                <a:ea typeface="Yu Gothic"/>
                <a:cs typeface="Yu Gothic"/>
              </a:defRPr>
            </a:lvl1pPr>
            <a:lvl2pPr algn="l">
              <a:defRPr sz="3300" b="1">
                <a:solidFill>
                  <a:srgbClr val="EDF4FB"/>
                </a:solidFill>
                <a:latin typeface="Yu Gothic"/>
                <a:ea typeface="Yu Gothic"/>
                <a:cs typeface="Yu Gothic"/>
              </a:defRPr>
            </a:lvl2pPr>
            <a:lvl3pPr algn="l">
              <a:defRPr sz="3300" b="1">
                <a:solidFill>
                  <a:srgbClr val="EDF4FB"/>
                </a:solidFill>
                <a:latin typeface="Yu Gothic"/>
                <a:ea typeface="Yu Gothic"/>
                <a:cs typeface="Yu Gothic"/>
              </a:defRPr>
            </a:lvl3pPr>
            <a:lvl4pPr algn="l">
              <a:defRPr sz="3300" b="1">
                <a:solidFill>
                  <a:srgbClr val="EDF4FB"/>
                </a:solidFill>
                <a:latin typeface="Yu Gothic"/>
                <a:ea typeface="Yu Gothic"/>
                <a:cs typeface="Yu Gothic"/>
              </a:defRPr>
            </a:lvl4pPr>
            <a:lvl5pPr algn="l">
              <a:defRPr sz="3300" b="1">
                <a:solidFill>
                  <a:srgbClr val="EDF4FB"/>
                </a:solidFill>
                <a:latin typeface="Yu Gothic"/>
                <a:ea typeface="Yu Gothic"/>
                <a:cs typeface="Yu Gothic"/>
              </a:defRPr>
            </a:lvl5pPr>
            <a:lvl6pPr algn="l">
              <a:defRPr sz="3300" b="1">
                <a:solidFill>
                  <a:srgbClr val="EDF4FB"/>
                </a:solidFill>
                <a:latin typeface="Yu Gothic"/>
                <a:ea typeface="Yu Gothic"/>
                <a:cs typeface="Yu Gothic"/>
              </a:defRPr>
            </a:lvl6pPr>
            <a:lvl7pPr algn="l">
              <a:defRPr sz="3300" b="1">
                <a:solidFill>
                  <a:srgbClr val="EDF4FB"/>
                </a:solidFill>
                <a:latin typeface="Yu Gothic"/>
                <a:ea typeface="Yu Gothic"/>
                <a:cs typeface="Yu Gothic"/>
              </a:defRPr>
            </a:lvl7pPr>
            <a:lvl8pPr algn="l">
              <a:defRPr sz="3300" b="1">
                <a:solidFill>
                  <a:srgbClr val="EDF4FB"/>
                </a:solidFill>
                <a:latin typeface="Yu Gothic"/>
                <a:ea typeface="Yu Gothic"/>
                <a:cs typeface="Yu Gothic"/>
              </a:defRPr>
            </a:lvl8pPr>
            <a:lvl9pPr algn="l">
              <a:defRPr sz="3300" b="1">
                <a:solidFill>
                  <a:srgbClr val="EDF4FB"/>
                </a:solidFill>
                <a:latin typeface="Yu Gothic"/>
                <a:ea typeface="Yu Gothic"/>
                <a:cs typeface="Yu Gothic"/>
              </a:defRPr>
            </a:lvl9pPr>
          </a:lstStyle>
          <a:p xmlns:a="http://schemas.openxmlformats.org/drawingml/2006/main">
            <a:pPr algn="l">
              <a:defRPr sz="3300" b="1">
                <a:solidFill>
                  <a:srgbClr val="EDF4FB"/>
                </a:solidFill>
                <a:latin typeface="Yu Gothic"/>
                <a:ea typeface="Yu Gothic"/>
                <a:cs typeface="Yu Gothic"/>
              </a:defRPr>
            </a:pPr>
            <a:r>
              <a:rPr sz="3300" b="1">
                <a:solidFill>
                  <a:srgbClr val="EDF4FB"/>
                </a:solidFill>
                <a:latin typeface="Yu Gothic"/>
                <a:ea typeface="Yu Gothic"/>
                <a:cs typeface="Yu Gothic"/>
              </a:rPr>
              <a:t>Enemy は update を継承する</a:t>
            </a:r>
          </a:p>
        </p:txBody>
      </p:sp>
      <p:sp>
        <p:nvSpPr>
          <p:cNvPr id="2" name="update がなければ MRO に沿って探す">
            <a:extLst xmlns:a="http://schemas.openxmlformats.org/drawingml/2006/main">
              <a:ext uri="{FF2B5EF4-FFF2-40B4-BE49-F238E27FC236}">
                <a16:creationId xmlns:a16="http://schemas.microsoft.com/office/drawing/2014/main" id="{AD35D8A8-A103-4109-A496-6D982A2392C9}"/>
              </a:ext>
            </a:extLst>
          </p:cNvPr>
          <p:cNvSpPr>
            <a:spLocks xmlns:a="http://schemas.openxmlformats.org/drawingml/2006/main" noGrp="1"/>
          </p:cNvSpPr>
          <p:nvPr/>
        </p:nvSpPr>
        <p:spPr>
          <a:xfrm xmlns:a="http://schemas.openxmlformats.org/drawingml/2006/main">
            <a:off x="581025" y="1123950"/>
            <a:ext cx="1100137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68EDBE"/>
                </a:solidFill>
                <a:latin typeface="Yu Gothic"/>
                <a:ea typeface="Yu Gothic"/>
                <a:cs typeface="Yu Gothic"/>
              </a:defRPr>
            </a:defPPr>
            <a:lvl1pPr algn="l">
              <a:defRPr sz="1800" b="0">
                <a:solidFill>
                  <a:srgbClr val="68EDBE"/>
                </a:solidFill>
                <a:latin typeface="Yu Gothic"/>
                <a:ea typeface="Yu Gothic"/>
                <a:cs typeface="Yu Gothic"/>
              </a:defRPr>
            </a:lvl1pPr>
            <a:lvl2pPr algn="l">
              <a:defRPr sz="1800" b="0">
                <a:solidFill>
                  <a:srgbClr val="68EDBE"/>
                </a:solidFill>
                <a:latin typeface="Yu Gothic"/>
                <a:ea typeface="Yu Gothic"/>
                <a:cs typeface="Yu Gothic"/>
              </a:defRPr>
            </a:lvl2pPr>
            <a:lvl3pPr algn="l">
              <a:defRPr sz="1800" b="0">
                <a:solidFill>
                  <a:srgbClr val="68EDBE"/>
                </a:solidFill>
                <a:latin typeface="Yu Gothic"/>
                <a:ea typeface="Yu Gothic"/>
                <a:cs typeface="Yu Gothic"/>
              </a:defRPr>
            </a:lvl3pPr>
            <a:lvl4pPr algn="l">
              <a:defRPr sz="1800" b="0">
                <a:solidFill>
                  <a:srgbClr val="68EDBE"/>
                </a:solidFill>
                <a:latin typeface="Yu Gothic"/>
                <a:ea typeface="Yu Gothic"/>
                <a:cs typeface="Yu Gothic"/>
              </a:defRPr>
            </a:lvl4pPr>
            <a:lvl5pPr algn="l">
              <a:defRPr sz="1800" b="0">
                <a:solidFill>
                  <a:srgbClr val="68EDBE"/>
                </a:solidFill>
                <a:latin typeface="Yu Gothic"/>
                <a:ea typeface="Yu Gothic"/>
                <a:cs typeface="Yu Gothic"/>
              </a:defRPr>
            </a:lvl5pPr>
            <a:lvl6pPr algn="l">
              <a:defRPr sz="1800" b="0">
                <a:solidFill>
                  <a:srgbClr val="68EDBE"/>
                </a:solidFill>
                <a:latin typeface="Yu Gothic"/>
                <a:ea typeface="Yu Gothic"/>
                <a:cs typeface="Yu Gothic"/>
              </a:defRPr>
            </a:lvl6pPr>
            <a:lvl7pPr algn="l">
              <a:defRPr sz="1800" b="0">
                <a:solidFill>
                  <a:srgbClr val="68EDBE"/>
                </a:solidFill>
                <a:latin typeface="Yu Gothic"/>
                <a:ea typeface="Yu Gothic"/>
                <a:cs typeface="Yu Gothic"/>
              </a:defRPr>
            </a:lvl7pPr>
            <a:lvl8pPr algn="l">
              <a:defRPr sz="1800" b="0">
                <a:solidFill>
                  <a:srgbClr val="68EDBE"/>
                </a:solidFill>
                <a:latin typeface="Yu Gothic"/>
                <a:ea typeface="Yu Gothic"/>
                <a:cs typeface="Yu Gothic"/>
              </a:defRPr>
            </a:lvl8pPr>
            <a:lvl9pPr algn="l">
              <a:defRPr sz="1800" b="0">
                <a:solidFill>
                  <a:srgbClr val="68EDBE"/>
                </a:solidFill>
                <a:latin typeface="Yu Gothic"/>
                <a:ea typeface="Yu Gothic"/>
                <a:cs typeface="Yu Gothic"/>
              </a:defRPr>
            </a:lvl9pPr>
          </a:lstStyle>
          <a:p xmlns:a="http://schemas.openxmlformats.org/drawingml/2006/main">
            <a:pPr algn="l">
              <a:defRPr sz="1800" b="0">
                <a:solidFill>
                  <a:srgbClr val="68EDBE"/>
                </a:solidFill>
                <a:latin typeface="Yu Gothic"/>
                <a:ea typeface="Yu Gothic"/>
                <a:cs typeface="Yu Gothic"/>
              </a:defRPr>
            </a:pPr>
            <a:r>
              <a:rPr sz="1800" b="0">
                <a:solidFill>
                  <a:srgbClr val="68EDBE"/>
                </a:solidFill>
                <a:latin typeface="Yu Gothic"/>
                <a:ea typeface="Yu Gothic"/>
                <a:cs typeface="Yu Gothic"/>
              </a:rPr>
              <a:t>update がなければ MRO に沿って探す</a:t>
            </a:r>
          </a:p>
        </p:txBody>
      </p:sp>
      <p:sp>
        <p:nvSpPr>
          <p:cNvPr id="3" name="enemy = Enemy(&quot;E01&quot;, (200, 100), speed=80)">
            <a:extLst xmlns:a="http://schemas.openxmlformats.org/drawingml/2006/main">
              <a:ext uri="{FF2B5EF4-FFF2-40B4-BE49-F238E27FC236}">
                <a16:creationId xmlns:a16="http://schemas.microsoft.com/office/drawing/2014/main" id="{2C72F946-16F1-40D2-ABDD-05928649B1F3}"/>
              </a:ext>
            </a:extLst>
          </p:cNvPr>
          <p:cNvSpPr>
            <a:spLocks xmlns:a="http://schemas.openxmlformats.org/drawingml/2006/main" noGrp="1"/>
          </p:cNvSpPr>
          <p:nvPr/>
        </p:nvSpPr>
        <p:spPr>
          <a:xfrm xmlns:a="http://schemas.openxmlformats.org/drawingml/2006/main">
            <a:off x="590550" y="1838325"/>
            <a:ext cx="10953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EDF4FB"/>
                </a:solidFill>
                <a:latin typeface="Consolas"/>
                <a:ea typeface="Consolas"/>
                <a:cs typeface="Consolas"/>
              </a:defRPr>
            </a:defPPr>
            <a:lvl1pPr algn="l">
              <a:defRPr sz="1950" b="0">
                <a:solidFill>
                  <a:srgbClr val="EDF4FB"/>
                </a:solidFill>
                <a:latin typeface="Consolas"/>
                <a:ea typeface="Consolas"/>
                <a:cs typeface="Consolas"/>
              </a:defRPr>
            </a:lvl1pPr>
            <a:lvl2pPr algn="l">
              <a:defRPr sz="1950" b="0">
                <a:solidFill>
                  <a:srgbClr val="EDF4FB"/>
                </a:solidFill>
                <a:latin typeface="Consolas"/>
                <a:ea typeface="Consolas"/>
                <a:cs typeface="Consolas"/>
              </a:defRPr>
            </a:lvl2pPr>
            <a:lvl3pPr algn="l">
              <a:defRPr sz="1950" b="0">
                <a:solidFill>
                  <a:srgbClr val="EDF4FB"/>
                </a:solidFill>
                <a:latin typeface="Consolas"/>
                <a:ea typeface="Consolas"/>
                <a:cs typeface="Consolas"/>
              </a:defRPr>
            </a:lvl3pPr>
            <a:lvl4pPr algn="l">
              <a:defRPr sz="1950" b="0">
                <a:solidFill>
                  <a:srgbClr val="EDF4FB"/>
                </a:solidFill>
                <a:latin typeface="Consolas"/>
                <a:ea typeface="Consolas"/>
                <a:cs typeface="Consolas"/>
              </a:defRPr>
            </a:lvl4pPr>
            <a:lvl5pPr algn="l">
              <a:defRPr sz="1950" b="0">
                <a:solidFill>
                  <a:srgbClr val="EDF4FB"/>
                </a:solidFill>
                <a:latin typeface="Consolas"/>
                <a:ea typeface="Consolas"/>
                <a:cs typeface="Consolas"/>
              </a:defRPr>
            </a:lvl5pPr>
            <a:lvl6pPr algn="l">
              <a:defRPr sz="1950" b="0">
                <a:solidFill>
                  <a:srgbClr val="EDF4FB"/>
                </a:solidFill>
                <a:latin typeface="Consolas"/>
                <a:ea typeface="Consolas"/>
                <a:cs typeface="Consolas"/>
              </a:defRPr>
            </a:lvl6pPr>
            <a:lvl7pPr algn="l">
              <a:defRPr sz="1950" b="0">
                <a:solidFill>
                  <a:srgbClr val="EDF4FB"/>
                </a:solidFill>
                <a:latin typeface="Consolas"/>
                <a:ea typeface="Consolas"/>
                <a:cs typeface="Consolas"/>
              </a:defRPr>
            </a:lvl7pPr>
            <a:lvl8pPr algn="l">
              <a:defRPr sz="1950" b="0">
                <a:solidFill>
                  <a:srgbClr val="EDF4FB"/>
                </a:solidFill>
                <a:latin typeface="Consolas"/>
                <a:ea typeface="Consolas"/>
                <a:cs typeface="Consolas"/>
              </a:defRPr>
            </a:lvl8pPr>
            <a:lvl9pPr algn="l">
              <a:defRPr sz="1950" b="0">
                <a:solidFill>
                  <a:srgbClr val="EDF4FB"/>
                </a:solidFill>
                <a:latin typeface="Consolas"/>
                <a:ea typeface="Consolas"/>
                <a:cs typeface="Consolas"/>
              </a:defRPr>
            </a:lvl9pPr>
          </a:lstStyle>
          <a:p xmlns:a="http://schemas.openxmlformats.org/drawingml/2006/main">
            <a:pPr algn="l">
              <a:defRPr sz="1950" b="0">
                <a:solidFill>
                  <a:srgbClr val="EDF4FB"/>
                </a:solidFill>
                <a:latin typeface="Consolas"/>
                <a:ea typeface="Consolas"/>
                <a:cs typeface="Consolas"/>
              </a:defRPr>
            </a:pPr>
            <a:r>
              <a:rPr sz="1950" b="0">
                <a:solidFill>
                  <a:srgbClr val="EDF4FB"/>
                </a:solidFill>
                <a:latin typeface="Consolas"/>
                <a:ea typeface="Consolas"/>
                <a:cs typeface="Consolas"/>
              </a:rPr>
              <a:t>enemy = Enemy("E01", (200, 100), speed=80)</a:t>
            </a:r>
          </a:p>
        </p:txBody>
      </p:sp>
      <p:sp>
        <p:nvSpPr>
          <p:cNvPr id="4" name="enemy.update(0.25)">
            <a:extLst xmlns:a="http://schemas.openxmlformats.org/drawingml/2006/main">
              <a:ext uri="{FF2B5EF4-FFF2-40B4-BE49-F238E27FC236}">
                <a16:creationId xmlns:a16="http://schemas.microsoft.com/office/drawing/2014/main" id="{48FACFBB-3707-408B-9CD0-FAE93C8A7C87}"/>
              </a:ext>
            </a:extLst>
          </p:cNvPr>
          <p:cNvSpPr>
            <a:spLocks xmlns:a="http://schemas.openxmlformats.org/drawingml/2006/main" noGrp="1"/>
          </p:cNvSpPr>
          <p:nvPr/>
        </p:nvSpPr>
        <p:spPr>
          <a:xfrm xmlns:a="http://schemas.openxmlformats.org/drawingml/2006/main">
            <a:off x="590550" y="2143125"/>
            <a:ext cx="10953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EDF4FB"/>
                </a:solidFill>
                <a:latin typeface="Consolas"/>
                <a:ea typeface="Consolas"/>
                <a:cs typeface="Consolas"/>
              </a:defRPr>
            </a:defPPr>
            <a:lvl1pPr algn="l">
              <a:defRPr sz="1950" b="0">
                <a:solidFill>
                  <a:srgbClr val="EDF4FB"/>
                </a:solidFill>
                <a:latin typeface="Consolas"/>
                <a:ea typeface="Consolas"/>
                <a:cs typeface="Consolas"/>
              </a:defRPr>
            </a:lvl1pPr>
            <a:lvl2pPr algn="l">
              <a:defRPr sz="1950" b="0">
                <a:solidFill>
                  <a:srgbClr val="EDF4FB"/>
                </a:solidFill>
                <a:latin typeface="Consolas"/>
                <a:ea typeface="Consolas"/>
                <a:cs typeface="Consolas"/>
              </a:defRPr>
            </a:lvl2pPr>
            <a:lvl3pPr algn="l">
              <a:defRPr sz="1950" b="0">
                <a:solidFill>
                  <a:srgbClr val="EDF4FB"/>
                </a:solidFill>
                <a:latin typeface="Consolas"/>
                <a:ea typeface="Consolas"/>
                <a:cs typeface="Consolas"/>
              </a:defRPr>
            </a:lvl3pPr>
            <a:lvl4pPr algn="l">
              <a:defRPr sz="1950" b="0">
                <a:solidFill>
                  <a:srgbClr val="EDF4FB"/>
                </a:solidFill>
                <a:latin typeface="Consolas"/>
                <a:ea typeface="Consolas"/>
                <a:cs typeface="Consolas"/>
              </a:defRPr>
            </a:lvl4pPr>
            <a:lvl5pPr algn="l">
              <a:defRPr sz="1950" b="0">
                <a:solidFill>
                  <a:srgbClr val="EDF4FB"/>
                </a:solidFill>
                <a:latin typeface="Consolas"/>
                <a:ea typeface="Consolas"/>
                <a:cs typeface="Consolas"/>
              </a:defRPr>
            </a:lvl5pPr>
            <a:lvl6pPr algn="l">
              <a:defRPr sz="1950" b="0">
                <a:solidFill>
                  <a:srgbClr val="EDF4FB"/>
                </a:solidFill>
                <a:latin typeface="Consolas"/>
                <a:ea typeface="Consolas"/>
                <a:cs typeface="Consolas"/>
              </a:defRPr>
            </a:lvl6pPr>
            <a:lvl7pPr algn="l">
              <a:defRPr sz="1950" b="0">
                <a:solidFill>
                  <a:srgbClr val="EDF4FB"/>
                </a:solidFill>
                <a:latin typeface="Consolas"/>
                <a:ea typeface="Consolas"/>
                <a:cs typeface="Consolas"/>
              </a:defRPr>
            </a:lvl7pPr>
            <a:lvl8pPr algn="l">
              <a:defRPr sz="1950" b="0">
                <a:solidFill>
                  <a:srgbClr val="EDF4FB"/>
                </a:solidFill>
                <a:latin typeface="Consolas"/>
                <a:ea typeface="Consolas"/>
                <a:cs typeface="Consolas"/>
              </a:defRPr>
            </a:lvl8pPr>
            <a:lvl9pPr algn="l">
              <a:defRPr sz="1950" b="0">
                <a:solidFill>
                  <a:srgbClr val="EDF4FB"/>
                </a:solidFill>
                <a:latin typeface="Consolas"/>
                <a:ea typeface="Consolas"/>
                <a:cs typeface="Consolas"/>
              </a:defRPr>
            </a:lvl9pPr>
          </a:lstStyle>
          <a:p xmlns:a="http://schemas.openxmlformats.org/drawingml/2006/main">
            <a:pPr algn="l">
              <a:defRPr sz="1950" b="0">
                <a:solidFill>
                  <a:srgbClr val="EDF4FB"/>
                </a:solidFill>
                <a:latin typeface="Consolas"/>
                <a:ea typeface="Consolas"/>
                <a:cs typeface="Consolas"/>
              </a:defRPr>
            </a:pPr>
            <a:r>
              <a:rPr sz="1950" b="0">
                <a:solidFill>
                  <a:srgbClr val="EDF4FB"/>
                </a:solidFill>
                <a:latin typeface="Consolas"/>
                <a:ea typeface="Consolas"/>
                <a:cs typeface="Consolas"/>
              </a:rPr>
              <a:t>enemy.update(0.25)</a:t>
            </a:r>
          </a:p>
        </p:txBody>
      </p:sp>
      <p:sp>
        <p:nvSpPr>
          <p:cNvPr id="5" name="print(enemy.pos.y)  # 120.0">
            <a:extLst xmlns:a="http://schemas.openxmlformats.org/drawingml/2006/main">
              <a:ext uri="{FF2B5EF4-FFF2-40B4-BE49-F238E27FC236}">
                <a16:creationId xmlns:a16="http://schemas.microsoft.com/office/drawing/2014/main" id="{3A8630D6-07CC-4C69-BDE7-A74BD0811DF1}"/>
              </a:ext>
            </a:extLst>
          </p:cNvPr>
          <p:cNvSpPr>
            <a:spLocks xmlns:a="http://schemas.openxmlformats.org/drawingml/2006/main" noGrp="1"/>
          </p:cNvSpPr>
          <p:nvPr/>
        </p:nvSpPr>
        <p:spPr>
          <a:xfrm xmlns:a="http://schemas.openxmlformats.org/drawingml/2006/main">
            <a:off x="590550" y="2447925"/>
            <a:ext cx="10953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EDF4FB"/>
                </a:solidFill>
                <a:latin typeface="Consolas"/>
                <a:ea typeface="Consolas"/>
                <a:cs typeface="Consolas"/>
              </a:defRPr>
            </a:defPPr>
            <a:lvl1pPr algn="l">
              <a:defRPr sz="1950" b="0">
                <a:solidFill>
                  <a:srgbClr val="EDF4FB"/>
                </a:solidFill>
                <a:latin typeface="Consolas"/>
                <a:ea typeface="Consolas"/>
                <a:cs typeface="Consolas"/>
              </a:defRPr>
            </a:lvl1pPr>
            <a:lvl2pPr algn="l">
              <a:defRPr sz="1950" b="0">
                <a:solidFill>
                  <a:srgbClr val="EDF4FB"/>
                </a:solidFill>
                <a:latin typeface="Consolas"/>
                <a:ea typeface="Consolas"/>
                <a:cs typeface="Consolas"/>
              </a:defRPr>
            </a:lvl2pPr>
            <a:lvl3pPr algn="l">
              <a:defRPr sz="1950" b="0">
                <a:solidFill>
                  <a:srgbClr val="EDF4FB"/>
                </a:solidFill>
                <a:latin typeface="Consolas"/>
                <a:ea typeface="Consolas"/>
                <a:cs typeface="Consolas"/>
              </a:defRPr>
            </a:lvl3pPr>
            <a:lvl4pPr algn="l">
              <a:defRPr sz="1950" b="0">
                <a:solidFill>
                  <a:srgbClr val="EDF4FB"/>
                </a:solidFill>
                <a:latin typeface="Consolas"/>
                <a:ea typeface="Consolas"/>
                <a:cs typeface="Consolas"/>
              </a:defRPr>
            </a:lvl4pPr>
            <a:lvl5pPr algn="l">
              <a:defRPr sz="1950" b="0">
                <a:solidFill>
                  <a:srgbClr val="EDF4FB"/>
                </a:solidFill>
                <a:latin typeface="Consolas"/>
                <a:ea typeface="Consolas"/>
                <a:cs typeface="Consolas"/>
              </a:defRPr>
            </a:lvl5pPr>
            <a:lvl6pPr algn="l">
              <a:defRPr sz="1950" b="0">
                <a:solidFill>
                  <a:srgbClr val="EDF4FB"/>
                </a:solidFill>
                <a:latin typeface="Consolas"/>
                <a:ea typeface="Consolas"/>
                <a:cs typeface="Consolas"/>
              </a:defRPr>
            </a:lvl6pPr>
            <a:lvl7pPr algn="l">
              <a:defRPr sz="1950" b="0">
                <a:solidFill>
                  <a:srgbClr val="EDF4FB"/>
                </a:solidFill>
                <a:latin typeface="Consolas"/>
                <a:ea typeface="Consolas"/>
                <a:cs typeface="Consolas"/>
              </a:defRPr>
            </a:lvl7pPr>
            <a:lvl8pPr algn="l">
              <a:defRPr sz="1950" b="0">
                <a:solidFill>
                  <a:srgbClr val="EDF4FB"/>
                </a:solidFill>
                <a:latin typeface="Consolas"/>
                <a:ea typeface="Consolas"/>
                <a:cs typeface="Consolas"/>
              </a:defRPr>
            </a:lvl8pPr>
            <a:lvl9pPr algn="l">
              <a:defRPr sz="1950" b="0">
                <a:solidFill>
                  <a:srgbClr val="EDF4FB"/>
                </a:solidFill>
                <a:latin typeface="Consolas"/>
                <a:ea typeface="Consolas"/>
                <a:cs typeface="Consolas"/>
              </a:defRPr>
            </a:lvl9pPr>
          </a:lstStyle>
          <a:p xmlns:a="http://schemas.openxmlformats.org/drawingml/2006/main">
            <a:pPr algn="l">
              <a:defRPr sz="1950" b="0">
                <a:solidFill>
                  <a:srgbClr val="EDF4FB"/>
                </a:solidFill>
                <a:latin typeface="Consolas"/>
                <a:ea typeface="Consolas"/>
                <a:cs typeface="Consolas"/>
              </a:defRPr>
            </a:pPr>
            <a:r>
              <a:rPr sz="1950" b="0">
                <a:solidFill>
                  <a:srgbClr val="EDF4FB"/>
                </a:solidFill>
                <a:latin typeface="Consolas"/>
                <a:ea typeface="Consolas"/>
                <a:cs typeface="Consolas"/>
              </a:rPr>
              <a:t>print(enemy.pos.y)  # 120.0</a:t>
            </a:r>
          </a:p>
        </p:txBody>
      </p:sp>
      <p:sp>
        <p:nvSpPr>
          <p:cNvPr id="6" name="print(Enemy.update is Actor.update)  # True">
            <a:extLst xmlns:a="http://schemas.openxmlformats.org/drawingml/2006/main">
              <a:ext uri="{FF2B5EF4-FFF2-40B4-BE49-F238E27FC236}">
                <a16:creationId xmlns:a16="http://schemas.microsoft.com/office/drawing/2014/main" id="{40A0D4A8-C4E6-42A7-ADC3-F08B89A2C358}"/>
              </a:ext>
            </a:extLst>
          </p:cNvPr>
          <p:cNvSpPr>
            <a:spLocks xmlns:a="http://schemas.openxmlformats.org/drawingml/2006/main" noGrp="1"/>
          </p:cNvSpPr>
          <p:nvPr/>
        </p:nvSpPr>
        <p:spPr>
          <a:xfrm xmlns:a="http://schemas.openxmlformats.org/drawingml/2006/main">
            <a:off x="590550" y="2752725"/>
            <a:ext cx="10953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EDF4FB"/>
                </a:solidFill>
                <a:latin typeface="Consolas"/>
                <a:ea typeface="Consolas"/>
                <a:cs typeface="Consolas"/>
              </a:defRPr>
            </a:defPPr>
            <a:lvl1pPr algn="l">
              <a:defRPr sz="1950" b="0">
                <a:solidFill>
                  <a:srgbClr val="EDF4FB"/>
                </a:solidFill>
                <a:latin typeface="Consolas"/>
                <a:ea typeface="Consolas"/>
                <a:cs typeface="Consolas"/>
              </a:defRPr>
            </a:lvl1pPr>
            <a:lvl2pPr algn="l">
              <a:defRPr sz="1950" b="0">
                <a:solidFill>
                  <a:srgbClr val="EDF4FB"/>
                </a:solidFill>
                <a:latin typeface="Consolas"/>
                <a:ea typeface="Consolas"/>
                <a:cs typeface="Consolas"/>
              </a:defRPr>
            </a:lvl2pPr>
            <a:lvl3pPr algn="l">
              <a:defRPr sz="1950" b="0">
                <a:solidFill>
                  <a:srgbClr val="EDF4FB"/>
                </a:solidFill>
                <a:latin typeface="Consolas"/>
                <a:ea typeface="Consolas"/>
                <a:cs typeface="Consolas"/>
              </a:defRPr>
            </a:lvl3pPr>
            <a:lvl4pPr algn="l">
              <a:defRPr sz="1950" b="0">
                <a:solidFill>
                  <a:srgbClr val="EDF4FB"/>
                </a:solidFill>
                <a:latin typeface="Consolas"/>
                <a:ea typeface="Consolas"/>
                <a:cs typeface="Consolas"/>
              </a:defRPr>
            </a:lvl4pPr>
            <a:lvl5pPr algn="l">
              <a:defRPr sz="1950" b="0">
                <a:solidFill>
                  <a:srgbClr val="EDF4FB"/>
                </a:solidFill>
                <a:latin typeface="Consolas"/>
                <a:ea typeface="Consolas"/>
                <a:cs typeface="Consolas"/>
              </a:defRPr>
            </a:lvl5pPr>
            <a:lvl6pPr algn="l">
              <a:defRPr sz="1950" b="0">
                <a:solidFill>
                  <a:srgbClr val="EDF4FB"/>
                </a:solidFill>
                <a:latin typeface="Consolas"/>
                <a:ea typeface="Consolas"/>
                <a:cs typeface="Consolas"/>
              </a:defRPr>
            </a:lvl6pPr>
            <a:lvl7pPr algn="l">
              <a:defRPr sz="1950" b="0">
                <a:solidFill>
                  <a:srgbClr val="EDF4FB"/>
                </a:solidFill>
                <a:latin typeface="Consolas"/>
                <a:ea typeface="Consolas"/>
                <a:cs typeface="Consolas"/>
              </a:defRPr>
            </a:lvl7pPr>
            <a:lvl8pPr algn="l">
              <a:defRPr sz="1950" b="0">
                <a:solidFill>
                  <a:srgbClr val="EDF4FB"/>
                </a:solidFill>
                <a:latin typeface="Consolas"/>
                <a:ea typeface="Consolas"/>
                <a:cs typeface="Consolas"/>
              </a:defRPr>
            </a:lvl8pPr>
            <a:lvl9pPr algn="l">
              <a:defRPr sz="1950" b="0">
                <a:solidFill>
                  <a:srgbClr val="EDF4FB"/>
                </a:solidFill>
                <a:latin typeface="Consolas"/>
                <a:ea typeface="Consolas"/>
                <a:cs typeface="Consolas"/>
              </a:defRPr>
            </a:lvl9pPr>
          </a:lstStyle>
          <a:p xmlns:a="http://schemas.openxmlformats.org/drawingml/2006/main">
            <a:pPr algn="l">
              <a:defRPr sz="1950" b="0">
                <a:solidFill>
                  <a:srgbClr val="EDF4FB"/>
                </a:solidFill>
                <a:latin typeface="Consolas"/>
                <a:ea typeface="Consolas"/>
                <a:cs typeface="Consolas"/>
              </a:defRPr>
            </a:pPr>
            <a:r>
              <a:rPr sz="1950" b="0">
                <a:solidFill>
                  <a:srgbClr val="EDF4FB"/>
                </a:solidFill>
                <a:latin typeface="Consolas"/>
                <a:ea typeface="Consolas"/>
                <a:cs typeface="Consolas"/>
              </a:rPr>
              <a:t>print(Enemy.update is Actor.update)  # True</a:t>
            </a:r>
          </a:p>
        </p:txBody>
      </p:sp>
      <p:sp>
        <p:nvSpPr>
          <p:cNvPr id="7" name="Enemy は update を定義せず、Actor.update が動く。">
            <a:extLst xmlns:a="http://schemas.openxmlformats.org/drawingml/2006/main">
              <a:ext uri="{FF2B5EF4-FFF2-40B4-BE49-F238E27FC236}">
                <a16:creationId xmlns:a16="http://schemas.microsoft.com/office/drawing/2014/main" id="{E08110C6-04E0-41BF-950B-CA314E128E8A}"/>
              </a:ext>
            </a:extLst>
          </p:cNvPr>
          <p:cNvSpPr>
            <a:spLocks xmlns:a="http://schemas.openxmlformats.org/drawingml/2006/main" noGrp="1"/>
          </p:cNvSpPr>
          <p:nvPr/>
        </p:nvSpPr>
        <p:spPr>
          <a:xfrm xmlns:a="http://schemas.openxmlformats.org/drawingml/2006/main">
            <a:off x="590550" y="5524500"/>
            <a:ext cx="523875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68EDBE"/>
                </a:solidFill>
                <a:latin typeface="Yu Gothic"/>
                <a:ea typeface="Yu Gothic"/>
                <a:cs typeface="Yu Gothic"/>
              </a:defRPr>
            </a:defPPr>
            <a:lvl1pPr algn="l">
              <a:defRPr sz="1725" b="0">
                <a:solidFill>
                  <a:srgbClr val="68EDBE"/>
                </a:solidFill>
                <a:latin typeface="Yu Gothic"/>
                <a:ea typeface="Yu Gothic"/>
                <a:cs typeface="Yu Gothic"/>
              </a:defRPr>
            </a:lvl1pPr>
            <a:lvl2pPr algn="l">
              <a:defRPr sz="1725" b="0">
                <a:solidFill>
                  <a:srgbClr val="68EDBE"/>
                </a:solidFill>
                <a:latin typeface="Yu Gothic"/>
                <a:ea typeface="Yu Gothic"/>
                <a:cs typeface="Yu Gothic"/>
              </a:defRPr>
            </a:lvl2pPr>
            <a:lvl3pPr algn="l">
              <a:defRPr sz="1725" b="0">
                <a:solidFill>
                  <a:srgbClr val="68EDBE"/>
                </a:solidFill>
                <a:latin typeface="Yu Gothic"/>
                <a:ea typeface="Yu Gothic"/>
                <a:cs typeface="Yu Gothic"/>
              </a:defRPr>
            </a:lvl3pPr>
            <a:lvl4pPr algn="l">
              <a:defRPr sz="1725" b="0">
                <a:solidFill>
                  <a:srgbClr val="68EDBE"/>
                </a:solidFill>
                <a:latin typeface="Yu Gothic"/>
                <a:ea typeface="Yu Gothic"/>
                <a:cs typeface="Yu Gothic"/>
              </a:defRPr>
            </a:lvl4pPr>
            <a:lvl5pPr algn="l">
              <a:defRPr sz="1725" b="0">
                <a:solidFill>
                  <a:srgbClr val="68EDBE"/>
                </a:solidFill>
                <a:latin typeface="Yu Gothic"/>
                <a:ea typeface="Yu Gothic"/>
                <a:cs typeface="Yu Gothic"/>
              </a:defRPr>
            </a:lvl5pPr>
            <a:lvl6pPr algn="l">
              <a:defRPr sz="1725" b="0">
                <a:solidFill>
                  <a:srgbClr val="68EDBE"/>
                </a:solidFill>
                <a:latin typeface="Yu Gothic"/>
                <a:ea typeface="Yu Gothic"/>
                <a:cs typeface="Yu Gothic"/>
              </a:defRPr>
            </a:lvl6pPr>
            <a:lvl7pPr algn="l">
              <a:defRPr sz="1725" b="0">
                <a:solidFill>
                  <a:srgbClr val="68EDBE"/>
                </a:solidFill>
                <a:latin typeface="Yu Gothic"/>
                <a:ea typeface="Yu Gothic"/>
                <a:cs typeface="Yu Gothic"/>
              </a:defRPr>
            </a:lvl7pPr>
            <a:lvl8pPr algn="l">
              <a:defRPr sz="1725" b="0">
                <a:solidFill>
                  <a:srgbClr val="68EDBE"/>
                </a:solidFill>
                <a:latin typeface="Yu Gothic"/>
                <a:ea typeface="Yu Gothic"/>
                <a:cs typeface="Yu Gothic"/>
              </a:defRPr>
            </a:lvl8pPr>
            <a:lvl9pPr algn="l">
              <a:defRPr sz="1725" b="0">
                <a:solidFill>
                  <a:srgbClr val="68EDBE"/>
                </a:solidFill>
                <a:latin typeface="Yu Gothic"/>
                <a:ea typeface="Yu Gothic"/>
                <a:cs typeface="Yu Gothic"/>
              </a:defRPr>
            </a:lvl9pPr>
          </a:lstStyle>
          <a:p xmlns:a="http://schemas.openxmlformats.org/drawingml/2006/main">
            <a:pPr algn="l">
              <a:defRPr sz="1725" b="0">
                <a:solidFill>
                  <a:srgbClr val="68EDBE"/>
                </a:solidFill>
                <a:latin typeface="Yu Gothic"/>
                <a:ea typeface="Yu Gothic"/>
                <a:cs typeface="Yu Gothic"/>
              </a:defRPr>
            </a:pPr>
            <a:r>
              <a:rPr sz="1725" b="0">
                <a:solidFill>
                  <a:srgbClr val="68EDBE"/>
                </a:solidFill>
                <a:latin typeface="Yu Gothic"/>
                <a:ea typeface="Yu Gothic"/>
                <a:cs typeface="Yu Gothic"/>
              </a:rPr>
              <a:t>Enemy は update を定義せず、Actor.update が動く。</a:t>
            </a:r>
          </a:p>
        </p:txBody>
      </p:sp>
      <p:sp>
        <p:nvSpPr>
          <p:cNvPr id="8" name="y は 100 から 120 に変わる。self は enemy。">
            <a:extLst xmlns:a="http://schemas.openxmlformats.org/drawingml/2006/main">
              <a:ext uri="{FF2B5EF4-FFF2-40B4-BE49-F238E27FC236}">
                <a16:creationId xmlns:a16="http://schemas.microsoft.com/office/drawing/2014/main" id="{E7426AC4-7E44-4768-90E8-F07E4D7A5139}"/>
              </a:ext>
            </a:extLst>
          </p:cNvPr>
          <p:cNvSpPr>
            <a:spLocks xmlns:a="http://schemas.openxmlformats.org/drawingml/2006/main" noGrp="1"/>
          </p:cNvSpPr>
          <p:nvPr/>
        </p:nvSpPr>
        <p:spPr>
          <a:xfrm xmlns:a="http://schemas.openxmlformats.org/drawingml/2006/main">
            <a:off x="6305550" y="5524500"/>
            <a:ext cx="523875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68EDBE"/>
                </a:solidFill>
                <a:latin typeface="Yu Gothic"/>
                <a:ea typeface="Yu Gothic"/>
                <a:cs typeface="Yu Gothic"/>
              </a:defRPr>
            </a:defPPr>
            <a:lvl1pPr algn="l">
              <a:defRPr sz="1725" b="0">
                <a:solidFill>
                  <a:srgbClr val="68EDBE"/>
                </a:solidFill>
                <a:latin typeface="Yu Gothic"/>
                <a:ea typeface="Yu Gothic"/>
                <a:cs typeface="Yu Gothic"/>
              </a:defRPr>
            </a:lvl1pPr>
            <a:lvl2pPr algn="l">
              <a:defRPr sz="1725" b="0">
                <a:solidFill>
                  <a:srgbClr val="68EDBE"/>
                </a:solidFill>
                <a:latin typeface="Yu Gothic"/>
                <a:ea typeface="Yu Gothic"/>
                <a:cs typeface="Yu Gothic"/>
              </a:defRPr>
            </a:lvl2pPr>
            <a:lvl3pPr algn="l">
              <a:defRPr sz="1725" b="0">
                <a:solidFill>
                  <a:srgbClr val="68EDBE"/>
                </a:solidFill>
                <a:latin typeface="Yu Gothic"/>
                <a:ea typeface="Yu Gothic"/>
                <a:cs typeface="Yu Gothic"/>
              </a:defRPr>
            </a:lvl3pPr>
            <a:lvl4pPr algn="l">
              <a:defRPr sz="1725" b="0">
                <a:solidFill>
                  <a:srgbClr val="68EDBE"/>
                </a:solidFill>
                <a:latin typeface="Yu Gothic"/>
                <a:ea typeface="Yu Gothic"/>
                <a:cs typeface="Yu Gothic"/>
              </a:defRPr>
            </a:lvl4pPr>
            <a:lvl5pPr algn="l">
              <a:defRPr sz="1725" b="0">
                <a:solidFill>
                  <a:srgbClr val="68EDBE"/>
                </a:solidFill>
                <a:latin typeface="Yu Gothic"/>
                <a:ea typeface="Yu Gothic"/>
                <a:cs typeface="Yu Gothic"/>
              </a:defRPr>
            </a:lvl5pPr>
            <a:lvl6pPr algn="l">
              <a:defRPr sz="1725" b="0">
                <a:solidFill>
                  <a:srgbClr val="68EDBE"/>
                </a:solidFill>
                <a:latin typeface="Yu Gothic"/>
                <a:ea typeface="Yu Gothic"/>
                <a:cs typeface="Yu Gothic"/>
              </a:defRPr>
            </a:lvl6pPr>
            <a:lvl7pPr algn="l">
              <a:defRPr sz="1725" b="0">
                <a:solidFill>
                  <a:srgbClr val="68EDBE"/>
                </a:solidFill>
                <a:latin typeface="Yu Gothic"/>
                <a:ea typeface="Yu Gothic"/>
                <a:cs typeface="Yu Gothic"/>
              </a:defRPr>
            </a:lvl7pPr>
            <a:lvl8pPr algn="l">
              <a:defRPr sz="1725" b="0">
                <a:solidFill>
                  <a:srgbClr val="68EDBE"/>
                </a:solidFill>
                <a:latin typeface="Yu Gothic"/>
                <a:ea typeface="Yu Gothic"/>
                <a:cs typeface="Yu Gothic"/>
              </a:defRPr>
            </a:lvl8pPr>
            <a:lvl9pPr algn="l">
              <a:defRPr sz="1725" b="0">
                <a:solidFill>
                  <a:srgbClr val="68EDBE"/>
                </a:solidFill>
                <a:latin typeface="Yu Gothic"/>
                <a:ea typeface="Yu Gothic"/>
                <a:cs typeface="Yu Gothic"/>
              </a:defRPr>
            </a:lvl9pPr>
          </a:lstStyle>
          <a:p xmlns:a="http://schemas.openxmlformats.org/drawingml/2006/main">
            <a:pPr algn="l">
              <a:defRPr sz="1725" b="0">
                <a:solidFill>
                  <a:srgbClr val="68EDBE"/>
                </a:solidFill>
                <a:latin typeface="Yu Gothic"/>
                <a:ea typeface="Yu Gothic"/>
                <a:cs typeface="Yu Gothic"/>
              </a:defRPr>
            </a:pPr>
            <a:r>
              <a:rPr sz="1725" b="0">
                <a:solidFill>
                  <a:srgbClr val="68EDBE"/>
                </a:solidFill>
                <a:latin typeface="Yu Gothic"/>
                <a:ea typeface="Yu Gothic"/>
                <a:cs typeface="Yu Gothic"/>
              </a:rPr>
              <a:t>y は 100 から 120 に変わる。self は enemy。</a:t>
            </a:r>
          </a:p>
        </p:txBody>
      </p:sp>
      <p:sp>
        <p:nvSpPr>
          <p:cNvPr id="9" name="actors.py / week7_demo.py">
            <a:extLst xmlns:a="http://schemas.openxmlformats.org/drawingml/2006/main">
              <a:ext uri="{FF2B5EF4-FFF2-40B4-BE49-F238E27FC236}">
                <a16:creationId xmlns:a16="http://schemas.microsoft.com/office/drawing/2014/main" id="{01A68565-2F42-41A8-8A0A-000FBB51582E}"/>
              </a:ext>
            </a:extLst>
          </p:cNvPr>
          <p:cNvSpPr>
            <a:spLocks xmlns:a="http://schemas.openxmlformats.org/drawingml/2006/main" noGrp="1"/>
          </p:cNvSpPr>
          <p:nvPr/>
        </p:nvSpPr>
        <p:spPr>
          <a:xfrm xmlns:a="http://schemas.openxmlformats.org/drawingml/2006/main">
            <a:off x="590550" y="6543675"/>
            <a:ext cx="10287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EDF4FB"/>
                </a:solidFill>
                <a:latin typeface="Consolas"/>
                <a:ea typeface="Consolas"/>
                <a:cs typeface="Consolas"/>
              </a:defRPr>
            </a:defPPr>
            <a:lvl1pPr algn="l">
              <a:defRPr sz="1200" b="0">
                <a:solidFill>
                  <a:srgbClr val="EDF4FB"/>
                </a:solidFill>
                <a:latin typeface="Consolas"/>
                <a:ea typeface="Consolas"/>
                <a:cs typeface="Consolas"/>
              </a:defRPr>
            </a:lvl1pPr>
            <a:lvl2pPr algn="l">
              <a:defRPr sz="1200" b="0">
                <a:solidFill>
                  <a:srgbClr val="EDF4FB"/>
                </a:solidFill>
                <a:latin typeface="Consolas"/>
                <a:ea typeface="Consolas"/>
                <a:cs typeface="Consolas"/>
              </a:defRPr>
            </a:lvl2pPr>
            <a:lvl3pPr algn="l">
              <a:defRPr sz="1200" b="0">
                <a:solidFill>
                  <a:srgbClr val="EDF4FB"/>
                </a:solidFill>
                <a:latin typeface="Consolas"/>
                <a:ea typeface="Consolas"/>
                <a:cs typeface="Consolas"/>
              </a:defRPr>
            </a:lvl3pPr>
            <a:lvl4pPr algn="l">
              <a:defRPr sz="1200" b="0">
                <a:solidFill>
                  <a:srgbClr val="EDF4FB"/>
                </a:solidFill>
                <a:latin typeface="Consolas"/>
                <a:ea typeface="Consolas"/>
                <a:cs typeface="Consolas"/>
              </a:defRPr>
            </a:lvl4pPr>
            <a:lvl5pPr algn="l">
              <a:defRPr sz="1200" b="0">
                <a:solidFill>
                  <a:srgbClr val="EDF4FB"/>
                </a:solidFill>
                <a:latin typeface="Consolas"/>
                <a:ea typeface="Consolas"/>
                <a:cs typeface="Consolas"/>
              </a:defRPr>
            </a:lvl5pPr>
            <a:lvl6pPr algn="l">
              <a:defRPr sz="1200" b="0">
                <a:solidFill>
                  <a:srgbClr val="EDF4FB"/>
                </a:solidFill>
                <a:latin typeface="Consolas"/>
                <a:ea typeface="Consolas"/>
                <a:cs typeface="Consolas"/>
              </a:defRPr>
            </a:lvl6pPr>
            <a:lvl7pPr algn="l">
              <a:defRPr sz="1200" b="0">
                <a:solidFill>
                  <a:srgbClr val="EDF4FB"/>
                </a:solidFill>
                <a:latin typeface="Consolas"/>
                <a:ea typeface="Consolas"/>
                <a:cs typeface="Consolas"/>
              </a:defRPr>
            </a:lvl7pPr>
            <a:lvl8pPr algn="l">
              <a:defRPr sz="1200" b="0">
                <a:solidFill>
                  <a:srgbClr val="EDF4FB"/>
                </a:solidFill>
                <a:latin typeface="Consolas"/>
                <a:ea typeface="Consolas"/>
                <a:cs typeface="Consolas"/>
              </a:defRPr>
            </a:lvl8pPr>
            <a:lvl9pPr algn="l">
              <a:defRPr sz="1200" b="0">
                <a:solidFill>
                  <a:srgbClr val="EDF4FB"/>
                </a:solidFill>
                <a:latin typeface="Consolas"/>
                <a:ea typeface="Consolas"/>
                <a:cs typeface="Consolas"/>
              </a:defRPr>
            </a:lvl9pPr>
          </a:lstStyle>
          <a:p xmlns:a="http://schemas.openxmlformats.org/drawingml/2006/main">
            <a:pPr algn="l">
              <a:defRPr sz="1200" b="0">
                <a:solidFill>
                  <a:srgbClr val="EDF4FB"/>
                </a:solidFill>
                <a:latin typeface="Consolas"/>
                <a:ea typeface="Consolas"/>
                <a:cs typeface="Consolas"/>
              </a:defRPr>
            </a:pPr>
            <a:r>
              <a:rPr sz="1200" b="0">
                <a:solidFill>
                  <a:srgbClr val="EDF4FB"/>
                </a:solidFill>
                <a:latin typeface="Consolas"/>
                <a:ea typeface="Consolas"/>
                <a:cs typeface="Consolas"/>
              </a:rPr>
              <a:t>actors.py / week7_demo.py</a:t>
            </a:r>
          </a:p>
        </p:txBody>
      </p:sp>
      <p:sp>
        <p:nvSpPr>
          <p:cNvPr id="10" name="06">
            <a:extLst xmlns:a="http://schemas.openxmlformats.org/drawingml/2006/main">
              <a:ext uri="{FF2B5EF4-FFF2-40B4-BE49-F238E27FC236}">
                <a16:creationId xmlns:a16="http://schemas.microsoft.com/office/drawing/2014/main" id="{A5752F11-0A6A-494E-9ACD-7BB105998A54}"/>
              </a:ext>
            </a:extLst>
          </p:cNvPr>
          <p:cNvSpPr>
            <a:spLocks xmlns:a="http://schemas.openxmlformats.org/drawingml/2006/main" noGrp="1"/>
          </p:cNvSpPr>
          <p:nvPr/>
        </p:nvSpPr>
        <p:spPr>
          <a:xfrm xmlns:a="http://schemas.openxmlformats.org/drawingml/2006/main">
            <a:off x="11163300" y="6543675"/>
            <a:ext cx="4572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EDF4FB"/>
                </a:solidFill>
                <a:latin typeface="Yu Gothic"/>
                <a:ea typeface="Yu Gothic"/>
                <a:cs typeface="Yu Gothic"/>
              </a:defRPr>
            </a:defPPr>
            <a:lvl1pPr algn="l">
              <a:defRPr sz="1200" b="0">
                <a:solidFill>
                  <a:srgbClr val="EDF4FB"/>
                </a:solidFill>
                <a:latin typeface="Yu Gothic"/>
                <a:ea typeface="Yu Gothic"/>
                <a:cs typeface="Yu Gothic"/>
              </a:defRPr>
            </a:lvl1pPr>
            <a:lvl2pPr algn="l">
              <a:defRPr sz="1200" b="0">
                <a:solidFill>
                  <a:srgbClr val="EDF4FB"/>
                </a:solidFill>
                <a:latin typeface="Yu Gothic"/>
                <a:ea typeface="Yu Gothic"/>
                <a:cs typeface="Yu Gothic"/>
              </a:defRPr>
            </a:lvl2pPr>
            <a:lvl3pPr algn="l">
              <a:defRPr sz="1200" b="0">
                <a:solidFill>
                  <a:srgbClr val="EDF4FB"/>
                </a:solidFill>
                <a:latin typeface="Yu Gothic"/>
                <a:ea typeface="Yu Gothic"/>
                <a:cs typeface="Yu Gothic"/>
              </a:defRPr>
            </a:lvl3pPr>
            <a:lvl4pPr algn="l">
              <a:defRPr sz="1200" b="0">
                <a:solidFill>
                  <a:srgbClr val="EDF4FB"/>
                </a:solidFill>
                <a:latin typeface="Yu Gothic"/>
                <a:ea typeface="Yu Gothic"/>
                <a:cs typeface="Yu Gothic"/>
              </a:defRPr>
            </a:lvl4pPr>
            <a:lvl5pPr algn="l">
              <a:defRPr sz="1200" b="0">
                <a:solidFill>
                  <a:srgbClr val="EDF4FB"/>
                </a:solidFill>
                <a:latin typeface="Yu Gothic"/>
                <a:ea typeface="Yu Gothic"/>
                <a:cs typeface="Yu Gothic"/>
              </a:defRPr>
            </a:lvl5pPr>
            <a:lvl6pPr algn="l">
              <a:defRPr sz="1200" b="0">
                <a:solidFill>
                  <a:srgbClr val="EDF4FB"/>
                </a:solidFill>
                <a:latin typeface="Yu Gothic"/>
                <a:ea typeface="Yu Gothic"/>
                <a:cs typeface="Yu Gothic"/>
              </a:defRPr>
            </a:lvl6pPr>
            <a:lvl7pPr algn="l">
              <a:defRPr sz="1200" b="0">
                <a:solidFill>
                  <a:srgbClr val="EDF4FB"/>
                </a:solidFill>
                <a:latin typeface="Yu Gothic"/>
                <a:ea typeface="Yu Gothic"/>
                <a:cs typeface="Yu Gothic"/>
              </a:defRPr>
            </a:lvl7pPr>
            <a:lvl8pPr algn="l">
              <a:defRPr sz="1200" b="0">
                <a:solidFill>
                  <a:srgbClr val="EDF4FB"/>
                </a:solidFill>
                <a:latin typeface="Yu Gothic"/>
                <a:ea typeface="Yu Gothic"/>
                <a:cs typeface="Yu Gothic"/>
              </a:defRPr>
            </a:lvl8pPr>
            <a:lvl9pPr algn="l">
              <a:defRPr sz="1200" b="0">
                <a:solidFill>
                  <a:srgbClr val="EDF4FB"/>
                </a:solidFill>
                <a:latin typeface="Yu Gothic"/>
                <a:ea typeface="Yu Gothic"/>
                <a:cs typeface="Yu Gothic"/>
              </a:defRPr>
            </a:lvl9pPr>
          </a:lstStyle>
          <a:p xmlns:a="http://schemas.openxmlformats.org/drawingml/2006/main">
            <a:pPr algn="l">
              <a:defRPr sz="1200" b="0">
                <a:solidFill>
                  <a:srgbClr val="EDF4FB"/>
                </a:solidFill>
                <a:latin typeface="Yu Gothic"/>
                <a:ea typeface="Yu Gothic"/>
                <a:cs typeface="Yu Gothic"/>
              </a:defRPr>
            </a:pPr>
            <a:r>
              <a:rPr sz="1200" b="0">
                <a:solidFill>
                  <a:srgbClr val="EDF4FB"/>
                </a:solidFill>
                <a:latin typeface="Yu Gothic"/>
                <a:ea typeface="Yu Gothic"/>
                <a:cs typeface="Yu Gothic"/>
              </a:rPr>
              <a:t>06</a:t>
            </a:r>
          </a:p>
        </p:txBody>
      </p:sp>
    </p:spTree>
    <p:extLst>
      <p:ext uri="{BB962C8B-B14F-4D97-AF65-F5344CB8AC3E}">
        <p14:creationId xmlns:p14="http://schemas.microsoft.com/office/powerpoint/2010/main" val="1504170898"/>
      </p:ext>
    </p:extLst>
  </p:cSld>
</p:sld>
</file>

<file path=ppt/slides/slide7.xml><?xml version="1.0" encoding="utf-8"?>
<p:sld xmlns:p="http://schemas.openxmlformats.org/presentationml/2006/main">
  <p:cSld>
    <p:bg>
      <p:bgPr>
        <a:solidFill xmlns:a="http://schemas.openxmlformats.org/drawingml/2006/main">
          <a:srgbClr val="0B1422"/>
        </a:solidFill>
      </p:bgPr>
    </p:bg>
    <p:spTree>
      <p:nvGrpSpPr>
        <p:cNvPr id="1" name=""/>
        <p:cNvGrpSpPr/>
        <p:nvPr/>
      </p:nvGrpSpPr>
      <p:grpSpPr>
        <a:xfrm xmlns:a="http://schemas.openxmlformats.org/drawingml/2006/main"/>
      </p:grpSpPr>
      <p:sp>
        <p:nvSpPr>
          <p:cNvPr id="14" name="共通属性の初期化">
            <a:extLst xmlns:a="http://schemas.openxmlformats.org/drawingml/2006/main">
              <a:ext uri="{FF2B5EF4-FFF2-40B4-BE49-F238E27FC236}">
                <a16:creationId xmlns:a16="http://schemas.microsoft.com/office/drawing/2014/main" id="{144B5DDE-46CE-4324-AA2A-4FBA8BE1C6F2}"/>
              </a:ext>
            </a:extLst>
          </p:cNvPr>
          <p:cNvSpPr>
            <a:spLocks xmlns:a="http://schemas.openxmlformats.org/drawingml/2006/main" noGrp="1"/>
          </p:cNvSpPr>
          <p:nvPr/>
        </p:nvSpPr>
        <p:spPr>
          <a:xfrm xmlns:a="http://schemas.openxmlformats.org/drawingml/2006/main">
            <a:off x="561975" y="400050"/>
            <a:ext cx="110490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EDF4FB"/>
                </a:solidFill>
                <a:latin typeface="Yu Gothic"/>
                <a:ea typeface="Yu Gothic"/>
                <a:cs typeface="Yu Gothic"/>
              </a:defRPr>
            </a:defPPr>
            <a:lvl1pPr algn="l">
              <a:defRPr sz="3300" b="1">
                <a:solidFill>
                  <a:srgbClr val="EDF4FB"/>
                </a:solidFill>
                <a:latin typeface="Yu Gothic"/>
                <a:ea typeface="Yu Gothic"/>
                <a:cs typeface="Yu Gothic"/>
              </a:defRPr>
            </a:lvl1pPr>
            <a:lvl2pPr algn="l">
              <a:defRPr sz="3300" b="1">
                <a:solidFill>
                  <a:srgbClr val="EDF4FB"/>
                </a:solidFill>
                <a:latin typeface="Yu Gothic"/>
                <a:ea typeface="Yu Gothic"/>
                <a:cs typeface="Yu Gothic"/>
              </a:defRPr>
            </a:lvl2pPr>
            <a:lvl3pPr algn="l">
              <a:defRPr sz="3300" b="1">
                <a:solidFill>
                  <a:srgbClr val="EDF4FB"/>
                </a:solidFill>
                <a:latin typeface="Yu Gothic"/>
                <a:ea typeface="Yu Gothic"/>
                <a:cs typeface="Yu Gothic"/>
              </a:defRPr>
            </a:lvl3pPr>
            <a:lvl4pPr algn="l">
              <a:defRPr sz="3300" b="1">
                <a:solidFill>
                  <a:srgbClr val="EDF4FB"/>
                </a:solidFill>
                <a:latin typeface="Yu Gothic"/>
                <a:ea typeface="Yu Gothic"/>
                <a:cs typeface="Yu Gothic"/>
              </a:defRPr>
            </a:lvl4pPr>
            <a:lvl5pPr algn="l">
              <a:defRPr sz="3300" b="1">
                <a:solidFill>
                  <a:srgbClr val="EDF4FB"/>
                </a:solidFill>
                <a:latin typeface="Yu Gothic"/>
                <a:ea typeface="Yu Gothic"/>
                <a:cs typeface="Yu Gothic"/>
              </a:defRPr>
            </a:lvl5pPr>
            <a:lvl6pPr algn="l">
              <a:defRPr sz="3300" b="1">
                <a:solidFill>
                  <a:srgbClr val="EDF4FB"/>
                </a:solidFill>
                <a:latin typeface="Yu Gothic"/>
                <a:ea typeface="Yu Gothic"/>
                <a:cs typeface="Yu Gothic"/>
              </a:defRPr>
            </a:lvl6pPr>
            <a:lvl7pPr algn="l">
              <a:defRPr sz="3300" b="1">
                <a:solidFill>
                  <a:srgbClr val="EDF4FB"/>
                </a:solidFill>
                <a:latin typeface="Yu Gothic"/>
                <a:ea typeface="Yu Gothic"/>
                <a:cs typeface="Yu Gothic"/>
              </a:defRPr>
            </a:lvl7pPr>
            <a:lvl8pPr algn="l">
              <a:defRPr sz="3300" b="1">
                <a:solidFill>
                  <a:srgbClr val="EDF4FB"/>
                </a:solidFill>
                <a:latin typeface="Yu Gothic"/>
                <a:ea typeface="Yu Gothic"/>
                <a:cs typeface="Yu Gothic"/>
              </a:defRPr>
            </a:lvl8pPr>
            <a:lvl9pPr algn="l">
              <a:defRPr sz="3300" b="1">
                <a:solidFill>
                  <a:srgbClr val="EDF4FB"/>
                </a:solidFill>
                <a:latin typeface="Yu Gothic"/>
                <a:ea typeface="Yu Gothic"/>
                <a:cs typeface="Yu Gothic"/>
              </a:defRPr>
            </a:lvl9pPr>
          </a:lstStyle>
          <a:p xmlns:a="http://schemas.openxmlformats.org/drawingml/2006/main">
            <a:pPr algn="l">
              <a:defRPr sz="3300" b="1">
                <a:solidFill>
                  <a:srgbClr val="EDF4FB"/>
                </a:solidFill>
                <a:latin typeface="Yu Gothic"/>
                <a:ea typeface="Yu Gothic"/>
                <a:cs typeface="Yu Gothic"/>
              </a:defRPr>
            </a:pPr>
            <a:r>
              <a:rPr sz="3300" b="1">
                <a:solidFill>
                  <a:srgbClr val="EDF4FB"/>
                </a:solidFill>
                <a:latin typeface="Yu Gothic"/>
                <a:ea typeface="Yu Gothic"/>
                <a:cs typeface="Yu Gothic"/>
              </a:rPr>
              <a:t>共通属性の初期化</a:t>
            </a:r>
          </a:p>
        </p:txBody>
      </p:sp>
      <p:sp>
        <p:nvSpPr>
          <p:cNvPr id="2" name="Actor.__init__ の抜粋">
            <a:extLst xmlns:a="http://schemas.openxmlformats.org/drawingml/2006/main">
              <a:ext uri="{FF2B5EF4-FFF2-40B4-BE49-F238E27FC236}">
                <a16:creationId xmlns:a16="http://schemas.microsoft.com/office/drawing/2014/main" id="{9D6F5CFA-7B52-4032-9A89-17F3A1B7351A}"/>
              </a:ext>
            </a:extLst>
          </p:cNvPr>
          <p:cNvSpPr>
            <a:spLocks xmlns:a="http://schemas.openxmlformats.org/drawingml/2006/main" noGrp="1"/>
          </p:cNvSpPr>
          <p:nvPr/>
        </p:nvSpPr>
        <p:spPr>
          <a:xfrm xmlns:a="http://schemas.openxmlformats.org/drawingml/2006/main">
            <a:off x="581025" y="1123950"/>
            <a:ext cx="1100137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68EDBE"/>
                </a:solidFill>
                <a:latin typeface="Yu Gothic"/>
                <a:ea typeface="Yu Gothic"/>
                <a:cs typeface="Yu Gothic"/>
              </a:defRPr>
            </a:defPPr>
            <a:lvl1pPr algn="l">
              <a:defRPr sz="1800" b="0">
                <a:solidFill>
                  <a:srgbClr val="68EDBE"/>
                </a:solidFill>
                <a:latin typeface="Yu Gothic"/>
                <a:ea typeface="Yu Gothic"/>
                <a:cs typeface="Yu Gothic"/>
              </a:defRPr>
            </a:lvl1pPr>
            <a:lvl2pPr algn="l">
              <a:defRPr sz="1800" b="0">
                <a:solidFill>
                  <a:srgbClr val="68EDBE"/>
                </a:solidFill>
                <a:latin typeface="Yu Gothic"/>
                <a:ea typeface="Yu Gothic"/>
                <a:cs typeface="Yu Gothic"/>
              </a:defRPr>
            </a:lvl2pPr>
            <a:lvl3pPr algn="l">
              <a:defRPr sz="1800" b="0">
                <a:solidFill>
                  <a:srgbClr val="68EDBE"/>
                </a:solidFill>
                <a:latin typeface="Yu Gothic"/>
                <a:ea typeface="Yu Gothic"/>
                <a:cs typeface="Yu Gothic"/>
              </a:defRPr>
            </a:lvl3pPr>
            <a:lvl4pPr algn="l">
              <a:defRPr sz="1800" b="0">
                <a:solidFill>
                  <a:srgbClr val="68EDBE"/>
                </a:solidFill>
                <a:latin typeface="Yu Gothic"/>
                <a:ea typeface="Yu Gothic"/>
                <a:cs typeface="Yu Gothic"/>
              </a:defRPr>
            </a:lvl4pPr>
            <a:lvl5pPr algn="l">
              <a:defRPr sz="1800" b="0">
                <a:solidFill>
                  <a:srgbClr val="68EDBE"/>
                </a:solidFill>
                <a:latin typeface="Yu Gothic"/>
                <a:ea typeface="Yu Gothic"/>
                <a:cs typeface="Yu Gothic"/>
              </a:defRPr>
            </a:lvl5pPr>
            <a:lvl6pPr algn="l">
              <a:defRPr sz="1800" b="0">
                <a:solidFill>
                  <a:srgbClr val="68EDBE"/>
                </a:solidFill>
                <a:latin typeface="Yu Gothic"/>
                <a:ea typeface="Yu Gothic"/>
                <a:cs typeface="Yu Gothic"/>
              </a:defRPr>
            </a:lvl6pPr>
            <a:lvl7pPr algn="l">
              <a:defRPr sz="1800" b="0">
                <a:solidFill>
                  <a:srgbClr val="68EDBE"/>
                </a:solidFill>
                <a:latin typeface="Yu Gothic"/>
                <a:ea typeface="Yu Gothic"/>
                <a:cs typeface="Yu Gothic"/>
              </a:defRPr>
            </a:lvl7pPr>
            <a:lvl8pPr algn="l">
              <a:defRPr sz="1800" b="0">
                <a:solidFill>
                  <a:srgbClr val="68EDBE"/>
                </a:solidFill>
                <a:latin typeface="Yu Gothic"/>
                <a:ea typeface="Yu Gothic"/>
                <a:cs typeface="Yu Gothic"/>
              </a:defRPr>
            </a:lvl8pPr>
            <a:lvl9pPr algn="l">
              <a:defRPr sz="1800" b="0">
                <a:solidFill>
                  <a:srgbClr val="68EDBE"/>
                </a:solidFill>
                <a:latin typeface="Yu Gothic"/>
                <a:ea typeface="Yu Gothic"/>
                <a:cs typeface="Yu Gothic"/>
              </a:defRPr>
            </a:lvl9pPr>
          </a:lstStyle>
          <a:p xmlns:a="http://schemas.openxmlformats.org/drawingml/2006/main">
            <a:pPr algn="l">
              <a:defRPr sz="1800" b="0">
                <a:solidFill>
                  <a:srgbClr val="68EDBE"/>
                </a:solidFill>
                <a:latin typeface="Yu Gothic"/>
                <a:ea typeface="Yu Gothic"/>
                <a:cs typeface="Yu Gothic"/>
              </a:defRPr>
            </a:pPr>
            <a:r>
              <a:rPr sz="1800" b="0">
                <a:solidFill>
                  <a:srgbClr val="68EDBE"/>
                </a:solidFill>
                <a:latin typeface="Yu Gothic"/>
                <a:ea typeface="Yu Gothic"/>
                <a:cs typeface="Yu Gothic"/>
              </a:rPr>
              <a:t>Actor.__init__ の抜粋</a:t>
            </a:r>
          </a:p>
        </p:txBody>
      </p:sp>
      <p:sp>
        <p:nvSpPr>
          <p:cNvPr id="3" name="def __init__(self, name, position, size):">
            <a:extLst xmlns:a="http://schemas.openxmlformats.org/drawingml/2006/main">
              <a:ext uri="{FF2B5EF4-FFF2-40B4-BE49-F238E27FC236}">
                <a16:creationId xmlns:a16="http://schemas.microsoft.com/office/drawing/2014/main" id="{72A3CCD3-8FC7-43A2-A7A9-215D1B409B08}"/>
              </a:ext>
            </a:extLst>
          </p:cNvPr>
          <p:cNvSpPr>
            <a:spLocks xmlns:a="http://schemas.openxmlformats.org/drawingml/2006/main" noGrp="1"/>
          </p:cNvSpPr>
          <p:nvPr/>
        </p:nvSpPr>
        <p:spPr>
          <a:xfrm xmlns:a="http://schemas.openxmlformats.org/drawingml/2006/main">
            <a:off x="590550" y="1838325"/>
            <a:ext cx="10953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EDF4FB"/>
                </a:solidFill>
                <a:latin typeface="Consolas"/>
                <a:ea typeface="Consolas"/>
                <a:cs typeface="Consolas"/>
              </a:defRPr>
            </a:defPPr>
            <a:lvl1pPr algn="l">
              <a:defRPr sz="1950" b="0">
                <a:solidFill>
                  <a:srgbClr val="EDF4FB"/>
                </a:solidFill>
                <a:latin typeface="Consolas"/>
                <a:ea typeface="Consolas"/>
                <a:cs typeface="Consolas"/>
              </a:defRPr>
            </a:lvl1pPr>
            <a:lvl2pPr algn="l">
              <a:defRPr sz="1950" b="0">
                <a:solidFill>
                  <a:srgbClr val="EDF4FB"/>
                </a:solidFill>
                <a:latin typeface="Consolas"/>
                <a:ea typeface="Consolas"/>
                <a:cs typeface="Consolas"/>
              </a:defRPr>
            </a:lvl2pPr>
            <a:lvl3pPr algn="l">
              <a:defRPr sz="1950" b="0">
                <a:solidFill>
                  <a:srgbClr val="EDF4FB"/>
                </a:solidFill>
                <a:latin typeface="Consolas"/>
                <a:ea typeface="Consolas"/>
                <a:cs typeface="Consolas"/>
              </a:defRPr>
            </a:lvl3pPr>
            <a:lvl4pPr algn="l">
              <a:defRPr sz="1950" b="0">
                <a:solidFill>
                  <a:srgbClr val="EDF4FB"/>
                </a:solidFill>
                <a:latin typeface="Consolas"/>
                <a:ea typeface="Consolas"/>
                <a:cs typeface="Consolas"/>
              </a:defRPr>
            </a:lvl4pPr>
            <a:lvl5pPr algn="l">
              <a:defRPr sz="1950" b="0">
                <a:solidFill>
                  <a:srgbClr val="EDF4FB"/>
                </a:solidFill>
                <a:latin typeface="Consolas"/>
                <a:ea typeface="Consolas"/>
                <a:cs typeface="Consolas"/>
              </a:defRPr>
            </a:lvl5pPr>
            <a:lvl6pPr algn="l">
              <a:defRPr sz="1950" b="0">
                <a:solidFill>
                  <a:srgbClr val="EDF4FB"/>
                </a:solidFill>
                <a:latin typeface="Consolas"/>
                <a:ea typeface="Consolas"/>
                <a:cs typeface="Consolas"/>
              </a:defRPr>
            </a:lvl6pPr>
            <a:lvl7pPr algn="l">
              <a:defRPr sz="1950" b="0">
                <a:solidFill>
                  <a:srgbClr val="EDF4FB"/>
                </a:solidFill>
                <a:latin typeface="Consolas"/>
                <a:ea typeface="Consolas"/>
                <a:cs typeface="Consolas"/>
              </a:defRPr>
            </a:lvl7pPr>
            <a:lvl8pPr algn="l">
              <a:defRPr sz="1950" b="0">
                <a:solidFill>
                  <a:srgbClr val="EDF4FB"/>
                </a:solidFill>
                <a:latin typeface="Consolas"/>
                <a:ea typeface="Consolas"/>
                <a:cs typeface="Consolas"/>
              </a:defRPr>
            </a:lvl8pPr>
            <a:lvl9pPr algn="l">
              <a:defRPr sz="1950" b="0">
                <a:solidFill>
                  <a:srgbClr val="EDF4FB"/>
                </a:solidFill>
                <a:latin typeface="Consolas"/>
                <a:ea typeface="Consolas"/>
                <a:cs typeface="Consolas"/>
              </a:defRPr>
            </a:lvl9pPr>
          </a:lstStyle>
          <a:p xmlns:a="http://schemas.openxmlformats.org/drawingml/2006/main">
            <a:pPr algn="l">
              <a:defRPr sz="1950" b="0">
                <a:solidFill>
                  <a:srgbClr val="EDF4FB"/>
                </a:solidFill>
                <a:latin typeface="Consolas"/>
                <a:ea typeface="Consolas"/>
                <a:cs typeface="Consolas"/>
              </a:defRPr>
            </a:pPr>
            <a:r>
              <a:rPr sz="1950" b="0">
                <a:solidFill>
                  <a:srgbClr val="EDF4FB"/>
                </a:solidFill>
                <a:latin typeface="Consolas"/>
                <a:ea typeface="Consolas"/>
                <a:cs typeface="Consolas"/>
              </a:rPr>
              <a:t>def __init__(self, name, position, size):</a:t>
            </a:r>
          </a:p>
        </p:txBody>
      </p:sp>
      <p:sp>
        <p:nvSpPr>
          <p:cNvPr id="4" name="    super().__init__()">
            <a:extLst xmlns:a="http://schemas.openxmlformats.org/drawingml/2006/main">
              <a:ext uri="{FF2B5EF4-FFF2-40B4-BE49-F238E27FC236}">
                <a16:creationId xmlns:a16="http://schemas.microsoft.com/office/drawing/2014/main" id="{2BE9FA0C-17F2-40D2-957B-064FED5A7F61}"/>
              </a:ext>
            </a:extLst>
          </p:cNvPr>
          <p:cNvSpPr>
            <a:spLocks xmlns:a="http://schemas.openxmlformats.org/drawingml/2006/main" noGrp="1"/>
          </p:cNvSpPr>
          <p:nvPr/>
        </p:nvSpPr>
        <p:spPr>
          <a:xfrm xmlns:a="http://schemas.openxmlformats.org/drawingml/2006/main">
            <a:off x="590550" y="2143125"/>
            <a:ext cx="10953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EDF4FB"/>
                </a:solidFill>
                <a:latin typeface="Consolas"/>
                <a:ea typeface="Consolas"/>
                <a:cs typeface="Consolas"/>
              </a:defRPr>
            </a:defPPr>
            <a:lvl1pPr algn="l">
              <a:defRPr sz="1950" b="0">
                <a:solidFill>
                  <a:srgbClr val="EDF4FB"/>
                </a:solidFill>
                <a:latin typeface="Consolas"/>
                <a:ea typeface="Consolas"/>
                <a:cs typeface="Consolas"/>
              </a:defRPr>
            </a:lvl1pPr>
            <a:lvl2pPr algn="l">
              <a:defRPr sz="1950" b="0">
                <a:solidFill>
                  <a:srgbClr val="EDF4FB"/>
                </a:solidFill>
                <a:latin typeface="Consolas"/>
                <a:ea typeface="Consolas"/>
                <a:cs typeface="Consolas"/>
              </a:defRPr>
            </a:lvl2pPr>
            <a:lvl3pPr algn="l">
              <a:defRPr sz="1950" b="0">
                <a:solidFill>
                  <a:srgbClr val="EDF4FB"/>
                </a:solidFill>
                <a:latin typeface="Consolas"/>
                <a:ea typeface="Consolas"/>
                <a:cs typeface="Consolas"/>
              </a:defRPr>
            </a:lvl3pPr>
            <a:lvl4pPr algn="l">
              <a:defRPr sz="1950" b="0">
                <a:solidFill>
                  <a:srgbClr val="EDF4FB"/>
                </a:solidFill>
                <a:latin typeface="Consolas"/>
                <a:ea typeface="Consolas"/>
                <a:cs typeface="Consolas"/>
              </a:defRPr>
            </a:lvl4pPr>
            <a:lvl5pPr algn="l">
              <a:defRPr sz="1950" b="0">
                <a:solidFill>
                  <a:srgbClr val="EDF4FB"/>
                </a:solidFill>
                <a:latin typeface="Consolas"/>
                <a:ea typeface="Consolas"/>
                <a:cs typeface="Consolas"/>
              </a:defRPr>
            </a:lvl5pPr>
            <a:lvl6pPr algn="l">
              <a:defRPr sz="1950" b="0">
                <a:solidFill>
                  <a:srgbClr val="EDF4FB"/>
                </a:solidFill>
                <a:latin typeface="Consolas"/>
                <a:ea typeface="Consolas"/>
                <a:cs typeface="Consolas"/>
              </a:defRPr>
            </a:lvl6pPr>
            <a:lvl7pPr algn="l">
              <a:defRPr sz="1950" b="0">
                <a:solidFill>
                  <a:srgbClr val="EDF4FB"/>
                </a:solidFill>
                <a:latin typeface="Consolas"/>
                <a:ea typeface="Consolas"/>
                <a:cs typeface="Consolas"/>
              </a:defRPr>
            </a:lvl7pPr>
            <a:lvl8pPr algn="l">
              <a:defRPr sz="1950" b="0">
                <a:solidFill>
                  <a:srgbClr val="EDF4FB"/>
                </a:solidFill>
                <a:latin typeface="Consolas"/>
                <a:ea typeface="Consolas"/>
                <a:cs typeface="Consolas"/>
              </a:defRPr>
            </a:lvl8pPr>
            <a:lvl9pPr algn="l">
              <a:defRPr sz="1950" b="0">
                <a:solidFill>
                  <a:srgbClr val="EDF4FB"/>
                </a:solidFill>
                <a:latin typeface="Consolas"/>
                <a:ea typeface="Consolas"/>
                <a:cs typeface="Consolas"/>
              </a:defRPr>
            </a:lvl9pPr>
          </a:lstStyle>
          <a:p xmlns:a="http://schemas.openxmlformats.org/drawingml/2006/main">
            <a:pPr algn="l">
              <a:defRPr sz="1950" b="0">
                <a:solidFill>
                  <a:srgbClr val="EDF4FB"/>
                </a:solidFill>
                <a:latin typeface="Consolas"/>
                <a:ea typeface="Consolas"/>
                <a:cs typeface="Consolas"/>
              </a:defRPr>
            </a:pPr>
            <a:r>
              <a:rPr sz="1950" b="0">
                <a:solidFill>
                  <a:srgbClr val="EDF4FB"/>
                </a:solidFill>
                <a:latin typeface="Consolas"/>
                <a:ea typeface="Consolas"/>
                <a:cs typeface="Consolas"/>
              </a:rPr>
              <a:t>    super().__init__()</a:t>
            </a:r>
          </a:p>
        </p:txBody>
      </p:sp>
      <p:sp>
        <p:nvSpPr>
          <p:cNvPr id="5" name="    self.name = name">
            <a:extLst xmlns:a="http://schemas.openxmlformats.org/drawingml/2006/main">
              <a:ext uri="{FF2B5EF4-FFF2-40B4-BE49-F238E27FC236}">
                <a16:creationId xmlns:a16="http://schemas.microsoft.com/office/drawing/2014/main" id="{B2D98104-1233-4F96-870D-636ADB9B904E}"/>
              </a:ext>
            </a:extLst>
          </p:cNvPr>
          <p:cNvSpPr>
            <a:spLocks xmlns:a="http://schemas.openxmlformats.org/drawingml/2006/main" noGrp="1"/>
          </p:cNvSpPr>
          <p:nvPr/>
        </p:nvSpPr>
        <p:spPr>
          <a:xfrm xmlns:a="http://schemas.openxmlformats.org/drawingml/2006/main">
            <a:off x="590550" y="2447925"/>
            <a:ext cx="10953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EDF4FB"/>
                </a:solidFill>
                <a:latin typeface="Consolas"/>
                <a:ea typeface="Consolas"/>
                <a:cs typeface="Consolas"/>
              </a:defRPr>
            </a:defPPr>
            <a:lvl1pPr algn="l">
              <a:defRPr sz="1950" b="0">
                <a:solidFill>
                  <a:srgbClr val="EDF4FB"/>
                </a:solidFill>
                <a:latin typeface="Consolas"/>
                <a:ea typeface="Consolas"/>
                <a:cs typeface="Consolas"/>
              </a:defRPr>
            </a:lvl1pPr>
            <a:lvl2pPr algn="l">
              <a:defRPr sz="1950" b="0">
                <a:solidFill>
                  <a:srgbClr val="EDF4FB"/>
                </a:solidFill>
                <a:latin typeface="Consolas"/>
                <a:ea typeface="Consolas"/>
                <a:cs typeface="Consolas"/>
              </a:defRPr>
            </a:lvl2pPr>
            <a:lvl3pPr algn="l">
              <a:defRPr sz="1950" b="0">
                <a:solidFill>
                  <a:srgbClr val="EDF4FB"/>
                </a:solidFill>
                <a:latin typeface="Consolas"/>
                <a:ea typeface="Consolas"/>
                <a:cs typeface="Consolas"/>
              </a:defRPr>
            </a:lvl3pPr>
            <a:lvl4pPr algn="l">
              <a:defRPr sz="1950" b="0">
                <a:solidFill>
                  <a:srgbClr val="EDF4FB"/>
                </a:solidFill>
                <a:latin typeface="Consolas"/>
                <a:ea typeface="Consolas"/>
                <a:cs typeface="Consolas"/>
              </a:defRPr>
            </a:lvl4pPr>
            <a:lvl5pPr algn="l">
              <a:defRPr sz="1950" b="0">
                <a:solidFill>
                  <a:srgbClr val="EDF4FB"/>
                </a:solidFill>
                <a:latin typeface="Consolas"/>
                <a:ea typeface="Consolas"/>
                <a:cs typeface="Consolas"/>
              </a:defRPr>
            </a:lvl5pPr>
            <a:lvl6pPr algn="l">
              <a:defRPr sz="1950" b="0">
                <a:solidFill>
                  <a:srgbClr val="EDF4FB"/>
                </a:solidFill>
                <a:latin typeface="Consolas"/>
                <a:ea typeface="Consolas"/>
                <a:cs typeface="Consolas"/>
              </a:defRPr>
            </a:lvl6pPr>
            <a:lvl7pPr algn="l">
              <a:defRPr sz="1950" b="0">
                <a:solidFill>
                  <a:srgbClr val="EDF4FB"/>
                </a:solidFill>
                <a:latin typeface="Consolas"/>
                <a:ea typeface="Consolas"/>
                <a:cs typeface="Consolas"/>
              </a:defRPr>
            </a:lvl7pPr>
            <a:lvl8pPr algn="l">
              <a:defRPr sz="1950" b="0">
                <a:solidFill>
                  <a:srgbClr val="EDF4FB"/>
                </a:solidFill>
                <a:latin typeface="Consolas"/>
                <a:ea typeface="Consolas"/>
                <a:cs typeface="Consolas"/>
              </a:defRPr>
            </a:lvl8pPr>
            <a:lvl9pPr algn="l">
              <a:defRPr sz="1950" b="0">
                <a:solidFill>
                  <a:srgbClr val="EDF4FB"/>
                </a:solidFill>
                <a:latin typeface="Consolas"/>
                <a:ea typeface="Consolas"/>
                <a:cs typeface="Consolas"/>
              </a:defRPr>
            </a:lvl9pPr>
          </a:lstStyle>
          <a:p xmlns:a="http://schemas.openxmlformats.org/drawingml/2006/main">
            <a:pPr algn="l">
              <a:defRPr sz="1950" b="0">
                <a:solidFill>
                  <a:srgbClr val="EDF4FB"/>
                </a:solidFill>
                <a:latin typeface="Consolas"/>
                <a:ea typeface="Consolas"/>
                <a:cs typeface="Consolas"/>
              </a:defRPr>
            </a:pPr>
            <a:r>
              <a:rPr sz="1950" b="0">
                <a:solidFill>
                  <a:srgbClr val="EDF4FB"/>
                </a:solidFill>
                <a:latin typeface="Consolas"/>
                <a:ea typeface="Consolas"/>
                <a:cs typeface="Consolas"/>
              </a:rPr>
              <a:t>    self.name = name</a:t>
            </a:r>
          </a:p>
        </p:txBody>
      </p:sp>
      <p:sp>
        <p:nvSpPr>
          <p:cNvPr id="6" name="    self.image = pygame.Surface(size, pygame.SRCALPHA)">
            <a:extLst xmlns:a="http://schemas.openxmlformats.org/drawingml/2006/main">
              <a:ext uri="{FF2B5EF4-FFF2-40B4-BE49-F238E27FC236}">
                <a16:creationId xmlns:a16="http://schemas.microsoft.com/office/drawing/2014/main" id="{5C4E32B5-CE80-4B29-BB6B-6AFCE0ECC5C8}"/>
              </a:ext>
            </a:extLst>
          </p:cNvPr>
          <p:cNvSpPr>
            <a:spLocks xmlns:a="http://schemas.openxmlformats.org/drawingml/2006/main" noGrp="1"/>
          </p:cNvSpPr>
          <p:nvPr/>
        </p:nvSpPr>
        <p:spPr>
          <a:xfrm xmlns:a="http://schemas.openxmlformats.org/drawingml/2006/main">
            <a:off x="590550" y="2752725"/>
            <a:ext cx="10953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EDF4FB"/>
                </a:solidFill>
                <a:latin typeface="Consolas"/>
                <a:ea typeface="Consolas"/>
                <a:cs typeface="Consolas"/>
              </a:defRPr>
            </a:defPPr>
            <a:lvl1pPr algn="l">
              <a:defRPr sz="1950" b="0">
                <a:solidFill>
                  <a:srgbClr val="EDF4FB"/>
                </a:solidFill>
                <a:latin typeface="Consolas"/>
                <a:ea typeface="Consolas"/>
                <a:cs typeface="Consolas"/>
              </a:defRPr>
            </a:lvl1pPr>
            <a:lvl2pPr algn="l">
              <a:defRPr sz="1950" b="0">
                <a:solidFill>
                  <a:srgbClr val="EDF4FB"/>
                </a:solidFill>
                <a:latin typeface="Consolas"/>
                <a:ea typeface="Consolas"/>
                <a:cs typeface="Consolas"/>
              </a:defRPr>
            </a:lvl2pPr>
            <a:lvl3pPr algn="l">
              <a:defRPr sz="1950" b="0">
                <a:solidFill>
                  <a:srgbClr val="EDF4FB"/>
                </a:solidFill>
                <a:latin typeface="Consolas"/>
                <a:ea typeface="Consolas"/>
                <a:cs typeface="Consolas"/>
              </a:defRPr>
            </a:lvl3pPr>
            <a:lvl4pPr algn="l">
              <a:defRPr sz="1950" b="0">
                <a:solidFill>
                  <a:srgbClr val="EDF4FB"/>
                </a:solidFill>
                <a:latin typeface="Consolas"/>
                <a:ea typeface="Consolas"/>
                <a:cs typeface="Consolas"/>
              </a:defRPr>
            </a:lvl4pPr>
            <a:lvl5pPr algn="l">
              <a:defRPr sz="1950" b="0">
                <a:solidFill>
                  <a:srgbClr val="EDF4FB"/>
                </a:solidFill>
                <a:latin typeface="Consolas"/>
                <a:ea typeface="Consolas"/>
                <a:cs typeface="Consolas"/>
              </a:defRPr>
            </a:lvl5pPr>
            <a:lvl6pPr algn="l">
              <a:defRPr sz="1950" b="0">
                <a:solidFill>
                  <a:srgbClr val="EDF4FB"/>
                </a:solidFill>
                <a:latin typeface="Consolas"/>
                <a:ea typeface="Consolas"/>
                <a:cs typeface="Consolas"/>
              </a:defRPr>
            </a:lvl6pPr>
            <a:lvl7pPr algn="l">
              <a:defRPr sz="1950" b="0">
                <a:solidFill>
                  <a:srgbClr val="EDF4FB"/>
                </a:solidFill>
                <a:latin typeface="Consolas"/>
                <a:ea typeface="Consolas"/>
                <a:cs typeface="Consolas"/>
              </a:defRPr>
            </a:lvl7pPr>
            <a:lvl8pPr algn="l">
              <a:defRPr sz="1950" b="0">
                <a:solidFill>
                  <a:srgbClr val="EDF4FB"/>
                </a:solidFill>
                <a:latin typeface="Consolas"/>
                <a:ea typeface="Consolas"/>
                <a:cs typeface="Consolas"/>
              </a:defRPr>
            </a:lvl8pPr>
            <a:lvl9pPr algn="l">
              <a:defRPr sz="1950" b="0">
                <a:solidFill>
                  <a:srgbClr val="EDF4FB"/>
                </a:solidFill>
                <a:latin typeface="Consolas"/>
                <a:ea typeface="Consolas"/>
                <a:cs typeface="Consolas"/>
              </a:defRPr>
            </a:lvl9pPr>
          </a:lstStyle>
          <a:p xmlns:a="http://schemas.openxmlformats.org/drawingml/2006/main">
            <a:pPr algn="l">
              <a:defRPr sz="1950" b="0">
                <a:solidFill>
                  <a:srgbClr val="EDF4FB"/>
                </a:solidFill>
                <a:latin typeface="Consolas"/>
                <a:ea typeface="Consolas"/>
                <a:cs typeface="Consolas"/>
              </a:defRPr>
            </a:pPr>
            <a:r>
              <a:rPr sz="1950" b="0">
                <a:solidFill>
                  <a:srgbClr val="EDF4FB"/>
                </a:solidFill>
                <a:latin typeface="Consolas"/>
                <a:ea typeface="Consolas"/>
                <a:cs typeface="Consolas"/>
              </a:rPr>
              <a:t>    self.image = pygame.Surface(size, pygame.SRCALPHA)</a:t>
            </a:r>
          </a:p>
        </p:txBody>
      </p:sp>
      <p:sp>
        <p:nvSpPr>
          <p:cNvPr id="7" name="    self.pos = pygame.Vector2(position)">
            <a:extLst xmlns:a="http://schemas.openxmlformats.org/drawingml/2006/main">
              <a:ext uri="{FF2B5EF4-FFF2-40B4-BE49-F238E27FC236}">
                <a16:creationId xmlns:a16="http://schemas.microsoft.com/office/drawing/2014/main" id="{FC435D8D-73CD-4A5D-9342-F4EACF97F81E}"/>
              </a:ext>
            </a:extLst>
          </p:cNvPr>
          <p:cNvSpPr>
            <a:spLocks xmlns:a="http://schemas.openxmlformats.org/drawingml/2006/main" noGrp="1"/>
          </p:cNvSpPr>
          <p:nvPr/>
        </p:nvSpPr>
        <p:spPr>
          <a:xfrm xmlns:a="http://schemas.openxmlformats.org/drawingml/2006/main">
            <a:off x="590550" y="3057525"/>
            <a:ext cx="10953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EDF4FB"/>
                </a:solidFill>
                <a:latin typeface="Consolas"/>
                <a:ea typeface="Consolas"/>
                <a:cs typeface="Consolas"/>
              </a:defRPr>
            </a:defPPr>
            <a:lvl1pPr algn="l">
              <a:defRPr sz="1950" b="0">
                <a:solidFill>
                  <a:srgbClr val="EDF4FB"/>
                </a:solidFill>
                <a:latin typeface="Consolas"/>
                <a:ea typeface="Consolas"/>
                <a:cs typeface="Consolas"/>
              </a:defRPr>
            </a:lvl1pPr>
            <a:lvl2pPr algn="l">
              <a:defRPr sz="1950" b="0">
                <a:solidFill>
                  <a:srgbClr val="EDF4FB"/>
                </a:solidFill>
                <a:latin typeface="Consolas"/>
                <a:ea typeface="Consolas"/>
                <a:cs typeface="Consolas"/>
              </a:defRPr>
            </a:lvl2pPr>
            <a:lvl3pPr algn="l">
              <a:defRPr sz="1950" b="0">
                <a:solidFill>
                  <a:srgbClr val="EDF4FB"/>
                </a:solidFill>
                <a:latin typeface="Consolas"/>
                <a:ea typeface="Consolas"/>
                <a:cs typeface="Consolas"/>
              </a:defRPr>
            </a:lvl3pPr>
            <a:lvl4pPr algn="l">
              <a:defRPr sz="1950" b="0">
                <a:solidFill>
                  <a:srgbClr val="EDF4FB"/>
                </a:solidFill>
                <a:latin typeface="Consolas"/>
                <a:ea typeface="Consolas"/>
                <a:cs typeface="Consolas"/>
              </a:defRPr>
            </a:lvl4pPr>
            <a:lvl5pPr algn="l">
              <a:defRPr sz="1950" b="0">
                <a:solidFill>
                  <a:srgbClr val="EDF4FB"/>
                </a:solidFill>
                <a:latin typeface="Consolas"/>
                <a:ea typeface="Consolas"/>
                <a:cs typeface="Consolas"/>
              </a:defRPr>
            </a:lvl5pPr>
            <a:lvl6pPr algn="l">
              <a:defRPr sz="1950" b="0">
                <a:solidFill>
                  <a:srgbClr val="EDF4FB"/>
                </a:solidFill>
                <a:latin typeface="Consolas"/>
                <a:ea typeface="Consolas"/>
                <a:cs typeface="Consolas"/>
              </a:defRPr>
            </a:lvl6pPr>
            <a:lvl7pPr algn="l">
              <a:defRPr sz="1950" b="0">
                <a:solidFill>
                  <a:srgbClr val="EDF4FB"/>
                </a:solidFill>
                <a:latin typeface="Consolas"/>
                <a:ea typeface="Consolas"/>
                <a:cs typeface="Consolas"/>
              </a:defRPr>
            </a:lvl7pPr>
            <a:lvl8pPr algn="l">
              <a:defRPr sz="1950" b="0">
                <a:solidFill>
                  <a:srgbClr val="EDF4FB"/>
                </a:solidFill>
                <a:latin typeface="Consolas"/>
                <a:ea typeface="Consolas"/>
                <a:cs typeface="Consolas"/>
              </a:defRPr>
            </a:lvl8pPr>
            <a:lvl9pPr algn="l">
              <a:defRPr sz="1950" b="0">
                <a:solidFill>
                  <a:srgbClr val="EDF4FB"/>
                </a:solidFill>
                <a:latin typeface="Consolas"/>
                <a:ea typeface="Consolas"/>
                <a:cs typeface="Consolas"/>
              </a:defRPr>
            </a:lvl9pPr>
          </a:lstStyle>
          <a:p xmlns:a="http://schemas.openxmlformats.org/drawingml/2006/main">
            <a:pPr algn="l">
              <a:defRPr sz="1950" b="0">
                <a:solidFill>
                  <a:srgbClr val="EDF4FB"/>
                </a:solidFill>
                <a:latin typeface="Consolas"/>
                <a:ea typeface="Consolas"/>
                <a:cs typeface="Consolas"/>
              </a:defRPr>
            </a:pPr>
            <a:r>
              <a:rPr sz="1950" b="0">
                <a:solidFill>
                  <a:srgbClr val="EDF4FB"/>
                </a:solidFill>
                <a:latin typeface="Consolas"/>
                <a:ea typeface="Consolas"/>
                <a:cs typeface="Consolas"/>
              </a:rPr>
              <a:t>    self.pos = pygame.Vector2(position)</a:t>
            </a:r>
          </a:p>
        </p:txBody>
      </p:sp>
      <p:sp>
        <p:nvSpPr>
          <p:cNvPr id="8" name="    self.rect = self.image.get_rect(center=position)">
            <a:extLst xmlns:a="http://schemas.openxmlformats.org/drawingml/2006/main">
              <a:ext uri="{FF2B5EF4-FFF2-40B4-BE49-F238E27FC236}">
                <a16:creationId xmlns:a16="http://schemas.microsoft.com/office/drawing/2014/main" id="{EF532FA9-03ED-4993-818A-1B77EEF695D3}"/>
              </a:ext>
            </a:extLst>
          </p:cNvPr>
          <p:cNvSpPr>
            <a:spLocks xmlns:a="http://schemas.openxmlformats.org/drawingml/2006/main" noGrp="1"/>
          </p:cNvSpPr>
          <p:nvPr/>
        </p:nvSpPr>
        <p:spPr>
          <a:xfrm xmlns:a="http://schemas.openxmlformats.org/drawingml/2006/main">
            <a:off x="590550" y="3362325"/>
            <a:ext cx="10953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EDF4FB"/>
                </a:solidFill>
                <a:latin typeface="Consolas"/>
                <a:ea typeface="Consolas"/>
                <a:cs typeface="Consolas"/>
              </a:defRPr>
            </a:defPPr>
            <a:lvl1pPr algn="l">
              <a:defRPr sz="1950" b="0">
                <a:solidFill>
                  <a:srgbClr val="EDF4FB"/>
                </a:solidFill>
                <a:latin typeface="Consolas"/>
                <a:ea typeface="Consolas"/>
                <a:cs typeface="Consolas"/>
              </a:defRPr>
            </a:lvl1pPr>
            <a:lvl2pPr algn="l">
              <a:defRPr sz="1950" b="0">
                <a:solidFill>
                  <a:srgbClr val="EDF4FB"/>
                </a:solidFill>
                <a:latin typeface="Consolas"/>
                <a:ea typeface="Consolas"/>
                <a:cs typeface="Consolas"/>
              </a:defRPr>
            </a:lvl2pPr>
            <a:lvl3pPr algn="l">
              <a:defRPr sz="1950" b="0">
                <a:solidFill>
                  <a:srgbClr val="EDF4FB"/>
                </a:solidFill>
                <a:latin typeface="Consolas"/>
                <a:ea typeface="Consolas"/>
                <a:cs typeface="Consolas"/>
              </a:defRPr>
            </a:lvl3pPr>
            <a:lvl4pPr algn="l">
              <a:defRPr sz="1950" b="0">
                <a:solidFill>
                  <a:srgbClr val="EDF4FB"/>
                </a:solidFill>
                <a:latin typeface="Consolas"/>
                <a:ea typeface="Consolas"/>
                <a:cs typeface="Consolas"/>
              </a:defRPr>
            </a:lvl4pPr>
            <a:lvl5pPr algn="l">
              <a:defRPr sz="1950" b="0">
                <a:solidFill>
                  <a:srgbClr val="EDF4FB"/>
                </a:solidFill>
                <a:latin typeface="Consolas"/>
                <a:ea typeface="Consolas"/>
                <a:cs typeface="Consolas"/>
              </a:defRPr>
            </a:lvl5pPr>
            <a:lvl6pPr algn="l">
              <a:defRPr sz="1950" b="0">
                <a:solidFill>
                  <a:srgbClr val="EDF4FB"/>
                </a:solidFill>
                <a:latin typeface="Consolas"/>
                <a:ea typeface="Consolas"/>
                <a:cs typeface="Consolas"/>
              </a:defRPr>
            </a:lvl6pPr>
            <a:lvl7pPr algn="l">
              <a:defRPr sz="1950" b="0">
                <a:solidFill>
                  <a:srgbClr val="EDF4FB"/>
                </a:solidFill>
                <a:latin typeface="Consolas"/>
                <a:ea typeface="Consolas"/>
                <a:cs typeface="Consolas"/>
              </a:defRPr>
            </a:lvl7pPr>
            <a:lvl8pPr algn="l">
              <a:defRPr sz="1950" b="0">
                <a:solidFill>
                  <a:srgbClr val="EDF4FB"/>
                </a:solidFill>
                <a:latin typeface="Consolas"/>
                <a:ea typeface="Consolas"/>
                <a:cs typeface="Consolas"/>
              </a:defRPr>
            </a:lvl8pPr>
            <a:lvl9pPr algn="l">
              <a:defRPr sz="1950" b="0">
                <a:solidFill>
                  <a:srgbClr val="EDF4FB"/>
                </a:solidFill>
                <a:latin typeface="Consolas"/>
                <a:ea typeface="Consolas"/>
                <a:cs typeface="Consolas"/>
              </a:defRPr>
            </a:lvl9pPr>
          </a:lstStyle>
          <a:p xmlns:a="http://schemas.openxmlformats.org/drawingml/2006/main">
            <a:pPr algn="l">
              <a:defRPr sz="1950" b="0">
                <a:solidFill>
                  <a:srgbClr val="EDF4FB"/>
                </a:solidFill>
                <a:latin typeface="Consolas"/>
                <a:ea typeface="Consolas"/>
                <a:cs typeface="Consolas"/>
              </a:defRPr>
            </a:pPr>
            <a:r>
              <a:rPr sz="1950" b="0">
                <a:solidFill>
                  <a:srgbClr val="EDF4FB"/>
                </a:solidFill>
                <a:latin typeface="Consolas"/>
                <a:ea typeface="Consolas"/>
                <a:cs typeface="Consolas"/>
              </a:rPr>
              <a:t>    self.rect = self.image.get_rect(center=position)</a:t>
            </a:r>
          </a:p>
        </p:txBody>
      </p:sp>
      <p:sp>
        <p:nvSpPr>
          <p:cNvPr id="9" name="    self.velocity = pygame.Vector2()">
            <a:extLst xmlns:a="http://schemas.openxmlformats.org/drawingml/2006/main">
              <a:ext uri="{FF2B5EF4-FFF2-40B4-BE49-F238E27FC236}">
                <a16:creationId xmlns:a16="http://schemas.microsoft.com/office/drawing/2014/main" id="{4F5FFD93-E2AA-44D9-9A59-89C3B437DD97}"/>
              </a:ext>
            </a:extLst>
          </p:cNvPr>
          <p:cNvSpPr>
            <a:spLocks xmlns:a="http://schemas.openxmlformats.org/drawingml/2006/main" noGrp="1"/>
          </p:cNvSpPr>
          <p:nvPr/>
        </p:nvSpPr>
        <p:spPr>
          <a:xfrm xmlns:a="http://schemas.openxmlformats.org/drawingml/2006/main">
            <a:off x="590550" y="3667125"/>
            <a:ext cx="10953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EDF4FB"/>
                </a:solidFill>
                <a:latin typeface="Consolas"/>
                <a:ea typeface="Consolas"/>
                <a:cs typeface="Consolas"/>
              </a:defRPr>
            </a:defPPr>
            <a:lvl1pPr algn="l">
              <a:defRPr sz="1950" b="0">
                <a:solidFill>
                  <a:srgbClr val="EDF4FB"/>
                </a:solidFill>
                <a:latin typeface="Consolas"/>
                <a:ea typeface="Consolas"/>
                <a:cs typeface="Consolas"/>
              </a:defRPr>
            </a:lvl1pPr>
            <a:lvl2pPr algn="l">
              <a:defRPr sz="1950" b="0">
                <a:solidFill>
                  <a:srgbClr val="EDF4FB"/>
                </a:solidFill>
                <a:latin typeface="Consolas"/>
                <a:ea typeface="Consolas"/>
                <a:cs typeface="Consolas"/>
              </a:defRPr>
            </a:lvl2pPr>
            <a:lvl3pPr algn="l">
              <a:defRPr sz="1950" b="0">
                <a:solidFill>
                  <a:srgbClr val="EDF4FB"/>
                </a:solidFill>
                <a:latin typeface="Consolas"/>
                <a:ea typeface="Consolas"/>
                <a:cs typeface="Consolas"/>
              </a:defRPr>
            </a:lvl3pPr>
            <a:lvl4pPr algn="l">
              <a:defRPr sz="1950" b="0">
                <a:solidFill>
                  <a:srgbClr val="EDF4FB"/>
                </a:solidFill>
                <a:latin typeface="Consolas"/>
                <a:ea typeface="Consolas"/>
                <a:cs typeface="Consolas"/>
              </a:defRPr>
            </a:lvl4pPr>
            <a:lvl5pPr algn="l">
              <a:defRPr sz="1950" b="0">
                <a:solidFill>
                  <a:srgbClr val="EDF4FB"/>
                </a:solidFill>
                <a:latin typeface="Consolas"/>
                <a:ea typeface="Consolas"/>
                <a:cs typeface="Consolas"/>
              </a:defRPr>
            </a:lvl5pPr>
            <a:lvl6pPr algn="l">
              <a:defRPr sz="1950" b="0">
                <a:solidFill>
                  <a:srgbClr val="EDF4FB"/>
                </a:solidFill>
                <a:latin typeface="Consolas"/>
                <a:ea typeface="Consolas"/>
                <a:cs typeface="Consolas"/>
              </a:defRPr>
            </a:lvl6pPr>
            <a:lvl7pPr algn="l">
              <a:defRPr sz="1950" b="0">
                <a:solidFill>
                  <a:srgbClr val="EDF4FB"/>
                </a:solidFill>
                <a:latin typeface="Consolas"/>
                <a:ea typeface="Consolas"/>
                <a:cs typeface="Consolas"/>
              </a:defRPr>
            </a:lvl7pPr>
            <a:lvl8pPr algn="l">
              <a:defRPr sz="1950" b="0">
                <a:solidFill>
                  <a:srgbClr val="EDF4FB"/>
                </a:solidFill>
                <a:latin typeface="Consolas"/>
                <a:ea typeface="Consolas"/>
                <a:cs typeface="Consolas"/>
              </a:defRPr>
            </a:lvl8pPr>
            <a:lvl9pPr algn="l">
              <a:defRPr sz="1950" b="0">
                <a:solidFill>
                  <a:srgbClr val="EDF4FB"/>
                </a:solidFill>
                <a:latin typeface="Consolas"/>
                <a:ea typeface="Consolas"/>
                <a:cs typeface="Consolas"/>
              </a:defRPr>
            </a:lvl9pPr>
          </a:lstStyle>
          <a:p xmlns:a="http://schemas.openxmlformats.org/drawingml/2006/main">
            <a:pPr algn="l">
              <a:defRPr sz="1950" b="0">
                <a:solidFill>
                  <a:srgbClr val="EDF4FB"/>
                </a:solidFill>
                <a:latin typeface="Consolas"/>
                <a:ea typeface="Consolas"/>
                <a:cs typeface="Consolas"/>
              </a:defRPr>
            </a:pPr>
            <a:r>
              <a:rPr sz="1950" b="0">
                <a:solidFill>
                  <a:srgbClr val="EDF4FB"/>
                </a:solidFill>
                <a:latin typeface="Consolas"/>
                <a:ea typeface="Consolas"/>
                <a:cs typeface="Consolas"/>
              </a:rPr>
              <a:t>    self.velocity = pygame.Vector2()</a:t>
            </a:r>
          </a:p>
        </p:txBody>
      </p:sp>
      <p:sp>
        <p:nvSpPr>
          <p:cNvPr id="10" name="super().__init__() が Sprite の状態を初期化する。">
            <a:extLst xmlns:a="http://schemas.openxmlformats.org/drawingml/2006/main">
              <a:ext uri="{FF2B5EF4-FFF2-40B4-BE49-F238E27FC236}">
                <a16:creationId xmlns:a16="http://schemas.microsoft.com/office/drawing/2014/main" id="{342DF99A-2EB8-458C-A5E9-B355D3EDBB14}"/>
              </a:ext>
            </a:extLst>
          </p:cNvPr>
          <p:cNvSpPr>
            <a:spLocks xmlns:a="http://schemas.openxmlformats.org/drawingml/2006/main" noGrp="1"/>
          </p:cNvSpPr>
          <p:nvPr/>
        </p:nvSpPr>
        <p:spPr>
          <a:xfrm xmlns:a="http://schemas.openxmlformats.org/drawingml/2006/main">
            <a:off x="590550" y="5524500"/>
            <a:ext cx="523875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68EDBE"/>
                </a:solidFill>
                <a:latin typeface="Yu Gothic"/>
                <a:ea typeface="Yu Gothic"/>
                <a:cs typeface="Yu Gothic"/>
              </a:defRPr>
            </a:defPPr>
            <a:lvl1pPr algn="l">
              <a:defRPr sz="1725" b="0">
                <a:solidFill>
                  <a:srgbClr val="68EDBE"/>
                </a:solidFill>
                <a:latin typeface="Yu Gothic"/>
                <a:ea typeface="Yu Gothic"/>
                <a:cs typeface="Yu Gothic"/>
              </a:defRPr>
            </a:lvl1pPr>
            <a:lvl2pPr algn="l">
              <a:defRPr sz="1725" b="0">
                <a:solidFill>
                  <a:srgbClr val="68EDBE"/>
                </a:solidFill>
                <a:latin typeface="Yu Gothic"/>
                <a:ea typeface="Yu Gothic"/>
                <a:cs typeface="Yu Gothic"/>
              </a:defRPr>
            </a:lvl2pPr>
            <a:lvl3pPr algn="l">
              <a:defRPr sz="1725" b="0">
                <a:solidFill>
                  <a:srgbClr val="68EDBE"/>
                </a:solidFill>
                <a:latin typeface="Yu Gothic"/>
                <a:ea typeface="Yu Gothic"/>
                <a:cs typeface="Yu Gothic"/>
              </a:defRPr>
            </a:lvl3pPr>
            <a:lvl4pPr algn="l">
              <a:defRPr sz="1725" b="0">
                <a:solidFill>
                  <a:srgbClr val="68EDBE"/>
                </a:solidFill>
                <a:latin typeface="Yu Gothic"/>
                <a:ea typeface="Yu Gothic"/>
                <a:cs typeface="Yu Gothic"/>
              </a:defRPr>
            </a:lvl4pPr>
            <a:lvl5pPr algn="l">
              <a:defRPr sz="1725" b="0">
                <a:solidFill>
                  <a:srgbClr val="68EDBE"/>
                </a:solidFill>
                <a:latin typeface="Yu Gothic"/>
                <a:ea typeface="Yu Gothic"/>
                <a:cs typeface="Yu Gothic"/>
              </a:defRPr>
            </a:lvl5pPr>
            <a:lvl6pPr algn="l">
              <a:defRPr sz="1725" b="0">
                <a:solidFill>
                  <a:srgbClr val="68EDBE"/>
                </a:solidFill>
                <a:latin typeface="Yu Gothic"/>
                <a:ea typeface="Yu Gothic"/>
                <a:cs typeface="Yu Gothic"/>
              </a:defRPr>
            </a:lvl6pPr>
            <a:lvl7pPr algn="l">
              <a:defRPr sz="1725" b="0">
                <a:solidFill>
                  <a:srgbClr val="68EDBE"/>
                </a:solidFill>
                <a:latin typeface="Yu Gothic"/>
                <a:ea typeface="Yu Gothic"/>
                <a:cs typeface="Yu Gothic"/>
              </a:defRPr>
            </a:lvl7pPr>
            <a:lvl8pPr algn="l">
              <a:defRPr sz="1725" b="0">
                <a:solidFill>
                  <a:srgbClr val="68EDBE"/>
                </a:solidFill>
                <a:latin typeface="Yu Gothic"/>
                <a:ea typeface="Yu Gothic"/>
                <a:cs typeface="Yu Gothic"/>
              </a:defRPr>
            </a:lvl8pPr>
            <a:lvl9pPr algn="l">
              <a:defRPr sz="1725" b="0">
                <a:solidFill>
                  <a:srgbClr val="68EDBE"/>
                </a:solidFill>
                <a:latin typeface="Yu Gothic"/>
                <a:ea typeface="Yu Gothic"/>
                <a:cs typeface="Yu Gothic"/>
              </a:defRPr>
            </a:lvl9pPr>
          </a:lstStyle>
          <a:p xmlns:a="http://schemas.openxmlformats.org/drawingml/2006/main">
            <a:pPr algn="l">
              <a:defRPr sz="1725" b="0">
                <a:solidFill>
                  <a:srgbClr val="68EDBE"/>
                </a:solidFill>
                <a:latin typeface="Yu Gothic"/>
                <a:ea typeface="Yu Gothic"/>
                <a:cs typeface="Yu Gothic"/>
              </a:defRPr>
            </a:pPr>
            <a:r>
              <a:rPr sz="1725" b="0">
                <a:solidFill>
                  <a:srgbClr val="68EDBE"/>
                </a:solidFill>
                <a:latin typeface="Yu Gothic"/>
                <a:ea typeface="Yu Gothic"/>
                <a:cs typeface="Yu Gothic"/>
              </a:rPr>
              <a:t>super().__init__() が Sprite の状態を初期化する。</a:t>
            </a:r>
          </a:p>
        </p:txBody>
      </p:sp>
      <p:sp>
        <p:nvSpPr>
          <p:cNvPr id="11" name="これらの self 属性は同じインスタンスに作られる。">
            <a:extLst xmlns:a="http://schemas.openxmlformats.org/drawingml/2006/main">
              <a:ext uri="{FF2B5EF4-FFF2-40B4-BE49-F238E27FC236}">
                <a16:creationId xmlns:a16="http://schemas.microsoft.com/office/drawing/2014/main" id="{07DBE222-1373-48C4-BA7C-7E7DDFD777C3}"/>
              </a:ext>
            </a:extLst>
          </p:cNvPr>
          <p:cNvSpPr>
            <a:spLocks xmlns:a="http://schemas.openxmlformats.org/drawingml/2006/main" noGrp="1"/>
          </p:cNvSpPr>
          <p:nvPr/>
        </p:nvSpPr>
        <p:spPr>
          <a:xfrm xmlns:a="http://schemas.openxmlformats.org/drawingml/2006/main">
            <a:off x="6305550" y="5524500"/>
            <a:ext cx="523875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68EDBE"/>
                </a:solidFill>
                <a:latin typeface="Yu Gothic"/>
                <a:ea typeface="Yu Gothic"/>
                <a:cs typeface="Yu Gothic"/>
              </a:defRPr>
            </a:defPPr>
            <a:lvl1pPr algn="l">
              <a:defRPr sz="1725" b="0">
                <a:solidFill>
                  <a:srgbClr val="68EDBE"/>
                </a:solidFill>
                <a:latin typeface="Yu Gothic"/>
                <a:ea typeface="Yu Gothic"/>
                <a:cs typeface="Yu Gothic"/>
              </a:defRPr>
            </a:lvl1pPr>
            <a:lvl2pPr algn="l">
              <a:defRPr sz="1725" b="0">
                <a:solidFill>
                  <a:srgbClr val="68EDBE"/>
                </a:solidFill>
                <a:latin typeface="Yu Gothic"/>
                <a:ea typeface="Yu Gothic"/>
                <a:cs typeface="Yu Gothic"/>
              </a:defRPr>
            </a:lvl2pPr>
            <a:lvl3pPr algn="l">
              <a:defRPr sz="1725" b="0">
                <a:solidFill>
                  <a:srgbClr val="68EDBE"/>
                </a:solidFill>
                <a:latin typeface="Yu Gothic"/>
                <a:ea typeface="Yu Gothic"/>
                <a:cs typeface="Yu Gothic"/>
              </a:defRPr>
            </a:lvl3pPr>
            <a:lvl4pPr algn="l">
              <a:defRPr sz="1725" b="0">
                <a:solidFill>
                  <a:srgbClr val="68EDBE"/>
                </a:solidFill>
                <a:latin typeface="Yu Gothic"/>
                <a:ea typeface="Yu Gothic"/>
                <a:cs typeface="Yu Gothic"/>
              </a:defRPr>
            </a:lvl4pPr>
            <a:lvl5pPr algn="l">
              <a:defRPr sz="1725" b="0">
                <a:solidFill>
                  <a:srgbClr val="68EDBE"/>
                </a:solidFill>
                <a:latin typeface="Yu Gothic"/>
                <a:ea typeface="Yu Gothic"/>
                <a:cs typeface="Yu Gothic"/>
              </a:defRPr>
            </a:lvl5pPr>
            <a:lvl6pPr algn="l">
              <a:defRPr sz="1725" b="0">
                <a:solidFill>
                  <a:srgbClr val="68EDBE"/>
                </a:solidFill>
                <a:latin typeface="Yu Gothic"/>
                <a:ea typeface="Yu Gothic"/>
                <a:cs typeface="Yu Gothic"/>
              </a:defRPr>
            </a:lvl6pPr>
            <a:lvl7pPr algn="l">
              <a:defRPr sz="1725" b="0">
                <a:solidFill>
                  <a:srgbClr val="68EDBE"/>
                </a:solidFill>
                <a:latin typeface="Yu Gothic"/>
                <a:ea typeface="Yu Gothic"/>
                <a:cs typeface="Yu Gothic"/>
              </a:defRPr>
            </a:lvl7pPr>
            <a:lvl8pPr algn="l">
              <a:defRPr sz="1725" b="0">
                <a:solidFill>
                  <a:srgbClr val="68EDBE"/>
                </a:solidFill>
                <a:latin typeface="Yu Gothic"/>
                <a:ea typeface="Yu Gothic"/>
                <a:cs typeface="Yu Gothic"/>
              </a:defRPr>
            </a:lvl8pPr>
            <a:lvl9pPr algn="l">
              <a:defRPr sz="1725" b="0">
                <a:solidFill>
                  <a:srgbClr val="68EDBE"/>
                </a:solidFill>
                <a:latin typeface="Yu Gothic"/>
                <a:ea typeface="Yu Gothic"/>
                <a:cs typeface="Yu Gothic"/>
              </a:defRPr>
            </a:lvl9pPr>
          </a:lstStyle>
          <a:p xmlns:a="http://schemas.openxmlformats.org/drawingml/2006/main">
            <a:pPr algn="l">
              <a:defRPr sz="1725" b="0">
                <a:solidFill>
                  <a:srgbClr val="68EDBE"/>
                </a:solidFill>
                <a:latin typeface="Yu Gothic"/>
                <a:ea typeface="Yu Gothic"/>
                <a:cs typeface="Yu Gothic"/>
              </a:defRPr>
            </a:pPr>
            <a:r>
              <a:rPr sz="1725" b="0">
                <a:solidFill>
                  <a:srgbClr val="68EDBE"/>
                </a:solidFill>
                <a:latin typeface="Yu Gothic"/>
                <a:ea typeface="Yu Gothic"/>
                <a:cs typeface="Yu Gothic"/>
              </a:rPr>
              <a:t>これらの self 属性は同じインスタンスに作られる。</a:t>
            </a:r>
          </a:p>
        </p:txBody>
      </p:sp>
      <p:sp>
        <p:nvSpPr>
          <p:cNvPr id="12" name="actors.py / week7_demo.py">
            <a:extLst xmlns:a="http://schemas.openxmlformats.org/drawingml/2006/main">
              <a:ext uri="{FF2B5EF4-FFF2-40B4-BE49-F238E27FC236}">
                <a16:creationId xmlns:a16="http://schemas.microsoft.com/office/drawing/2014/main" id="{42F5AFED-C1BA-485F-BEE8-BA67F2E803DA}"/>
              </a:ext>
            </a:extLst>
          </p:cNvPr>
          <p:cNvSpPr>
            <a:spLocks xmlns:a="http://schemas.openxmlformats.org/drawingml/2006/main" noGrp="1"/>
          </p:cNvSpPr>
          <p:nvPr/>
        </p:nvSpPr>
        <p:spPr>
          <a:xfrm xmlns:a="http://schemas.openxmlformats.org/drawingml/2006/main">
            <a:off x="590550" y="6543675"/>
            <a:ext cx="10287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EDF4FB"/>
                </a:solidFill>
                <a:latin typeface="Consolas"/>
                <a:ea typeface="Consolas"/>
                <a:cs typeface="Consolas"/>
              </a:defRPr>
            </a:defPPr>
            <a:lvl1pPr algn="l">
              <a:defRPr sz="1200" b="0">
                <a:solidFill>
                  <a:srgbClr val="EDF4FB"/>
                </a:solidFill>
                <a:latin typeface="Consolas"/>
                <a:ea typeface="Consolas"/>
                <a:cs typeface="Consolas"/>
              </a:defRPr>
            </a:lvl1pPr>
            <a:lvl2pPr algn="l">
              <a:defRPr sz="1200" b="0">
                <a:solidFill>
                  <a:srgbClr val="EDF4FB"/>
                </a:solidFill>
                <a:latin typeface="Consolas"/>
                <a:ea typeface="Consolas"/>
                <a:cs typeface="Consolas"/>
              </a:defRPr>
            </a:lvl2pPr>
            <a:lvl3pPr algn="l">
              <a:defRPr sz="1200" b="0">
                <a:solidFill>
                  <a:srgbClr val="EDF4FB"/>
                </a:solidFill>
                <a:latin typeface="Consolas"/>
                <a:ea typeface="Consolas"/>
                <a:cs typeface="Consolas"/>
              </a:defRPr>
            </a:lvl3pPr>
            <a:lvl4pPr algn="l">
              <a:defRPr sz="1200" b="0">
                <a:solidFill>
                  <a:srgbClr val="EDF4FB"/>
                </a:solidFill>
                <a:latin typeface="Consolas"/>
                <a:ea typeface="Consolas"/>
                <a:cs typeface="Consolas"/>
              </a:defRPr>
            </a:lvl4pPr>
            <a:lvl5pPr algn="l">
              <a:defRPr sz="1200" b="0">
                <a:solidFill>
                  <a:srgbClr val="EDF4FB"/>
                </a:solidFill>
                <a:latin typeface="Consolas"/>
                <a:ea typeface="Consolas"/>
                <a:cs typeface="Consolas"/>
              </a:defRPr>
            </a:lvl5pPr>
            <a:lvl6pPr algn="l">
              <a:defRPr sz="1200" b="0">
                <a:solidFill>
                  <a:srgbClr val="EDF4FB"/>
                </a:solidFill>
                <a:latin typeface="Consolas"/>
                <a:ea typeface="Consolas"/>
                <a:cs typeface="Consolas"/>
              </a:defRPr>
            </a:lvl6pPr>
            <a:lvl7pPr algn="l">
              <a:defRPr sz="1200" b="0">
                <a:solidFill>
                  <a:srgbClr val="EDF4FB"/>
                </a:solidFill>
                <a:latin typeface="Consolas"/>
                <a:ea typeface="Consolas"/>
                <a:cs typeface="Consolas"/>
              </a:defRPr>
            </a:lvl7pPr>
            <a:lvl8pPr algn="l">
              <a:defRPr sz="1200" b="0">
                <a:solidFill>
                  <a:srgbClr val="EDF4FB"/>
                </a:solidFill>
                <a:latin typeface="Consolas"/>
                <a:ea typeface="Consolas"/>
                <a:cs typeface="Consolas"/>
              </a:defRPr>
            </a:lvl8pPr>
            <a:lvl9pPr algn="l">
              <a:defRPr sz="1200" b="0">
                <a:solidFill>
                  <a:srgbClr val="EDF4FB"/>
                </a:solidFill>
                <a:latin typeface="Consolas"/>
                <a:ea typeface="Consolas"/>
                <a:cs typeface="Consolas"/>
              </a:defRPr>
            </a:lvl9pPr>
          </a:lstStyle>
          <a:p xmlns:a="http://schemas.openxmlformats.org/drawingml/2006/main">
            <a:pPr algn="l">
              <a:defRPr sz="1200" b="0">
                <a:solidFill>
                  <a:srgbClr val="EDF4FB"/>
                </a:solidFill>
                <a:latin typeface="Consolas"/>
                <a:ea typeface="Consolas"/>
                <a:cs typeface="Consolas"/>
              </a:defRPr>
            </a:pPr>
            <a:r>
              <a:rPr sz="1200" b="0">
                <a:solidFill>
                  <a:srgbClr val="EDF4FB"/>
                </a:solidFill>
                <a:latin typeface="Consolas"/>
                <a:ea typeface="Consolas"/>
                <a:cs typeface="Consolas"/>
              </a:rPr>
              <a:t>actors.py / week7_demo.py</a:t>
            </a:r>
          </a:p>
        </p:txBody>
      </p:sp>
      <p:sp>
        <p:nvSpPr>
          <p:cNvPr id="13" name="07">
            <a:extLst xmlns:a="http://schemas.openxmlformats.org/drawingml/2006/main">
              <a:ext uri="{FF2B5EF4-FFF2-40B4-BE49-F238E27FC236}">
                <a16:creationId xmlns:a16="http://schemas.microsoft.com/office/drawing/2014/main" id="{59C8CCC6-3ECD-42CE-BDD4-C2F470756DBD}"/>
              </a:ext>
            </a:extLst>
          </p:cNvPr>
          <p:cNvSpPr>
            <a:spLocks xmlns:a="http://schemas.openxmlformats.org/drawingml/2006/main" noGrp="1"/>
          </p:cNvSpPr>
          <p:nvPr/>
        </p:nvSpPr>
        <p:spPr>
          <a:xfrm xmlns:a="http://schemas.openxmlformats.org/drawingml/2006/main">
            <a:off x="11163300" y="6543675"/>
            <a:ext cx="4572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EDF4FB"/>
                </a:solidFill>
                <a:latin typeface="Yu Gothic"/>
                <a:ea typeface="Yu Gothic"/>
                <a:cs typeface="Yu Gothic"/>
              </a:defRPr>
            </a:defPPr>
            <a:lvl1pPr algn="l">
              <a:defRPr sz="1200" b="0">
                <a:solidFill>
                  <a:srgbClr val="EDF4FB"/>
                </a:solidFill>
                <a:latin typeface="Yu Gothic"/>
                <a:ea typeface="Yu Gothic"/>
                <a:cs typeface="Yu Gothic"/>
              </a:defRPr>
            </a:lvl1pPr>
            <a:lvl2pPr algn="l">
              <a:defRPr sz="1200" b="0">
                <a:solidFill>
                  <a:srgbClr val="EDF4FB"/>
                </a:solidFill>
                <a:latin typeface="Yu Gothic"/>
                <a:ea typeface="Yu Gothic"/>
                <a:cs typeface="Yu Gothic"/>
              </a:defRPr>
            </a:lvl2pPr>
            <a:lvl3pPr algn="l">
              <a:defRPr sz="1200" b="0">
                <a:solidFill>
                  <a:srgbClr val="EDF4FB"/>
                </a:solidFill>
                <a:latin typeface="Yu Gothic"/>
                <a:ea typeface="Yu Gothic"/>
                <a:cs typeface="Yu Gothic"/>
              </a:defRPr>
            </a:lvl3pPr>
            <a:lvl4pPr algn="l">
              <a:defRPr sz="1200" b="0">
                <a:solidFill>
                  <a:srgbClr val="EDF4FB"/>
                </a:solidFill>
                <a:latin typeface="Yu Gothic"/>
                <a:ea typeface="Yu Gothic"/>
                <a:cs typeface="Yu Gothic"/>
              </a:defRPr>
            </a:lvl4pPr>
            <a:lvl5pPr algn="l">
              <a:defRPr sz="1200" b="0">
                <a:solidFill>
                  <a:srgbClr val="EDF4FB"/>
                </a:solidFill>
                <a:latin typeface="Yu Gothic"/>
                <a:ea typeface="Yu Gothic"/>
                <a:cs typeface="Yu Gothic"/>
              </a:defRPr>
            </a:lvl5pPr>
            <a:lvl6pPr algn="l">
              <a:defRPr sz="1200" b="0">
                <a:solidFill>
                  <a:srgbClr val="EDF4FB"/>
                </a:solidFill>
                <a:latin typeface="Yu Gothic"/>
                <a:ea typeface="Yu Gothic"/>
                <a:cs typeface="Yu Gothic"/>
              </a:defRPr>
            </a:lvl6pPr>
            <a:lvl7pPr algn="l">
              <a:defRPr sz="1200" b="0">
                <a:solidFill>
                  <a:srgbClr val="EDF4FB"/>
                </a:solidFill>
                <a:latin typeface="Yu Gothic"/>
                <a:ea typeface="Yu Gothic"/>
                <a:cs typeface="Yu Gothic"/>
              </a:defRPr>
            </a:lvl7pPr>
            <a:lvl8pPr algn="l">
              <a:defRPr sz="1200" b="0">
                <a:solidFill>
                  <a:srgbClr val="EDF4FB"/>
                </a:solidFill>
                <a:latin typeface="Yu Gothic"/>
                <a:ea typeface="Yu Gothic"/>
                <a:cs typeface="Yu Gothic"/>
              </a:defRPr>
            </a:lvl8pPr>
            <a:lvl9pPr algn="l">
              <a:defRPr sz="1200" b="0">
                <a:solidFill>
                  <a:srgbClr val="EDF4FB"/>
                </a:solidFill>
                <a:latin typeface="Yu Gothic"/>
                <a:ea typeface="Yu Gothic"/>
                <a:cs typeface="Yu Gothic"/>
              </a:defRPr>
            </a:lvl9pPr>
          </a:lstStyle>
          <a:p xmlns:a="http://schemas.openxmlformats.org/drawingml/2006/main">
            <a:pPr algn="l">
              <a:defRPr sz="1200" b="0">
                <a:solidFill>
                  <a:srgbClr val="EDF4FB"/>
                </a:solidFill>
                <a:latin typeface="Yu Gothic"/>
                <a:ea typeface="Yu Gothic"/>
                <a:cs typeface="Yu Gothic"/>
              </a:defRPr>
            </a:pPr>
            <a:r>
              <a:rPr sz="1200" b="0">
                <a:solidFill>
                  <a:srgbClr val="EDF4FB"/>
                </a:solidFill>
                <a:latin typeface="Yu Gothic"/>
                <a:ea typeface="Yu Gothic"/>
                <a:cs typeface="Yu Gothic"/>
              </a:rPr>
              <a:t>07</a:t>
            </a:r>
          </a:p>
        </p:txBody>
      </p:sp>
    </p:spTree>
    <p:extLst>
      <p:ext uri="{BB962C8B-B14F-4D97-AF65-F5344CB8AC3E}">
        <p14:creationId xmlns:p14="http://schemas.microsoft.com/office/powerpoint/2010/main" val="1582453877"/>
      </p:ext>
    </p:extLst>
  </p:cSld>
</p:sld>
</file>

<file path=ppt/slides/slide8.xml><?xml version="1.0" encoding="utf-8"?>
<p:sld xmlns:p="http://schemas.openxmlformats.org/presentationml/2006/main">
  <p:cSld>
    <p:bg>
      <p:bgPr>
        <a:solidFill xmlns:a="http://schemas.openxmlformats.org/drawingml/2006/main">
          <a:srgbClr val="0B1422"/>
        </a:solidFill>
      </p:bgPr>
    </p:bg>
    <p:spTree>
      <p:nvGrpSpPr>
        <p:cNvPr id="1" name=""/>
        <p:cNvGrpSpPr/>
        <p:nvPr/>
      </p:nvGrpSpPr>
      <p:grpSpPr>
        <a:xfrm xmlns:a="http://schemas.openxmlformats.org/drawingml/2006/main"/>
      </p:grpSpPr>
      <p:sp>
        <p:nvSpPr>
          <p:cNvPr id="13" name="派生クラスによる初期化の拡張">
            <a:extLst xmlns:a="http://schemas.openxmlformats.org/drawingml/2006/main">
              <a:ext uri="{FF2B5EF4-FFF2-40B4-BE49-F238E27FC236}">
                <a16:creationId xmlns:a16="http://schemas.microsoft.com/office/drawing/2014/main" id="{86DBA30B-07AB-47D2-A1AA-160AF415DB4D}"/>
              </a:ext>
            </a:extLst>
          </p:cNvPr>
          <p:cNvSpPr>
            <a:spLocks xmlns:a="http://schemas.openxmlformats.org/drawingml/2006/main" noGrp="1"/>
          </p:cNvSpPr>
          <p:nvPr/>
        </p:nvSpPr>
        <p:spPr>
          <a:xfrm xmlns:a="http://schemas.openxmlformats.org/drawingml/2006/main">
            <a:off x="561975" y="400050"/>
            <a:ext cx="110490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EDF4FB"/>
                </a:solidFill>
                <a:latin typeface="Yu Gothic"/>
                <a:ea typeface="Yu Gothic"/>
                <a:cs typeface="Yu Gothic"/>
              </a:defRPr>
            </a:defPPr>
            <a:lvl1pPr algn="l">
              <a:defRPr sz="3300" b="1">
                <a:solidFill>
                  <a:srgbClr val="EDF4FB"/>
                </a:solidFill>
                <a:latin typeface="Yu Gothic"/>
                <a:ea typeface="Yu Gothic"/>
                <a:cs typeface="Yu Gothic"/>
              </a:defRPr>
            </a:lvl1pPr>
            <a:lvl2pPr algn="l">
              <a:defRPr sz="3300" b="1">
                <a:solidFill>
                  <a:srgbClr val="EDF4FB"/>
                </a:solidFill>
                <a:latin typeface="Yu Gothic"/>
                <a:ea typeface="Yu Gothic"/>
                <a:cs typeface="Yu Gothic"/>
              </a:defRPr>
            </a:lvl2pPr>
            <a:lvl3pPr algn="l">
              <a:defRPr sz="3300" b="1">
                <a:solidFill>
                  <a:srgbClr val="EDF4FB"/>
                </a:solidFill>
                <a:latin typeface="Yu Gothic"/>
                <a:ea typeface="Yu Gothic"/>
                <a:cs typeface="Yu Gothic"/>
              </a:defRPr>
            </a:lvl3pPr>
            <a:lvl4pPr algn="l">
              <a:defRPr sz="3300" b="1">
                <a:solidFill>
                  <a:srgbClr val="EDF4FB"/>
                </a:solidFill>
                <a:latin typeface="Yu Gothic"/>
                <a:ea typeface="Yu Gothic"/>
                <a:cs typeface="Yu Gothic"/>
              </a:defRPr>
            </a:lvl4pPr>
            <a:lvl5pPr algn="l">
              <a:defRPr sz="3300" b="1">
                <a:solidFill>
                  <a:srgbClr val="EDF4FB"/>
                </a:solidFill>
                <a:latin typeface="Yu Gothic"/>
                <a:ea typeface="Yu Gothic"/>
                <a:cs typeface="Yu Gothic"/>
              </a:defRPr>
            </a:lvl5pPr>
            <a:lvl6pPr algn="l">
              <a:defRPr sz="3300" b="1">
                <a:solidFill>
                  <a:srgbClr val="EDF4FB"/>
                </a:solidFill>
                <a:latin typeface="Yu Gothic"/>
                <a:ea typeface="Yu Gothic"/>
                <a:cs typeface="Yu Gothic"/>
              </a:defRPr>
            </a:lvl6pPr>
            <a:lvl7pPr algn="l">
              <a:defRPr sz="3300" b="1">
                <a:solidFill>
                  <a:srgbClr val="EDF4FB"/>
                </a:solidFill>
                <a:latin typeface="Yu Gothic"/>
                <a:ea typeface="Yu Gothic"/>
                <a:cs typeface="Yu Gothic"/>
              </a:defRPr>
            </a:lvl7pPr>
            <a:lvl8pPr algn="l">
              <a:defRPr sz="3300" b="1">
                <a:solidFill>
                  <a:srgbClr val="EDF4FB"/>
                </a:solidFill>
                <a:latin typeface="Yu Gothic"/>
                <a:ea typeface="Yu Gothic"/>
                <a:cs typeface="Yu Gothic"/>
              </a:defRPr>
            </a:lvl8pPr>
            <a:lvl9pPr algn="l">
              <a:defRPr sz="3300" b="1">
                <a:solidFill>
                  <a:srgbClr val="EDF4FB"/>
                </a:solidFill>
                <a:latin typeface="Yu Gothic"/>
                <a:ea typeface="Yu Gothic"/>
                <a:cs typeface="Yu Gothic"/>
              </a:defRPr>
            </a:lvl9pPr>
          </a:lstStyle>
          <a:p xmlns:a="http://schemas.openxmlformats.org/drawingml/2006/main">
            <a:pPr algn="l">
              <a:defRPr sz="3300" b="1">
                <a:solidFill>
                  <a:srgbClr val="EDF4FB"/>
                </a:solidFill>
                <a:latin typeface="Yu Gothic"/>
                <a:ea typeface="Yu Gothic"/>
                <a:cs typeface="Yu Gothic"/>
              </a:defRPr>
            </a:pPr>
            <a:r>
              <a:rPr sz="3300" b="1">
                <a:solidFill>
                  <a:srgbClr val="EDF4FB"/>
                </a:solidFill>
                <a:latin typeface="Yu Gothic"/>
                <a:ea typeface="Yu Gothic"/>
                <a:cs typeface="Yu Gothic"/>
              </a:rPr>
              <a:t>派生クラスによる初期化の拡張</a:t>
            </a:r>
          </a:p>
        </p:txBody>
      </p:sp>
      <p:sp>
        <p:nvSpPr>
          <p:cNvPr id="2" name="Enemy.__init__ の抜粋。描画は省略">
            <a:extLst xmlns:a="http://schemas.openxmlformats.org/drawingml/2006/main">
              <a:ext uri="{FF2B5EF4-FFF2-40B4-BE49-F238E27FC236}">
                <a16:creationId xmlns:a16="http://schemas.microsoft.com/office/drawing/2014/main" id="{8D3BACEE-0D2C-459E-B589-CABD992E7CBD}"/>
              </a:ext>
            </a:extLst>
          </p:cNvPr>
          <p:cNvSpPr>
            <a:spLocks xmlns:a="http://schemas.openxmlformats.org/drawingml/2006/main" noGrp="1"/>
          </p:cNvSpPr>
          <p:nvPr/>
        </p:nvSpPr>
        <p:spPr>
          <a:xfrm xmlns:a="http://schemas.openxmlformats.org/drawingml/2006/main">
            <a:off x="581025" y="1123950"/>
            <a:ext cx="1100137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68EDBE"/>
                </a:solidFill>
                <a:latin typeface="Yu Gothic"/>
                <a:ea typeface="Yu Gothic"/>
                <a:cs typeface="Yu Gothic"/>
              </a:defRPr>
            </a:defPPr>
            <a:lvl1pPr algn="l">
              <a:defRPr sz="1800" b="0">
                <a:solidFill>
                  <a:srgbClr val="68EDBE"/>
                </a:solidFill>
                <a:latin typeface="Yu Gothic"/>
                <a:ea typeface="Yu Gothic"/>
                <a:cs typeface="Yu Gothic"/>
              </a:defRPr>
            </a:lvl1pPr>
            <a:lvl2pPr algn="l">
              <a:defRPr sz="1800" b="0">
                <a:solidFill>
                  <a:srgbClr val="68EDBE"/>
                </a:solidFill>
                <a:latin typeface="Yu Gothic"/>
                <a:ea typeface="Yu Gothic"/>
                <a:cs typeface="Yu Gothic"/>
              </a:defRPr>
            </a:lvl2pPr>
            <a:lvl3pPr algn="l">
              <a:defRPr sz="1800" b="0">
                <a:solidFill>
                  <a:srgbClr val="68EDBE"/>
                </a:solidFill>
                <a:latin typeface="Yu Gothic"/>
                <a:ea typeface="Yu Gothic"/>
                <a:cs typeface="Yu Gothic"/>
              </a:defRPr>
            </a:lvl3pPr>
            <a:lvl4pPr algn="l">
              <a:defRPr sz="1800" b="0">
                <a:solidFill>
                  <a:srgbClr val="68EDBE"/>
                </a:solidFill>
                <a:latin typeface="Yu Gothic"/>
                <a:ea typeface="Yu Gothic"/>
                <a:cs typeface="Yu Gothic"/>
              </a:defRPr>
            </a:lvl4pPr>
            <a:lvl5pPr algn="l">
              <a:defRPr sz="1800" b="0">
                <a:solidFill>
                  <a:srgbClr val="68EDBE"/>
                </a:solidFill>
                <a:latin typeface="Yu Gothic"/>
                <a:ea typeface="Yu Gothic"/>
                <a:cs typeface="Yu Gothic"/>
              </a:defRPr>
            </a:lvl5pPr>
            <a:lvl6pPr algn="l">
              <a:defRPr sz="1800" b="0">
                <a:solidFill>
                  <a:srgbClr val="68EDBE"/>
                </a:solidFill>
                <a:latin typeface="Yu Gothic"/>
                <a:ea typeface="Yu Gothic"/>
                <a:cs typeface="Yu Gothic"/>
              </a:defRPr>
            </a:lvl6pPr>
            <a:lvl7pPr algn="l">
              <a:defRPr sz="1800" b="0">
                <a:solidFill>
                  <a:srgbClr val="68EDBE"/>
                </a:solidFill>
                <a:latin typeface="Yu Gothic"/>
                <a:ea typeface="Yu Gothic"/>
                <a:cs typeface="Yu Gothic"/>
              </a:defRPr>
            </a:lvl7pPr>
            <a:lvl8pPr algn="l">
              <a:defRPr sz="1800" b="0">
                <a:solidFill>
                  <a:srgbClr val="68EDBE"/>
                </a:solidFill>
                <a:latin typeface="Yu Gothic"/>
                <a:ea typeface="Yu Gothic"/>
                <a:cs typeface="Yu Gothic"/>
              </a:defRPr>
            </a:lvl8pPr>
            <a:lvl9pPr algn="l">
              <a:defRPr sz="1800" b="0">
                <a:solidFill>
                  <a:srgbClr val="68EDBE"/>
                </a:solidFill>
                <a:latin typeface="Yu Gothic"/>
                <a:ea typeface="Yu Gothic"/>
                <a:cs typeface="Yu Gothic"/>
              </a:defRPr>
            </a:lvl9pPr>
          </a:lstStyle>
          <a:p xmlns:a="http://schemas.openxmlformats.org/drawingml/2006/main">
            <a:pPr algn="l">
              <a:defRPr sz="1800" b="0">
                <a:solidFill>
                  <a:srgbClr val="68EDBE"/>
                </a:solidFill>
                <a:latin typeface="Yu Gothic"/>
                <a:ea typeface="Yu Gothic"/>
                <a:cs typeface="Yu Gothic"/>
              </a:defRPr>
            </a:pPr>
            <a:r>
              <a:rPr sz="1800" b="0">
                <a:solidFill>
                  <a:srgbClr val="68EDBE"/>
                </a:solidFill>
                <a:latin typeface="Yu Gothic"/>
                <a:ea typeface="Yu Gothic"/>
                <a:cs typeface="Yu Gothic"/>
              </a:rPr>
              <a:t>Enemy.__init__ の抜粋。描画は省略</a:t>
            </a:r>
          </a:p>
        </p:txBody>
      </p:sp>
      <p:sp>
        <p:nvSpPr>
          <p:cNvPr id="3" name="class Enemy(Actor):">
            <a:extLst xmlns:a="http://schemas.openxmlformats.org/drawingml/2006/main">
              <a:ext uri="{FF2B5EF4-FFF2-40B4-BE49-F238E27FC236}">
                <a16:creationId xmlns:a16="http://schemas.microsoft.com/office/drawing/2014/main" id="{085B6B73-9A47-41E7-AF28-D035E101B84C}"/>
              </a:ext>
            </a:extLst>
          </p:cNvPr>
          <p:cNvSpPr>
            <a:spLocks xmlns:a="http://schemas.openxmlformats.org/drawingml/2006/main" noGrp="1"/>
          </p:cNvSpPr>
          <p:nvPr/>
        </p:nvSpPr>
        <p:spPr>
          <a:xfrm xmlns:a="http://schemas.openxmlformats.org/drawingml/2006/main">
            <a:off x="590550" y="1838325"/>
            <a:ext cx="10953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EDF4FB"/>
                </a:solidFill>
                <a:latin typeface="Consolas"/>
                <a:ea typeface="Consolas"/>
                <a:cs typeface="Consolas"/>
              </a:defRPr>
            </a:defPPr>
            <a:lvl1pPr algn="l">
              <a:defRPr sz="1950" b="0">
                <a:solidFill>
                  <a:srgbClr val="EDF4FB"/>
                </a:solidFill>
                <a:latin typeface="Consolas"/>
                <a:ea typeface="Consolas"/>
                <a:cs typeface="Consolas"/>
              </a:defRPr>
            </a:lvl1pPr>
            <a:lvl2pPr algn="l">
              <a:defRPr sz="1950" b="0">
                <a:solidFill>
                  <a:srgbClr val="EDF4FB"/>
                </a:solidFill>
                <a:latin typeface="Consolas"/>
                <a:ea typeface="Consolas"/>
                <a:cs typeface="Consolas"/>
              </a:defRPr>
            </a:lvl2pPr>
            <a:lvl3pPr algn="l">
              <a:defRPr sz="1950" b="0">
                <a:solidFill>
                  <a:srgbClr val="EDF4FB"/>
                </a:solidFill>
                <a:latin typeface="Consolas"/>
                <a:ea typeface="Consolas"/>
                <a:cs typeface="Consolas"/>
              </a:defRPr>
            </a:lvl3pPr>
            <a:lvl4pPr algn="l">
              <a:defRPr sz="1950" b="0">
                <a:solidFill>
                  <a:srgbClr val="EDF4FB"/>
                </a:solidFill>
                <a:latin typeface="Consolas"/>
                <a:ea typeface="Consolas"/>
                <a:cs typeface="Consolas"/>
              </a:defRPr>
            </a:lvl4pPr>
            <a:lvl5pPr algn="l">
              <a:defRPr sz="1950" b="0">
                <a:solidFill>
                  <a:srgbClr val="EDF4FB"/>
                </a:solidFill>
                <a:latin typeface="Consolas"/>
                <a:ea typeface="Consolas"/>
                <a:cs typeface="Consolas"/>
              </a:defRPr>
            </a:lvl5pPr>
            <a:lvl6pPr algn="l">
              <a:defRPr sz="1950" b="0">
                <a:solidFill>
                  <a:srgbClr val="EDF4FB"/>
                </a:solidFill>
                <a:latin typeface="Consolas"/>
                <a:ea typeface="Consolas"/>
                <a:cs typeface="Consolas"/>
              </a:defRPr>
            </a:lvl6pPr>
            <a:lvl7pPr algn="l">
              <a:defRPr sz="1950" b="0">
                <a:solidFill>
                  <a:srgbClr val="EDF4FB"/>
                </a:solidFill>
                <a:latin typeface="Consolas"/>
                <a:ea typeface="Consolas"/>
                <a:cs typeface="Consolas"/>
              </a:defRPr>
            </a:lvl7pPr>
            <a:lvl8pPr algn="l">
              <a:defRPr sz="1950" b="0">
                <a:solidFill>
                  <a:srgbClr val="EDF4FB"/>
                </a:solidFill>
                <a:latin typeface="Consolas"/>
                <a:ea typeface="Consolas"/>
                <a:cs typeface="Consolas"/>
              </a:defRPr>
            </a:lvl8pPr>
            <a:lvl9pPr algn="l">
              <a:defRPr sz="1950" b="0">
                <a:solidFill>
                  <a:srgbClr val="EDF4FB"/>
                </a:solidFill>
                <a:latin typeface="Consolas"/>
                <a:ea typeface="Consolas"/>
                <a:cs typeface="Consolas"/>
              </a:defRPr>
            </a:lvl9pPr>
          </a:lstStyle>
          <a:p xmlns:a="http://schemas.openxmlformats.org/drawingml/2006/main">
            <a:pPr algn="l">
              <a:defRPr sz="1950" b="0">
                <a:solidFill>
                  <a:srgbClr val="EDF4FB"/>
                </a:solidFill>
                <a:latin typeface="Consolas"/>
                <a:ea typeface="Consolas"/>
                <a:cs typeface="Consolas"/>
              </a:defRPr>
            </a:pPr>
            <a:r>
              <a:rPr sz="1950" b="0">
                <a:solidFill>
                  <a:srgbClr val="EDF4FB"/>
                </a:solidFill>
                <a:latin typeface="Consolas"/>
                <a:ea typeface="Consolas"/>
                <a:cs typeface="Consolas"/>
              </a:rPr>
              <a:t>class Enemy(Actor):</a:t>
            </a:r>
          </a:p>
        </p:txBody>
      </p:sp>
      <p:sp>
        <p:nvSpPr>
          <p:cNvPr id="4" name="    def __init__(self, name, position, speed=80, hp=1):">
            <a:extLst xmlns:a="http://schemas.openxmlformats.org/drawingml/2006/main">
              <a:ext uri="{FF2B5EF4-FFF2-40B4-BE49-F238E27FC236}">
                <a16:creationId xmlns:a16="http://schemas.microsoft.com/office/drawing/2014/main" id="{0388F9F9-376C-49C1-B522-01318BC58B6D}"/>
              </a:ext>
            </a:extLst>
          </p:cNvPr>
          <p:cNvSpPr>
            <a:spLocks xmlns:a="http://schemas.openxmlformats.org/drawingml/2006/main" noGrp="1"/>
          </p:cNvSpPr>
          <p:nvPr/>
        </p:nvSpPr>
        <p:spPr>
          <a:xfrm xmlns:a="http://schemas.openxmlformats.org/drawingml/2006/main">
            <a:off x="590550" y="2143125"/>
            <a:ext cx="10953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EDF4FB"/>
                </a:solidFill>
                <a:latin typeface="Consolas"/>
                <a:ea typeface="Consolas"/>
                <a:cs typeface="Consolas"/>
              </a:defRPr>
            </a:defPPr>
            <a:lvl1pPr algn="l">
              <a:defRPr sz="1950" b="0">
                <a:solidFill>
                  <a:srgbClr val="EDF4FB"/>
                </a:solidFill>
                <a:latin typeface="Consolas"/>
                <a:ea typeface="Consolas"/>
                <a:cs typeface="Consolas"/>
              </a:defRPr>
            </a:lvl1pPr>
            <a:lvl2pPr algn="l">
              <a:defRPr sz="1950" b="0">
                <a:solidFill>
                  <a:srgbClr val="EDF4FB"/>
                </a:solidFill>
                <a:latin typeface="Consolas"/>
                <a:ea typeface="Consolas"/>
                <a:cs typeface="Consolas"/>
              </a:defRPr>
            </a:lvl2pPr>
            <a:lvl3pPr algn="l">
              <a:defRPr sz="1950" b="0">
                <a:solidFill>
                  <a:srgbClr val="EDF4FB"/>
                </a:solidFill>
                <a:latin typeface="Consolas"/>
                <a:ea typeface="Consolas"/>
                <a:cs typeface="Consolas"/>
              </a:defRPr>
            </a:lvl3pPr>
            <a:lvl4pPr algn="l">
              <a:defRPr sz="1950" b="0">
                <a:solidFill>
                  <a:srgbClr val="EDF4FB"/>
                </a:solidFill>
                <a:latin typeface="Consolas"/>
                <a:ea typeface="Consolas"/>
                <a:cs typeface="Consolas"/>
              </a:defRPr>
            </a:lvl4pPr>
            <a:lvl5pPr algn="l">
              <a:defRPr sz="1950" b="0">
                <a:solidFill>
                  <a:srgbClr val="EDF4FB"/>
                </a:solidFill>
                <a:latin typeface="Consolas"/>
                <a:ea typeface="Consolas"/>
                <a:cs typeface="Consolas"/>
              </a:defRPr>
            </a:lvl5pPr>
            <a:lvl6pPr algn="l">
              <a:defRPr sz="1950" b="0">
                <a:solidFill>
                  <a:srgbClr val="EDF4FB"/>
                </a:solidFill>
                <a:latin typeface="Consolas"/>
                <a:ea typeface="Consolas"/>
                <a:cs typeface="Consolas"/>
              </a:defRPr>
            </a:lvl6pPr>
            <a:lvl7pPr algn="l">
              <a:defRPr sz="1950" b="0">
                <a:solidFill>
                  <a:srgbClr val="EDF4FB"/>
                </a:solidFill>
                <a:latin typeface="Consolas"/>
                <a:ea typeface="Consolas"/>
                <a:cs typeface="Consolas"/>
              </a:defRPr>
            </a:lvl7pPr>
            <a:lvl8pPr algn="l">
              <a:defRPr sz="1950" b="0">
                <a:solidFill>
                  <a:srgbClr val="EDF4FB"/>
                </a:solidFill>
                <a:latin typeface="Consolas"/>
                <a:ea typeface="Consolas"/>
                <a:cs typeface="Consolas"/>
              </a:defRPr>
            </a:lvl8pPr>
            <a:lvl9pPr algn="l">
              <a:defRPr sz="1950" b="0">
                <a:solidFill>
                  <a:srgbClr val="EDF4FB"/>
                </a:solidFill>
                <a:latin typeface="Consolas"/>
                <a:ea typeface="Consolas"/>
                <a:cs typeface="Consolas"/>
              </a:defRPr>
            </a:lvl9pPr>
          </a:lstStyle>
          <a:p xmlns:a="http://schemas.openxmlformats.org/drawingml/2006/main">
            <a:pPr algn="l">
              <a:defRPr sz="1950" b="0">
                <a:solidFill>
                  <a:srgbClr val="EDF4FB"/>
                </a:solidFill>
                <a:latin typeface="Consolas"/>
                <a:ea typeface="Consolas"/>
                <a:cs typeface="Consolas"/>
              </a:defRPr>
            </a:pPr>
            <a:r>
              <a:rPr sz="1950" b="0">
                <a:solidFill>
                  <a:srgbClr val="EDF4FB"/>
                </a:solidFill>
                <a:latin typeface="Consolas"/>
                <a:ea typeface="Consolas"/>
                <a:cs typeface="Consolas"/>
              </a:rPr>
              <a:t>    def __init__(self, name, position, speed=80, hp=1):</a:t>
            </a:r>
          </a:p>
        </p:txBody>
      </p:sp>
      <p:sp>
        <p:nvSpPr>
          <p:cNvPr id="5" name="        super().__init__(name, position, (44, 40))">
            <a:extLst xmlns:a="http://schemas.openxmlformats.org/drawingml/2006/main">
              <a:ext uri="{FF2B5EF4-FFF2-40B4-BE49-F238E27FC236}">
                <a16:creationId xmlns:a16="http://schemas.microsoft.com/office/drawing/2014/main" id="{FC31BA98-C7AF-4E83-99D6-A10DE36727D2}"/>
              </a:ext>
            </a:extLst>
          </p:cNvPr>
          <p:cNvSpPr>
            <a:spLocks xmlns:a="http://schemas.openxmlformats.org/drawingml/2006/main" noGrp="1"/>
          </p:cNvSpPr>
          <p:nvPr/>
        </p:nvSpPr>
        <p:spPr>
          <a:xfrm xmlns:a="http://schemas.openxmlformats.org/drawingml/2006/main">
            <a:off x="590550" y="2447925"/>
            <a:ext cx="10953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EDF4FB"/>
                </a:solidFill>
                <a:latin typeface="Consolas"/>
                <a:ea typeface="Consolas"/>
                <a:cs typeface="Consolas"/>
              </a:defRPr>
            </a:defPPr>
            <a:lvl1pPr algn="l">
              <a:defRPr sz="1950" b="0">
                <a:solidFill>
                  <a:srgbClr val="EDF4FB"/>
                </a:solidFill>
                <a:latin typeface="Consolas"/>
                <a:ea typeface="Consolas"/>
                <a:cs typeface="Consolas"/>
              </a:defRPr>
            </a:lvl1pPr>
            <a:lvl2pPr algn="l">
              <a:defRPr sz="1950" b="0">
                <a:solidFill>
                  <a:srgbClr val="EDF4FB"/>
                </a:solidFill>
                <a:latin typeface="Consolas"/>
                <a:ea typeface="Consolas"/>
                <a:cs typeface="Consolas"/>
              </a:defRPr>
            </a:lvl2pPr>
            <a:lvl3pPr algn="l">
              <a:defRPr sz="1950" b="0">
                <a:solidFill>
                  <a:srgbClr val="EDF4FB"/>
                </a:solidFill>
                <a:latin typeface="Consolas"/>
                <a:ea typeface="Consolas"/>
                <a:cs typeface="Consolas"/>
              </a:defRPr>
            </a:lvl3pPr>
            <a:lvl4pPr algn="l">
              <a:defRPr sz="1950" b="0">
                <a:solidFill>
                  <a:srgbClr val="EDF4FB"/>
                </a:solidFill>
                <a:latin typeface="Consolas"/>
                <a:ea typeface="Consolas"/>
                <a:cs typeface="Consolas"/>
              </a:defRPr>
            </a:lvl4pPr>
            <a:lvl5pPr algn="l">
              <a:defRPr sz="1950" b="0">
                <a:solidFill>
                  <a:srgbClr val="EDF4FB"/>
                </a:solidFill>
                <a:latin typeface="Consolas"/>
                <a:ea typeface="Consolas"/>
                <a:cs typeface="Consolas"/>
              </a:defRPr>
            </a:lvl5pPr>
            <a:lvl6pPr algn="l">
              <a:defRPr sz="1950" b="0">
                <a:solidFill>
                  <a:srgbClr val="EDF4FB"/>
                </a:solidFill>
                <a:latin typeface="Consolas"/>
                <a:ea typeface="Consolas"/>
                <a:cs typeface="Consolas"/>
              </a:defRPr>
            </a:lvl6pPr>
            <a:lvl7pPr algn="l">
              <a:defRPr sz="1950" b="0">
                <a:solidFill>
                  <a:srgbClr val="EDF4FB"/>
                </a:solidFill>
                <a:latin typeface="Consolas"/>
                <a:ea typeface="Consolas"/>
                <a:cs typeface="Consolas"/>
              </a:defRPr>
            </a:lvl7pPr>
            <a:lvl8pPr algn="l">
              <a:defRPr sz="1950" b="0">
                <a:solidFill>
                  <a:srgbClr val="EDF4FB"/>
                </a:solidFill>
                <a:latin typeface="Consolas"/>
                <a:ea typeface="Consolas"/>
                <a:cs typeface="Consolas"/>
              </a:defRPr>
            </a:lvl8pPr>
            <a:lvl9pPr algn="l">
              <a:defRPr sz="1950" b="0">
                <a:solidFill>
                  <a:srgbClr val="EDF4FB"/>
                </a:solidFill>
                <a:latin typeface="Consolas"/>
                <a:ea typeface="Consolas"/>
                <a:cs typeface="Consolas"/>
              </a:defRPr>
            </a:lvl9pPr>
          </a:lstStyle>
          <a:p xmlns:a="http://schemas.openxmlformats.org/drawingml/2006/main">
            <a:pPr algn="l">
              <a:defRPr sz="1950" b="0">
                <a:solidFill>
                  <a:srgbClr val="EDF4FB"/>
                </a:solidFill>
                <a:latin typeface="Consolas"/>
                <a:ea typeface="Consolas"/>
                <a:cs typeface="Consolas"/>
              </a:defRPr>
            </a:pPr>
            <a:r>
              <a:rPr sz="1950" b="0">
                <a:solidFill>
                  <a:srgbClr val="EDF4FB"/>
                </a:solidFill>
                <a:latin typeface="Consolas"/>
                <a:ea typeface="Consolas"/>
                <a:cs typeface="Consolas"/>
              </a:rPr>
              <a:t>        super().__init__(name, position, (44, 40))</a:t>
            </a:r>
          </a:p>
        </p:txBody>
      </p:sp>
      <p:sp>
        <p:nvSpPr>
          <p:cNvPr id="6" name="        self.velocity.y = speed">
            <a:extLst xmlns:a="http://schemas.openxmlformats.org/drawingml/2006/main">
              <a:ext uri="{FF2B5EF4-FFF2-40B4-BE49-F238E27FC236}">
                <a16:creationId xmlns:a16="http://schemas.microsoft.com/office/drawing/2014/main" id="{1FA50475-082B-4579-B990-794F580604D2}"/>
              </a:ext>
            </a:extLst>
          </p:cNvPr>
          <p:cNvSpPr>
            <a:spLocks xmlns:a="http://schemas.openxmlformats.org/drawingml/2006/main" noGrp="1"/>
          </p:cNvSpPr>
          <p:nvPr/>
        </p:nvSpPr>
        <p:spPr>
          <a:xfrm xmlns:a="http://schemas.openxmlformats.org/drawingml/2006/main">
            <a:off x="590550" y="2752725"/>
            <a:ext cx="10953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EDF4FB"/>
                </a:solidFill>
                <a:latin typeface="Consolas"/>
                <a:ea typeface="Consolas"/>
                <a:cs typeface="Consolas"/>
              </a:defRPr>
            </a:defPPr>
            <a:lvl1pPr algn="l">
              <a:defRPr sz="1950" b="0">
                <a:solidFill>
                  <a:srgbClr val="EDF4FB"/>
                </a:solidFill>
                <a:latin typeface="Consolas"/>
                <a:ea typeface="Consolas"/>
                <a:cs typeface="Consolas"/>
              </a:defRPr>
            </a:lvl1pPr>
            <a:lvl2pPr algn="l">
              <a:defRPr sz="1950" b="0">
                <a:solidFill>
                  <a:srgbClr val="EDF4FB"/>
                </a:solidFill>
                <a:latin typeface="Consolas"/>
                <a:ea typeface="Consolas"/>
                <a:cs typeface="Consolas"/>
              </a:defRPr>
            </a:lvl2pPr>
            <a:lvl3pPr algn="l">
              <a:defRPr sz="1950" b="0">
                <a:solidFill>
                  <a:srgbClr val="EDF4FB"/>
                </a:solidFill>
                <a:latin typeface="Consolas"/>
                <a:ea typeface="Consolas"/>
                <a:cs typeface="Consolas"/>
              </a:defRPr>
            </a:lvl3pPr>
            <a:lvl4pPr algn="l">
              <a:defRPr sz="1950" b="0">
                <a:solidFill>
                  <a:srgbClr val="EDF4FB"/>
                </a:solidFill>
                <a:latin typeface="Consolas"/>
                <a:ea typeface="Consolas"/>
                <a:cs typeface="Consolas"/>
              </a:defRPr>
            </a:lvl4pPr>
            <a:lvl5pPr algn="l">
              <a:defRPr sz="1950" b="0">
                <a:solidFill>
                  <a:srgbClr val="EDF4FB"/>
                </a:solidFill>
                <a:latin typeface="Consolas"/>
                <a:ea typeface="Consolas"/>
                <a:cs typeface="Consolas"/>
              </a:defRPr>
            </a:lvl5pPr>
            <a:lvl6pPr algn="l">
              <a:defRPr sz="1950" b="0">
                <a:solidFill>
                  <a:srgbClr val="EDF4FB"/>
                </a:solidFill>
                <a:latin typeface="Consolas"/>
                <a:ea typeface="Consolas"/>
                <a:cs typeface="Consolas"/>
              </a:defRPr>
            </a:lvl6pPr>
            <a:lvl7pPr algn="l">
              <a:defRPr sz="1950" b="0">
                <a:solidFill>
                  <a:srgbClr val="EDF4FB"/>
                </a:solidFill>
                <a:latin typeface="Consolas"/>
                <a:ea typeface="Consolas"/>
                <a:cs typeface="Consolas"/>
              </a:defRPr>
            </a:lvl7pPr>
            <a:lvl8pPr algn="l">
              <a:defRPr sz="1950" b="0">
                <a:solidFill>
                  <a:srgbClr val="EDF4FB"/>
                </a:solidFill>
                <a:latin typeface="Consolas"/>
                <a:ea typeface="Consolas"/>
                <a:cs typeface="Consolas"/>
              </a:defRPr>
            </a:lvl8pPr>
            <a:lvl9pPr algn="l">
              <a:defRPr sz="1950" b="0">
                <a:solidFill>
                  <a:srgbClr val="EDF4FB"/>
                </a:solidFill>
                <a:latin typeface="Consolas"/>
                <a:ea typeface="Consolas"/>
                <a:cs typeface="Consolas"/>
              </a:defRPr>
            </a:lvl9pPr>
          </a:lstStyle>
          <a:p xmlns:a="http://schemas.openxmlformats.org/drawingml/2006/main">
            <a:pPr algn="l">
              <a:defRPr sz="1950" b="0">
                <a:solidFill>
                  <a:srgbClr val="EDF4FB"/>
                </a:solidFill>
                <a:latin typeface="Consolas"/>
                <a:ea typeface="Consolas"/>
                <a:cs typeface="Consolas"/>
              </a:defRPr>
            </a:pPr>
            <a:r>
              <a:rPr sz="1950" b="0">
                <a:solidFill>
                  <a:srgbClr val="EDF4FB"/>
                </a:solidFill>
                <a:latin typeface="Consolas"/>
                <a:ea typeface="Consolas"/>
                <a:cs typeface="Consolas"/>
              </a:rPr>
              <a:t>        self.velocity.y = speed</a:t>
            </a:r>
          </a:p>
        </p:txBody>
      </p:sp>
      <p:sp>
        <p:nvSpPr>
          <p:cNvPr id="7" name="        self.hp = hp">
            <a:extLst xmlns:a="http://schemas.openxmlformats.org/drawingml/2006/main">
              <a:ext uri="{FF2B5EF4-FFF2-40B4-BE49-F238E27FC236}">
                <a16:creationId xmlns:a16="http://schemas.microsoft.com/office/drawing/2014/main" id="{80E283B9-B4A7-4D69-B987-FCB0493B45D6}"/>
              </a:ext>
            </a:extLst>
          </p:cNvPr>
          <p:cNvSpPr>
            <a:spLocks xmlns:a="http://schemas.openxmlformats.org/drawingml/2006/main" noGrp="1"/>
          </p:cNvSpPr>
          <p:nvPr/>
        </p:nvSpPr>
        <p:spPr>
          <a:xfrm xmlns:a="http://schemas.openxmlformats.org/drawingml/2006/main">
            <a:off x="590550" y="3057525"/>
            <a:ext cx="10953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EDF4FB"/>
                </a:solidFill>
                <a:latin typeface="Consolas"/>
                <a:ea typeface="Consolas"/>
                <a:cs typeface="Consolas"/>
              </a:defRPr>
            </a:defPPr>
            <a:lvl1pPr algn="l">
              <a:defRPr sz="1950" b="0">
                <a:solidFill>
                  <a:srgbClr val="EDF4FB"/>
                </a:solidFill>
                <a:latin typeface="Consolas"/>
                <a:ea typeface="Consolas"/>
                <a:cs typeface="Consolas"/>
              </a:defRPr>
            </a:lvl1pPr>
            <a:lvl2pPr algn="l">
              <a:defRPr sz="1950" b="0">
                <a:solidFill>
                  <a:srgbClr val="EDF4FB"/>
                </a:solidFill>
                <a:latin typeface="Consolas"/>
                <a:ea typeface="Consolas"/>
                <a:cs typeface="Consolas"/>
              </a:defRPr>
            </a:lvl2pPr>
            <a:lvl3pPr algn="l">
              <a:defRPr sz="1950" b="0">
                <a:solidFill>
                  <a:srgbClr val="EDF4FB"/>
                </a:solidFill>
                <a:latin typeface="Consolas"/>
                <a:ea typeface="Consolas"/>
                <a:cs typeface="Consolas"/>
              </a:defRPr>
            </a:lvl3pPr>
            <a:lvl4pPr algn="l">
              <a:defRPr sz="1950" b="0">
                <a:solidFill>
                  <a:srgbClr val="EDF4FB"/>
                </a:solidFill>
                <a:latin typeface="Consolas"/>
                <a:ea typeface="Consolas"/>
                <a:cs typeface="Consolas"/>
              </a:defRPr>
            </a:lvl4pPr>
            <a:lvl5pPr algn="l">
              <a:defRPr sz="1950" b="0">
                <a:solidFill>
                  <a:srgbClr val="EDF4FB"/>
                </a:solidFill>
                <a:latin typeface="Consolas"/>
                <a:ea typeface="Consolas"/>
                <a:cs typeface="Consolas"/>
              </a:defRPr>
            </a:lvl5pPr>
            <a:lvl6pPr algn="l">
              <a:defRPr sz="1950" b="0">
                <a:solidFill>
                  <a:srgbClr val="EDF4FB"/>
                </a:solidFill>
                <a:latin typeface="Consolas"/>
                <a:ea typeface="Consolas"/>
                <a:cs typeface="Consolas"/>
              </a:defRPr>
            </a:lvl6pPr>
            <a:lvl7pPr algn="l">
              <a:defRPr sz="1950" b="0">
                <a:solidFill>
                  <a:srgbClr val="EDF4FB"/>
                </a:solidFill>
                <a:latin typeface="Consolas"/>
                <a:ea typeface="Consolas"/>
                <a:cs typeface="Consolas"/>
              </a:defRPr>
            </a:lvl7pPr>
            <a:lvl8pPr algn="l">
              <a:defRPr sz="1950" b="0">
                <a:solidFill>
                  <a:srgbClr val="EDF4FB"/>
                </a:solidFill>
                <a:latin typeface="Consolas"/>
                <a:ea typeface="Consolas"/>
                <a:cs typeface="Consolas"/>
              </a:defRPr>
            </a:lvl8pPr>
            <a:lvl9pPr algn="l">
              <a:defRPr sz="1950" b="0">
                <a:solidFill>
                  <a:srgbClr val="EDF4FB"/>
                </a:solidFill>
                <a:latin typeface="Consolas"/>
                <a:ea typeface="Consolas"/>
                <a:cs typeface="Consolas"/>
              </a:defRPr>
            </a:lvl9pPr>
          </a:lstStyle>
          <a:p xmlns:a="http://schemas.openxmlformats.org/drawingml/2006/main">
            <a:pPr algn="l">
              <a:defRPr sz="1950" b="0">
                <a:solidFill>
                  <a:srgbClr val="EDF4FB"/>
                </a:solidFill>
                <a:latin typeface="Consolas"/>
                <a:ea typeface="Consolas"/>
                <a:cs typeface="Consolas"/>
              </a:defRPr>
            </a:pPr>
            <a:r>
              <a:rPr sz="1950" b="0">
                <a:solidFill>
                  <a:srgbClr val="EDF4FB"/>
                </a:solidFill>
                <a:latin typeface="Consolas"/>
                <a:ea typeface="Consolas"/>
                <a:cs typeface="Consolas"/>
              </a:rPr>
              <a:t>        self.hp = hp</a:t>
            </a:r>
          </a:p>
        </p:txBody>
      </p:sp>
      <p:sp>
        <p:nvSpPr>
          <p:cNvPr id="8" name="        self.max_hp = hp">
            <a:extLst xmlns:a="http://schemas.openxmlformats.org/drawingml/2006/main">
              <a:ext uri="{FF2B5EF4-FFF2-40B4-BE49-F238E27FC236}">
                <a16:creationId xmlns:a16="http://schemas.microsoft.com/office/drawing/2014/main" id="{7213F96E-2552-4393-85BA-770733579B65}"/>
              </a:ext>
            </a:extLst>
          </p:cNvPr>
          <p:cNvSpPr>
            <a:spLocks xmlns:a="http://schemas.openxmlformats.org/drawingml/2006/main" noGrp="1"/>
          </p:cNvSpPr>
          <p:nvPr/>
        </p:nvSpPr>
        <p:spPr>
          <a:xfrm xmlns:a="http://schemas.openxmlformats.org/drawingml/2006/main">
            <a:off x="590550" y="3362325"/>
            <a:ext cx="10953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EDF4FB"/>
                </a:solidFill>
                <a:latin typeface="Consolas"/>
                <a:ea typeface="Consolas"/>
                <a:cs typeface="Consolas"/>
              </a:defRPr>
            </a:defPPr>
            <a:lvl1pPr algn="l">
              <a:defRPr sz="1950" b="0">
                <a:solidFill>
                  <a:srgbClr val="EDF4FB"/>
                </a:solidFill>
                <a:latin typeface="Consolas"/>
                <a:ea typeface="Consolas"/>
                <a:cs typeface="Consolas"/>
              </a:defRPr>
            </a:lvl1pPr>
            <a:lvl2pPr algn="l">
              <a:defRPr sz="1950" b="0">
                <a:solidFill>
                  <a:srgbClr val="EDF4FB"/>
                </a:solidFill>
                <a:latin typeface="Consolas"/>
                <a:ea typeface="Consolas"/>
                <a:cs typeface="Consolas"/>
              </a:defRPr>
            </a:lvl2pPr>
            <a:lvl3pPr algn="l">
              <a:defRPr sz="1950" b="0">
                <a:solidFill>
                  <a:srgbClr val="EDF4FB"/>
                </a:solidFill>
                <a:latin typeface="Consolas"/>
                <a:ea typeface="Consolas"/>
                <a:cs typeface="Consolas"/>
              </a:defRPr>
            </a:lvl3pPr>
            <a:lvl4pPr algn="l">
              <a:defRPr sz="1950" b="0">
                <a:solidFill>
                  <a:srgbClr val="EDF4FB"/>
                </a:solidFill>
                <a:latin typeface="Consolas"/>
                <a:ea typeface="Consolas"/>
                <a:cs typeface="Consolas"/>
              </a:defRPr>
            </a:lvl4pPr>
            <a:lvl5pPr algn="l">
              <a:defRPr sz="1950" b="0">
                <a:solidFill>
                  <a:srgbClr val="EDF4FB"/>
                </a:solidFill>
                <a:latin typeface="Consolas"/>
                <a:ea typeface="Consolas"/>
                <a:cs typeface="Consolas"/>
              </a:defRPr>
            </a:lvl5pPr>
            <a:lvl6pPr algn="l">
              <a:defRPr sz="1950" b="0">
                <a:solidFill>
                  <a:srgbClr val="EDF4FB"/>
                </a:solidFill>
                <a:latin typeface="Consolas"/>
                <a:ea typeface="Consolas"/>
                <a:cs typeface="Consolas"/>
              </a:defRPr>
            </a:lvl6pPr>
            <a:lvl7pPr algn="l">
              <a:defRPr sz="1950" b="0">
                <a:solidFill>
                  <a:srgbClr val="EDF4FB"/>
                </a:solidFill>
                <a:latin typeface="Consolas"/>
                <a:ea typeface="Consolas"/>
                <a:cs typeface="Consolas"/>
              </a:defRPr>
            </a:lvl7pPr>
            <a:lvl8pPr algn="l">
              <a:defRPr sz="1950" b="0">
                <a:solidFill>
                  <a:srgbClr val="EDF4FB"/>
                </a:solidFill>
                <a:latin typeface="Consolas"/>
                <a:ea typeface="Consolas"/>
                <a:cs typeface="Consolas"/>
              </a:defRPr>
            </a:lvl8pPr>
            <a:lvl9pPr algn="l">
              <a:defRPr sz="1950" b="0">
                <a:solidFill>
                  <a:srgbClr val="EDF4FB"/>
                </a:solidFill>
                <a:latin typeface="Consolas"/>
                <a:ea typeface="Consolas"/>
                <a:cs typeface="Consolas"/>
              </a:defRPr>
            </a:lvl9pPr>
          </a:lstStyle>
          <a:p xmlns:a="http://schemas.openxmlformats.org/drawingml/2006/main">
            <a:pPr algn="l">
              <a:defRPr sz="1950" b="0">
                <a:solidFill>
                  <a:srgbClr val="EDF4FB"/>
                </a:solidFill>
                <a:latin typeface="Consolas"/>
                <a:ea typeface="Consolas"/>
                <a:cs typeface="Consolas"/>
              </a:defRPr>
            </a:pPr>
            <a:r>
              <a:rPr sz="1950" b="0">
                <a:solidFill>
                  <a:srgbClr val="EDF4FB"/>
                </a:solidFill>
                <a:latin typeface="Consolas"/>
                <a:ea typeface="Consolas"/>
                <a:cs typeface="Consolas"/>
              </a:rPr>
              <a:t>        self.max_hp = hp</a:t>
            </a:r>
          </a:p>
        </p:txBody>
      </p:sp>
      <p:sp>
        <p:nvSpPr>
          <p:cNvPr id="9" name="共通状態を作り、敵の速度と HP を設定する。">
            <a:extLst xmlns:a="http://schemas.openxmlformats.org/drawingml/2006/main">
              <a:ext uri="{FF2B5EF4-FFF2-40B4-BE49-F238E27FC236}">
                <a16:creationId xmlns:a16="http://schemas.microsoft.com/office/drawing/2014/main" id="{477AECAB-D75D-4556-9AA5-DACB2584BA00}"/>
              </a:ext>
            </a:extLst>
          </p:cNvPr>
          <p:cNvSpPr>
            <a:spLocks xmlns:a="http://schemas.openxmlformats.org/drawingml/2006/main" noGrp="1"/>
          </p:cNvSpPr>
          <p:nvPr/>
        </p:nvSpPr>
        <p:spPr>
          <a:xfrm xmlns:a="http://schemas.openxmlformats.org/drawingml/2006/main">
            <a:off x="590550" y="5524500"/>
            <a:ext cx="523875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68EDBE"/>
                </a:solidFill>
                <a:latin typeface="Yu Gothic"/>
                <a:ea typeface="Yu Gothic"/>
                <a:cs typeface="Yu Gothic"/>
              </a:defRPr>
            </a:defPPr>
            <a:lvl1pPr algn="l">
              <a:defRPr sz="1725" b="0">
                <a:solidFill>
                  <a:srgbClr val="68EDBE"/>
                </a:solidFill>
                <a:latin typeface="Yu Gothic"/>
                <a:ea typeface="Yu Gothic"/>
                <a:cs typeface="Yu Gothic"/>
              </a:defRPr>
            </a:lvl1pPr>
            <a:lvl2pPr algn="l">
              <a:defRPr sz="1725" b="0">
                <a:solidFill>
                  <a:srgbClr val="68EDBE"/>
                </a:solidFill>
                <a:latin typeface="Yu Gothic"/>
                <a:ea typeface="Yu Gothic"/>
                <a:cs typeface="Yu Gothic"/>
              </a:defRPr>
            </a:lvl2pPr>
            <a:lvl3pPr algn="l">
              <a:defRPr sz="1725" b="0">
                <a:solidFill>
                  <a:srgbClr val="68EDBE"/>
                </a:solidFill>
                <a:latin typeface="Yu Gothic"/>
                <a:ea typeface="Yu Gothic"/>
                <a:cs typeface="Yu Gothic"/>
              </a:defRPr>
            </a:lvl3pPr>
            <a:lvl4pPr algn="l">
              <a:defRPr sz="1725" b="0">
                <a:solidFill>
                  <a:srgbClr val="68EDBE"/>
                </a:solidFill>
                <a:latin typeface="Yu Gothic"/>
                <a:ea typeface="Yu Gothic"/>
                <a:cs typeface="Yu Gothic"/>
              </a:defRPr>
            </a:lvl4pPr>
            <a:lvl5pPr algn="l">
              <a:defRPr sz="1725" b="0">
                <a:solidFill>
                  <a:srgbClr val="68EDBE"/>
                </a:solidFill>
                <a:latin typeface="Yu Gothic"/>
                <a:ea typeface="Yu Gothic"/>
                <a:cs typeface="Yu Gothic"/>
              </a:defRPr>
            </a:lvl5pPr>
            <a:lvl6pPr algn="l">
              <a:defRPr sz="1725" b="0">
                <a:solidFill>
                  <a:srgbClr val="68EDBE"/>
                </a:solidFill>
                <a:latin typeface="Yu Gothic"/>
                <a:ea typeface="Yu Gothic"/>
                <a:cs typeface="Yu Gothic"/>
              </a:defRPr>
            </a:lvl6pPr>
            <a:lvl7pPr algn="l">
              <a:defRPr sz="1725" b="0">
                <a:solidFill>
                  <a:srgbClr val="68EDBE"/>
                </a:solidFill>
                <a:latin typeface="Yu Gothic"/>
                <a:ea typeface="Yu Gothic"/>
                <a:cs typeface="Yu Gothic"/>
              </a:defRPr>
            </a:lvl7pPr>
            <a:lvl8pPr algn="l">
              <a:defRPr sz="1725" b="0">
                <a:solidFill>
                  <a:srgbClr val="68EDBE"/>
                </a:solidFill>
                <a:latin typeface="Yu Gothic"/>
                <a:ea typeface="Yu Gothic"/>
                <a:cs typeface="Yu Gothic"/>
              </a:defRPr>
            </a:lvl8pPr>
            <a:lvl9pPr algn="l">
              <a:defRPr sz="1725" b="0">
                <a:solidFill>
                  <a:srgbClr val="68EDBE"/>
                </a:solidFill>
                <a:latin typeface="Yu Gothic"/>
                <a:ea typeface="Yu Gothic"/>
                <a:cs typeface="Yu Gothic"/>
              </a:defRPr>
            </a:lvl9pPr>
          </a:lstStyle>
          <a:p xmlns:a="http://schemas.openxmlformats.org/drawingml/2006/main">
            <a:pPr algn="l">
              <a:defRPr sz="1725" b="0">
                <a:solidFill>
                  <a:srgbClr val="68EDBE"/>
                </a:solidFill>
                <a:latin typeface="Yu Gothic"/>
                <a:ea typeface="Yu Gothic"/>
                <a:cs typeface="Yu Gothic"/>
              </a:defRPr>
            </a:pPr>
            <a:r>
              <a:rPr sz="1725" b="0">
                <a:solidFill>
                  <a:srgbClr val="68EDBE"/>
                </a:solidFill>
                <a:latin typeface="Yu Gothic"/>
                <a:ea typeface="Yu Gothic"/>
                <a:cs typeface="Yu Gothic"/>
              </a:rPr>
              <a:t>共通状態を作り、敵の速度と HP を設定する。</a:t>
            </a:r>
          </a:p>
        </p:txBody>
      </p:sp>
      <p:sp>
        <p:nvSpPr>
          <p:cNvPr id="10" name="__init__ を上書きしたら、必要な基底初期化を明示的に呼ぶ。">
            <a:extLst xmlns:a="http://schemas.openxmlformats.org/drawingml/2006/main">
              <a:ext uri="{FF2B5EF4-FFF2-40B4-BE49-F238E27FC236}">
                <a16:creationId xmlns:a16="http://schemas.microsoft.com/office/drawing/2014/main" id="{CAFF6C60-0337-46C2-81B2-44E47E8B9F22}"/>
              </a:ext>
            </a:extLst>
          </p:cNvPr>
          <p:cNvSpPr>
            <a:spLocks xmlns:a="http://schemas.openxmlformats.org/drawingml/2006/main" noGrp="1"/>
          </p:cNvSpPr>
          <p:nvPr/>
        </p:nvSpPr>
        <p:spPr>
          <a:xfrm xmlns:a="http://schemas.openxmlformats.org/drawingml/2006/main">
            <a:off x="6305550" y="5524500"/>
            <a:ext cx="523875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68EDBE"/>
                </a:solidFill>
                <a:latin typeface="Yu Gothic"/>
                <a:ea typeface="Yu Gothic"/>
                <a:cs typeface="Yu Gothic"/>
              </a:defRPr>
            </a:defPPr>
            <a:lvl1pPr algn="l">
              <a:defRPr sz="1725" b="0">
                <a:solidFill>
                  <a:srgbClr val="68EDBE"/>
                </a:solidFill>
                <a:latin typeface="Yu Gothic"/>
                <a:ea typeface="Yu Gothic"/>
                <a:cs typeface="Yu Gothic"/>
              </a:defRPr>
            </a:lvl1pPr>
            <a:lvl2pPr algn="l">
              <a:defRPr sz="1725" b="0">
                <a:solidFill>
                  <a:srgbClr val="68EDBE"/>
                </a:solidFill>
                <a:latin typeface="Yu Gothic"/>
                <a:ea typeface="Yu Gothic"/>
                <a:cs typeface="Yu Gothic"/>
              </a:defRPr>
            </a:lvl2pPr>
            <a:lvl3pPr algn="l">
              <a:defRPr sz="1725" b="0">
                <a:solidFill>
                  <a:srgbClr val="68EDBE"/>
                </a:solidFill>
                <a:latin typeface="Yu Gothic"/>
                <a:ea typeface="Yu Gothic"/>
                <a:cs typeface="Yu Gothic"/>
              </a:defRPr>
            </a:lvl3pPr>
            <a:lvl4pPr algn="l">
              <a:defRPr sz="1725" b="0">
                <a:solidFill>
                  <a:srgbClr val="68EDBE"/>
                </a:solidFill>
                <a:latin typeface="Yu Gothic"/>
                <a:ea typeface="Yu Gothic"/>
                <a:cs typeface="Yu Gothic"/>
              </a:defRPr>
            </a:lvl4pPr>
            <a:lvl5pPr algn="l">
              <a:defRPr sz="1725" b="0">
                <a:solidFill>
                  <a:srgbClr val="68EDBE"/>
                </a:solidFill>
                <a:latin typeface="Yu Gothic"/>
                <a:ea typeface="Yu Gothic"/>
                <a:cs typeface="Yu Gothic"/>
              </a:defRPr>
            </a:lvl5pPr>
            <a:lvl6pPr algn="l">
              <a:defRPr sz="1725" b="0">
                <a:solidFill>
                  <a:srgbClr val="68EDBE"/>
                </a:solidFill>
                <a:latin typeface="Yu Gothic"/>
                <a:ea typeface="Yu Gothic"/>
                <a:cs typeface="Yu Gothic"/>
              </a:defRPr>
            </a:lvl6pPr>
            <a:lvl7pPr algn="l">
              <a:defRPr sz="1725" b="0">
                <a:solidFill>
                  <a:srgbClr val="68EDBE"/>
                </a:solidFill>
                <a:latin typeface="Yu Gothic"/>
                <a:ea typeface="Yu Gothic"/>
                <a:cs typeface="Yu Gothic"/>
              </a:defRPr>
            </a:lvl7pPr>
            <a:lvl8pPr algn="l">
              <a:defRPr sz="1725" b="0">
                <a:solidFill>
                  <a:srgbClr val="68EDBE"/>
                </a:solidFill>
                <a:latin typeface="Yu Gothic"/>
                <a:ea typeface="Yu Gothic"/>
                <a:cs typeface="Yu Gothic"/>
              </a:defRPr>
            </a:lvl8pPr>
            <a:lvl9pPr algn="l">
              <a:defRPr sz="1725" b="0">
                <a:solidFill>
                  <a:srgbClr val="68EDBE"/>
                </a:solidFill>
                <a:latin typeface="Yu Gothic"/>
                <a:ea typeface="Yu Gothic"/>
                <a:cs typeface="Yu Gothic"/>
              </a:defRPr>
            </a:lvl9pPr>
          </a:lstStyle>
          <a:p xmlns:a="http://schemas.openxmlformats.org/drawingml/2006/main">
            <a:pPr algn="l">
              <a:defRPr sz="1725" b="0">
                <a:solidFill>
                  <a:srgbClr val="68EDBE"/>
                </a:solidFill>
                <a:latin typeface="Yu Gothic"/>
                <a:ea typeface="Yu Gothic"/>
                <a:cs typeface="Yu Gothic"/>
              </a:defRPr>
            </a:pPr>
            <a:r>
              <a:rPr sz="1725" b="0">
                <a:solidFill>
                  <a:srgbClr val="68EDBE"/>
                </a:solidFill>
                <a:latin typeface="Yu Gothic"/>
                <a:ea typeface="Yu Gothic"/>
                <a:cs typeface="Yu Gothic"/>
              </a:rPr>
              <a:t>__init__ を上書きしたら、必要な基底初期化を明示的に呼ぶ。</a:t>
            </a:r>
          </a:p>
        </p:txBody>
      </p:sp>
      <p:sp>
        <p:nvSpPr>
          <p:cNvPr id="11" name="actors.py / week7_demo.py">
            <a:extLst xmlns:a="http://schemas.openxmlformats.org/drawingml/2006/main">
              <a:ext uri="{FF2B5EF4-FFF2-40B4-BE49-F238E27FC236}">
                <a16:creationId xmlns:a16="http://schemas.microsoft.com/office/drawing/2014/main" id="{EAD36A0F-CC83-4CED-B093-CD242778F346}"/>
              </a:ext>
            </a:extLst>
          </p:cNvPr>
          <p:cNvSpPr>
            <a:spLocks xmlns:a="http://schemas.openxmlformats.org/drawingml/2006/main" noGrp="1"/>
          </p:cNvSpPr>
          <p:nvPr/>
        </p:nvSpPr>
        <p:spPr>
          <a:xfrm xmlns:a="http://schemas.openxmlformats.org/drawingml/2006/main">
            <a:off x="590550" y="6543675"/>
            <a:ext cx="10287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EDF4FB"/>
                </a:solidFill>
                <a:latin typeface="Consolas"/>
                <a:ea typeface="Consolas"/>
                <a:cs typeface="Consolas"/>
              </a:defRPr>
            </a:defPPr>
            <a:lvl1pPr algn="l">
              <a:defRPr sz="1200" b="0">
                <a:solidFill>
                  <a:srgbClr val="EDF4FB"/>
                </a:solidFill>
                <a:latin typeface="Consolas"/>
                <a:ea typeface="Consolas"/>
                <a:cs typeface="Consolas"/>
              </a:defRPr>
            </a:lvl1pPr>
            <a:lvl2pPr algn="l">
              <a:defRPr sz="1200" b="0">
                <a:solidFill>
                  <a:srgbClr val="EDF4FB"/>
                </a:solidFill>
                <a:latin typeface="Consolas"/>
                <a:ea typeface="Consolas"/>
                <a:cs typeface="Consolas"/>
              </a:defRPr>
            </a:lvl2pPr>
            <a:lvl3pPr algn="l">
              <a:defRPr sz="1200" b="0">
                <a:solidFill>
                  <a:srgbClr val="EDF4FB"/>
                </a:solidFill>
                <a:latin typeface="Consolas"/>
                <a:ea typeface="Consolas"/>
                <a:cs typeface="Consolas"/>
              </a:defRPr>
            </a:lvl3pPr>
            <a:lvl4pPr algn="l">
              <a:defRPr sz="1200" b="0">
                <a:solidFill>
                  <a:srgbClr val="EDF4FB"/>
                </a:solidFill>
                <a:latin typeface="Consolas"/>
                <a:ea typeface="Consolas"/>
                <a:cs typeface="Consolas"/>
              </a:defRPr>
            </a:lvl4pPr>
            <a:lvl5pPr algn="l">
              <a:defRPr sz="1200" b="0">
                <a:solidFill>
                  <a:srgbClr val="EDF4FB"/>
                </a:solidFill>
                <a:latin typeface="Consolas"/>
                <a:ea typeface="Consolas"/>
                <a:cs typeface="Consolas"/>
              </a:defRPr>
            </a:lvl5pPr>
            <a:lvl6pPr algn="l">
              <a:defRPr sz="1200" b="0">
                <a:solidFill>
                  <a:srgbClr val="EDF4FB"/>
                </a:solidFill>
                <a:latin typeface="Consolas"/>
                <a:ea typeface="Consolas"/>
                <a:cs typeface="Consolas"/>
              </a:defRPr>
            </a:lvl6pPr>
            <a:lvl7pPr algn="l">
              <a:defRPr sz="1200" b="0">
                <a:solidFill>
                  <a:srgbClr val="EDF4FB"/>
                </a:solidFill>
                <a:latin typeface="Consolas"/>
                <a:ea typeface="Consolas"/>
                <a:cs typeface="Consolas"/>
              </a:defRPr>
            </a:lvl7pPr>
            <a:lvl8pPr algn="l">
              <a:defRPr sz="1200" b="0">
                <a:solidFill>
                  <a:srgbClr val="EDF4FB"/>
                </a:solidFill>
                <a:latin typeface="Consolas"/>
                <a:ea typeface="Consolas"/>
                <a:cs typeface="Consolas"/>
              </a:defRPr>
            </a:lvl8pPr>
            <a:lvl9pPr algn="l">
              <a:defRPr sz="1200" b="0">
                <a:solidFill>
                  <a:srgbClr val="EDF4FB"/>
                </a:solidFill>
                <a:latin typeface="Consolas"/>
                <a:ea typeface="Consolas"/>
                <a:cs typeface="Consolas"/>
              </a:defRPr>
            </a:lvl9pPr>
          </a:lstStyle>
          <a:p xmlns:a="http://schemas.openxmlformats.org/drawingml/2006/main">
            <a:pPr algn="l">
              <a:defRPr sz="1200" b="0">
                <a:solidFill>
                  <a:srgbClr val="EDF4FB"/>
                </a:solidFill>
                <a:latin typeface="Consolas"/>
                <a:ea typeface="Consolas"/>
                <a:cs typeface="Consolas"/>
              </a:defRPr>
            </a:pPr>
            <a:r>
              <a:rPr sz="1200" b="0">
                <a:solidFill>
                  <a:srgbClr val="EDF4FB"/>
                </a:solidFill>
                <a:latin typeface="Consolas"/>
                <a:ea typeface="Consolas"/>
                <a:cs typeface="Consolas"/>
              </a:rPr>
              <a:t>actors.py / week7_demo.py</a:t>
            </a:r>
          </a:p>
        </p:txBody>
      </p:sp>
      <p:sp>
        <p:nvSpPr>
          <p:cNvPr id="12" name="08">
            <a:extLst xmlns:a="http://schemas.openxmlformats.org/drawingml/2006/main">
              <a:ext uri="{FF2B5EF4-FFF2-40B4-BE49-F238E27FC236}">
                <a16:creationId xmlns:a16="http://schemas.microsoft.com/office/drawing/2014/main" id="{FC628611-0E3F-4B3A-A70C-DCAFE10F05A8}"/>
              </a:ext>
            </a:extLst>
          </p:cNvPr>
          <p:cNvSpPr>
            <a:spLocks xmlns:a="http://schemas.openxmlformats.org/drawingml/2006/main" noGrp="1"/>
          </p:cNvSpPr>
          <p:nvPr/>
        </p:nvSpPr>
        <p:spPr>
          <a:xfrm xmlns:a="http://schemas.openxmlformats.org/drawingml/2006/main">
            <a:off x="11163300" y="6543675"/>
            <a:ext cx="4572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EDF4FB"/>
                </a:solidFill>
                <a:latin typeface="Yu Gothic"/>
                <a:ea typeface="Yu Gothic"/>
                <a:cs typeface="Yu Gothic"/>
              </a:defRPr>
            </a:defPPr>
            <a:lvl1pPr algn="l">
              <a:defRPr sz="1200" b="0">
                <a:solidFill>
                  <a:srgbClr val="EDF4FB"/>
                </a:solidFill>
                <a:latin typeface="Yu Gothic"/>
                <a:ea typeface="Yu Gothic"/>
                <a:cs typeface="Yu Gothic"/>
              </a:defRPr>
            </a:lvl1pPr>
            <a:lvl2pPr algn="l">
              <a:defRPr sz="1200" b="0">
                <a:solidFill>
                  <a:srgbClr val="EDF4FB"/>
                </a:solidFill>
                <a:latin typeface="Yu Gothic"/>
                <a:ea typeface="Yu Gothic"/>
                <a:cs typeface="Yu Gothic"/>
              </a:defRPr>
            </a:lvl2pPr>
            <a:lvl3pPr algn="l">
              <a:defRPr sz="1200" b="0">
                <a:solidFill>
                  <a:srgbClr val="EDF4FB"/>
                </a:solidFill>
                <a:latin typeface="Yu Gothic"/>
                <a:ea typeface="Yu Gothic"/>
                <a:cs typeface="Yu Gothic"/>
              </a:defRPr>
            </a:lvl3pPr>
            <a:lvl4pPr algn="l">
              <a:defRPr sz="1200" b="0">
                <a:solidFill>
                  <a:srgbClr val="EDF4FB"/>
                </a:solidFill>
                <a:latin typeface="Yu Gothic"/>
                <a:ea typeface="Yu Gothic"/>
                <a:cs typeface="Yu Gothic"/>
              </a:defRPr>
            </a:lvl4pPr>
            <a:lvl5pPr algn="l">
              <a:defRPr sz="1200" b="0">
                <a:solidFill>
                  <a:srgbClr val="EDF4FB"/>
                </a:solidFill>
                <a:latin typeface="Yu Gothic"/>
                <a:ea typeface="Yu Gothic"/>
                <a:cs typeface="Yu Gothic"/>
              </a:defRPr>
            </a:lvl5pPr>
            <a:lvl6pPr algn="l">
              <a:defRPr sz="1200" b="0">
                <a:solidFill>
                  <a:srgbClr val="EDF4FB"/>
                </a:solidFill>
                <a:latin typeface="Yu Gothic"/>
                <a:ea typeface="Yu Gothic"/>
                <a:cs typeface="Yu Gothic"/>
              </a:defRPr>
            </a:lvl6pPr>
            <a:lvl7pPr algn="l">
              <a:defRPr sz="1200" b="0">
                <a:solidFill>
                  <a:srgbClr val="EDF4FB"/>
                </a:solidFill>
                <a:latin typeface="Yu Gothic"/>
                <a:ea typeface="Yu Gothic"/>
                <a:cs typeface="Yu Gothic"/>
              </a:defRPr>
            </a:lvl7pPr>
            <a:lvl8pPr algn="l">
              <a:defRPr sz="1200" b="0">
                <a:solidFill>
                  <a:srgbClr val="EDF4FB"/>
                </a:solidFill>
                <a:latin typeface="Yu Gothic"/>
                <a:ea typeface="Yu Gothic"/>
                <a:cs typeface="Yu Gothic"/>
              </a:defRPr>
            </a:lvl8pPr>
            <a:lvl9pPr algn="l">
              <a:defRPr sz="1200" b="0">
                <a:solidFill>
                  <a:srgbClr val="EDF4FB"/>
                </a:solidFill>
                <a:latin typeface="Yu Gothic"/>
                <a:ea typeface="Yu Gothic"/>
                <a:cs typeface="Yu Gothic"/>
              </a:defRPr>
            </a:lvl9pPr>
          </a:lstStyle>
          <a:p xmlns:a="http://schemas.openxmlformats.org/drawingml/2006/main">
            <a:pPr algn="l">
              <a:defRPr sz="1200" b="0">
                <a:solidFill>
                  <a:srgbClr val="EDF4FB"/>
                </a:solidFill>
                <a:latin typeface="Yu Gothic"/>
                <a:ea typeface="Yu Gothic"/>
                <a:cs typeface="Yu Gothic"/>
              </a:defRPr>
            </a:pPr>
            <a:r>
              <a:rPr sz="1200" b="0">
                <a:solidFill>
                  <a:srgbClr val="EDF4FB"/>
                </a:solidFill>
                <a:latin typeface="Yu Gothic"/>
                <a:ea typeface="Yu Gothic"/>
                <a:cs typeface="Yu Gothic"/>
              </a:rPr>
              <a:t>08</a:t>
            </a:r>
          </a:p>
        </p:txBody>
      </p:sp>
    </p:spTree>
    <p:extLst>
      <p:ext uri="{BB962C8B-B14F-4D97-AF65-F5344CB8AC3E}">
        <p14:creationId xmlns:p14="http://schemas.microsoft.com/office/powerpoint/2010/main" val="1715404738"/>
      </p:ext>
    </p:extLst>
  </p:cSld>
</p:sld>
</file>

<file path=ppt/slides/slide9.xml><?xml version="1.0" encoding="utf-8"?>
<p:sld xmlns:p="http://schemas.openxmlformats.org/presentationml/2006/main">
  <p:cSld>
    <p:bg>
      <p:bgPr>
        <a:solidFill xmlns:a="http://schemas.openxmlformats.org/drawingml/2006/main">
          <a:srgbClr val="F5F7FA"/>
        </a:solidFill>
      </p:bgPr>
    </p:bg>
    <p:spTree>
      <p:nvGrpSpPr>
        <p:cNvPr id="1" name=""/>
        <p:cNvGrpSpPr/>
        <p:nvPr/>
      </p:nvGrpSpPr>
      <p:grpSpPr>
        <a:xfrm xmlns:a="http://schemas.openxmlformats.org/drawingml/2006/main"/>
      </p:grpSpPr>
      <p:sp>
        <p:nvSpPr>
          <p:cNvPr id="10" name="初期化の実行順序">
            <a:extLst xmlns:a="http://schemas.openxmlformats.org/drawingml/2006/main">
              <a:ext uri="{FF2B5EF4-FFF2-40B4-BE49-F238E27FC236}">
                <a16:creationId xmlns:a16="http://schemas.microsoft.com/office/drawing/2014/main" id="{21D8EF65-F1E5-49D3-9D56-93E89248A218}"/>
              </a:ext>
            </a:extLst>
          </p:cNvPr>
          <p:cNvSpPr>
            <a:spLocks xmlns:a="http://schemas.openxmlformats.org/drawingml/2006/main" noGrp="1"/>
          </p:cNvSpPr>
          <p:nvPr/>
        </p:nvSpPr>
        <p:spPr>
          <a:xfrm xmlns:a="http://schemas.openxmlformats.org/drawingml/2006/main">
            <a:off x="561975" y="400050"/>
            <a:ext cx="110490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72C40"/>
                </a:solidFill>
                <a:latin typeface="Yu Gothic"/>
                <a:ea typeface="Yu Gothic"/>
                <a:cs typeface="Yu Gothic"/>
              </a:defRPr>
            </a:defPPr>
            <a:lvl1pPr algn="l">
              <a:defRPr sz="3300" b="1">
                <a:solidFill>
                  <a:srgbClr val="172C40"/>
                </a:solidFill>
                <a:latin typeface="Yu Gothic"/>
                <a:ea typeface="Yu Gothic"/>
                <a:cs typeface="Yu Gothic"/>
              </a:defRPr>
            </a:lvl1pPr>
            <a:lvl2pPr algn="l">
              <a:defRPr sz="3300" b="1">
                <a:solidFill>
                  <a:srgbClr val="172C40"/>
                </a:solidFill>
                <a:latin typeface="Yu Gothic"/>
                <a:ea typeface="Yu Gothic"/>
                <a:cs typeface="Yu Gothic"/>
              </a:defRPr>
            </a:lvl2pPr>
            <a:lvl3pPr algn="l">
              <a:defRPr sz="3300" b="1">
                <a:solidFill>
                  <a:srgbClr val="172C40"/>
                </a:solidFill>
                <a:latin typeface="Yu Gothic"/>
                <a:ea typeface="Yu Gothic"/>
                <a:cs typeface="Yu Gothic"/>
              </a:defRPr>
            </a:lvl3pPr>
            <a:lvl4pPr algn="l">
              <a:defRPr sz="3300" b="1">
                <a:solidFill>
                  <a:srgbClr val="172C40"/>
                </a:solidFill>
                <a:latin typeface="Yu Gothic"/>
                <a:ea typeface="Yu Gothic"/>
                <a:cs typeface="Yu Gothic"/>
              </a:defRPr>
            </a:lvl4pPr>
            <a:lvl5pPr algn="l">
              <a:defRPr sz="3300" b="1">
                <a:solidFill>
                  <a:srgbClr val="172C40"/>
                </a:solidFill>
                <a:latin typeface="Yu Gothic"/>
                <a:ea typeface="Yu Gothic"/>
                <a:cs typeface="Yu Gothic"/>
              </a:defRPr>
            </a:lvl5pPr>
            <a:lvl6pPr algn="l">
              <a:defRPr sz="3300" b="1">
                <a:solidFill>
                  <a:srgbClr val="172C40"/>
                </a:solidFill>
                <a:latin typeface="Yu Gothic"/>
                <a:ea typeface="Yu Gothic"/>
                <a:cs typeface="Yu Gothic"/>
              </a:defRPr>
            </a:lvl6pPr>
            <a:lvl7pPr algn="l">
              <a:defRPr sz="3300" b="1">
                <a:solidFill>
                  <a:srgbClr val="172C40"/>
                </a:solidFill>
                <a:latin typeface="Yu Gothic"/>
                <a:ea typeface="Yu Gothic"/>
                <a:cs typeface="Yu Gothic"/>
              </a:defRPr>
            </a:lvl7pPr>
            <a:lvl8pPr algn="l">
              <a:defRPr sz="3300" b="1">
                <a:solidFill>
                  <a:srgbClr val="172C40"/>
                </a:solidFill>
                <a:latin typeface="Yu Gothic"/>
                <a:ea typeface="Yu Gothic"/>
                <a:cs typeface="Yu Gothic"/>
              </a:defRPr>
            </a:lvl8pPr>
            <a:lvl9pPr algn="l">
              <a:defRPr sz="3300" b="1">
                <a:solidFill>
                  <a:srgbClr val="172C40"/>
                </a:solidFill>
                <a:latin typeface="Yu Gothic"/>
                <a:ea typeface="Yu Gothic"/>
                <a:cs typeface="Yu Gothic"/>
              </a:defRPr>
            </a:lvl9pPr>
          </a:lstStyle>
          <a:p xmlns:a="http://schemas.openxmlformats.org/drawingml/2006/main">
            <a:pPr algn="l">
              <a:defRPr sz="3300" b="1">
                <a:solidFill>
                  <a:srgbClr val="172C40"/>
                </a:solidFill>
                <a:latin typeface="Yu Gothic"/>
                <a:ea typeface="Yu Gothic"/>
                <a:cs typeface="Yu Gothic"/>
              </a:defRPr>
            </a:pPr>
            <a:r>
              <a:rPr sz="3300" b="1">
                <a:solidFill>
                  <a:srgbClr val="172C40"/>
                </a:solidFill>
                <a:latin typeface="Yu Gothic"/>
                <a:ea typeface="Yu Gothic"/>
                <a:cs typeface="Yu Gothic"/>
              </a:rPr>
              <a:t>初期化の実行順序</a:t>
            </a:r>
          </a:p>
        </p:txBody>
      </p:sp>
      <p:sp>
        <p:nvSpPr>
          <p:cNvPr id="2" name="Enemy(&quot;E01&quot;, (200, 100))">
            <a:extLst xmlns:a="http://schemas.openxmlformats.org/drawingml/2006/main">
              <a:ext uri="{FF2B5EF4-FFF2-40B4-BE49-F238E27FC236}">
                <a16:creationId xmlns:a16="http://schemas.microsoft.com/office/drawing/2014/main" id="{71423C88-7E32-47D1-A425-B37B447DA609}"/>
              </a:ext>
            </a:extLst>
          </p:cNvPr>
          <p:cNvSpPr>
            <a:spLocks xmlns:a="http://schemas.openxmlformats.org/drawingml/2006/main" noGrp="1"/>
          </p:cNvSpPr>
          <p:nvPr/>
        </p:nvSpPr>
        <p:spPr>
          <a:xfrm xmlns:a="http://schemas.openxmlformats.org/drawingml/2006/main">
            <a:off x="581025" y="1123950"/>
            <a:ext cx="1100137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526879"/>
                </a:solidFill>
                <a:latin typeface="Yu Gothic"/>
                <a:ea typeface="Yu Gothic"/>
                <a:cs typeface="Yu Gothic"/>
              </a:defRPr>
            </a:defPPr>
            <a:lvl1pPr algn="l">
              <a:defRPr sz="1800" b="0">
                <a:solidFill>
                  <a:srgbClr val="526879"/>
                </a:solidFill>
                <a:latin typeface="Yu Gothic"/>
                <a:ea typeface="Yu Gothic"/>
                <a:cs typeface="Yu Gothic"/>
              </a:defRPr>
            </a:lvl1pPr>
            <a:lvl2pPr algn="l">
              <a:defRPr sz="1800" b="0">
                <a:solidFill>
                  <a:srgbClr val="526879"/>
                </a:solidFill>
                <a:latin typeface="Yu Gothic"/>
                <a:ea typeface="Yu Gothic"/>
                <a:cs typeface="Yu Gothic"/>
              </a:defRPr>
            </a:lvl2pPr>
            <a:lvl3pPr algn="l">
              <a:defRPr sz="1800" b="0">
                <a:solidFill>
                  <a:srgbClr val="526879"/>
                </a:solidFill>
                <a:latin typeface="Yu Gothic"/>
                <a:ea typeface="Yu Gothic"/>
                <a:cs typeface="Yu Gothic"/>
              </a:defRPr>
            </a:lvl3pPr>
            <a:lvl4pPr algn="l">
              <a:defRPr sz="1800" b="0">
                <a:solidFill>
                  <a:srgbClr val="526879"/>
                </a:solidFill>
                <a:latin typeface="Yu Gothic"/>
                <a:ea typeface="Yu Gothic"/>
                <a:cs typeface="Yu Gothic"/>
              </a:defRPr>
            </a:lvl4pPr>
            <a:lvl5pPr algn="l">
              <a:defRPr sz="1800" b="0">
                <a:solidFill>
                  <a:srgbClr val="526879"/>
                </a:solidFill>
                <a:latin typeface="Yu Gothic"/>
                <a:ea typeface="Yu Gothic"/>
                <a:cs typeface="Yu Gothic"/>
              </a:defRPr>
            </a:lvl5pPr>
            <a:lvl6pPr algn="l">
              <a:defRPr sz="1800" b="0">
                <a:solidFill>
                  <a:srgbClr val="526879"/>
                </a:solidFill>
                <a:latin typeface="Yu Gothic"/>
                <a:ea typeface="Yu Gothic"/>
                <a:cs typeface="Yu Gothic"/>
              </a:defRPr>
            </a:lvl6pPr>
            <a:lvl7pPr algn="l">
              <a:defRPr sz="1800" b="0">
                <a:solidFill>
                  <a:srgbClr val="526879"/>
                </a:solidFill>
                <a:latin typeface="Yu Gothic"/>
                <a:ea typeface="Yu Gothic"/>
                <a:cs typeface="Yu Gothic"/>
              </a:defRPr>
            </a:lvl7pPr>
            <a:lvl8pPr algn="l">
              <a:defRPr sz="1800" b="0">
                <a:solidFill>
                  <a:srgbClr val="526879"/>
                </a:solidFill>
                <a:latin typeface="Yu Gothic"/>
                <a:ea typeface="Yu Gothic"/>
                <a:cs typeface="Yu Gothic"/>
              </a:defRPr>
            </a:lvl8pPr>
            <a:lvl9pPr algn="l">
              <a:defRPr sz="1800" b="0">
                <a:solidFill>
                  <a:srgbClr val="526879"/>
                </a:solidFill>
                <a:latin typeface="Yu Gothic"/>
                <a:ea typeface="Yu Gothic"/>
                <a:cs typeface="Yu Gothic"/>
              </a:defRPr>
            </a:lvl9pPr>
          </a:lstStyle>
          <a:p xmlns:a="http://schemas.openxmlformats.org/drawingml/2006/main">
            <a:pPr algn="l">
              <a:defRPr sz="1800" b="0">
                <a:solidFill>
                  <a:srgbClr val="526879"/>
                </a:solidFill>
                <a:latin typeface="Yu Gothic"/>
                <a:ea typeface="Yu Gothic"/>
                <a:cs typeface="Yu Gothic"/>
              </a:defRPr>
            </a:pPr>
            <a:r>
              <a:rPr sz="1800" b="0">
                <a:solidFill>
                  <a:srgbClr val="526879"/>
                </a:solidFill>
                <a:latin typeface="Yu Gothic"/>
                <a:ea typeface="Yu Gothic"/>
                <a:cs typeface="Yu Gothic"/>
              </a:rPr>
              <a:t>Enemy("E01", (200, 100))</a:t>
            </a:r>
          </a:p>
        </p:txBody>
      </p:sp>
      <p:sp>
        <p:nvSpPr>
          <p:cNvPr id="3" name="01">
            <a:extLst xmlns:a="http://schemas.openxmlformats.org/drawingml/2006/main">
              <a:ext uri="{FF2B5EF4-FFF2-40B4-BE49-F238E27FC236}">
                <a16:creationId xmlns:a16="http://schemas.microsoft.com/office/drawing/2014/main" id="{A846097C-596A-43C3-BB3A-95E22EB48319}"/>
              </a:ext>
            </a:extLst>
          </p:cNvPr>
          <p:cNvSpPr>
            <a:spLocks xmlns:a="http://schemas.openxmlformats.org/drawingml/2006/main" noGrp="1"/>
          </p:cNvSpPr>
          <p:nvPr/>
        </p:nvSpPr>
        <p:spPr>
          <a:xfrm xmlns:a="http://schemas.openxmlformats.org/drawingml/2006/main">
            <a:off x="590550" y="1971675"/>
            <a:ext cx="7048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087C62"/>
                </a:solidFill>
                <a:latin typeface="Yu Gothic"/>
                <a:ea typeface="Yu Gothic"/>
                <a:cs typeface="Yu Gothic"/>
              </a:defRPr>
            </a:defPPr>
            <a:lvl1pPr algn="l">
              <a:defRPr sz="2400" b="1">
                <a:solidFill>
                  <a:srgbClr val="087C62"/>
                </a:solidFill>
                <a:latin typeface="Yu Gothic"/>
                <a:ea typeface="Yu Gothic"/>
                <a:cs typeface="Yu Gothic"/>
              </a:defRPr>
            </a:lvl1pPr>
            <a:lvl2pPr algn="l">
              <a:defRPr sz="2400" b="1">
                <a:solidFill>
                  <a:srgbClr val="087C62"/>
                </a:solidFill>
                <a:latin typeface="Yu Gothic"/>
                <a:ea typeface="Yu Gothic"/>
                <a:cs typeface="Yu Gothic"/>
              </a:defRPr>
            </a:lvl2pPr>
            <a:lvl3pPr algn="l">
              <a:defRPr sz="2400" b="1">
                <a:solidFill>
                  <a:srgbClr val="087C62"/>
                </a:solidFill>
                <a:latin typeface="Yu Gothic"/>
                <a:ea typeface="Yu Gothic"/>
                <a:cs typeface="Yu Gothic"/>
              </a:defRPr>
            </a:lvl3pPr>
            <a:lvl4pPr algn="l">
              <a:defRPr sz="2400" b="1">
                <a:solidFill>
                  <a:srgbClr val="087C62"/>
                </a:solidFill>
                <a:latin typeface="Yu Gothic"/>
                <a:ea typeface="Yu Gothic"/>
                <a:cs typeface="Yu Gothic"/>
              </a:defRPr>
            </a:lvl4pPr>
            <a:lvl5pPr algn="l">
              <a:defRPr sz="2400" b="1">
                <a:solidFill>
                  <a:srgbClr val="087C62"/>
                </a:solidFill>
                <a:latin typeface="Yu Gothic"/>
                <a:ea typeface="Yu Gothic"/>
                <a:cs typeface="Yu Gothic"/>
              </a:defRPr>
            </a:lvl5pPr>
            <a:lvl6pPr algn="l">
              <a:defRPr sz="2400" b="1">
                <a:solidFill>
                  <a:srgbClr val="087C62"/>
                </a:solidFill>
                <a:latin typeface="Yu Gothic"/>
                <a:ea typeface="Yu Gothic"/>
                <a:cs typeface="Yu Gothic"/>
              </a:defRPr>
            </a:lvl6pPr>
            <a:lvl7pPr algn="l">
              <a:defRPr sz="2400" b="1">
                <a:solidFill>
                  <a:srgbClr val="087C62"/>
                </a:solidFill>
                <a:latin typeface="Yu Gothic"/>
                <a:ea typeface="Yu Gothic"/>
                <a:cs typeface="Yu Gothic"/>
              </a:defRPr>
            </a:lvl7pPr>
            <a:lvl8pPr algn="l">
              <a:defRPr sz="2400" b="1">
                <a:solidFill>
                  <a:srgbClr val="087C62"/>
                </a:solidFill>
                <a:latin typeface="Yu Gothic"/>
                <a:ea typeface="Yu Gothic"/>
                <a:cs typeface="Yu Gothic"/>
              </a:defRPr>
            </a:lvl8pPr>
            <a:lvl9pPr algn="l">
              <a:defRPr sz="2400" b="1">
                <a:solidFill>
                  <a:srgbClr val="087C62"/>
                </a:solidFill>
                <a:latin typeface="Yu Gothic"/>
                <a:ea typeface="Yu Gothic"/>
                <a:cs typeface="Yu Gothic"/>
              </a:defRPr>
            </a:lvl9pPr>
          </a:lstStyle>
          <a:p xmlns:a="http://schemas.openxmlformats.org/drawingml/2006/main">
            <a:pPr algn="l">
              <a:defRPr sz="2400" b="1">
                <a:solidFill>
                  <a:srgbClr val="087C62"/>
                </a:solidFill>
                <a:latin typeface="Yu Gothic"/>
                <a:ea typeface="Yu Gothic"/>
                <a:cs typeface="Yu Gothic"/>
              </a:defRPr>
            </a:pPr>
            <a:r>
              <a:rPr sz="2400" b="1">
                <a:solidFill>
                  <a:srgbClr val="087C62"/>
                </a:solidFill>
                <a:latin typeface="Yu Gothic"/>
                <a:ea typeface="Yu Gothic"/>
                <a:cs typeface="Yu Gothic"/>
              </a:rPr>
              <a:t>01</a:t>
            </a:r>
          </a:p>
        </p:txBody>
      </p:sp>
      <p:sp>
        <p:nvSpPr>
          <p:cNvPr id="4" name="Enemy.__init__ に入り、self は新しい Enemy を指す。">
            <a:extLst xmlns:a="http://schemas.openxmlformats.org/drawingml/2006/main">
              <a:ext uri="{FF2B5EF4-FFF2-40B4-BE49-F238E27FC236}">
                <a16:creationId xmlns:a16="http://schemas.microsoft.com/office/drawing/2014/main" id="{3643D883-92BB-4478-93CC-80C04C072E19}"/>
              </a:ext>
            </a:extLst>
          </p:cNvPr>
          <p:cNvSpPr>
            <a:spLocks xmlns:a="http://schemas.openxmlformats.org/drawingml/2006/main" noGrp="1"/>
          </p:cNvSpPr>
          <p:nvPr/>
        </p:nvSpPr>
        <p:spPr>
          <a:xfrm xmlns:a="http://schemas.openxmlformats.org/drawingml/2006/main">
            <a:off x="1571625" y="1971675"/>
            <a:ext cx="9858375"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0">
                <a:solidFill>
                  <a:srgbClr val="172C40"/>
                </a:solidFill>
                <a:latin typeface="Yu Gothic"/>
                <a:ea typeface="Yu Gothic"/>
                <a:cs typeface="Yu Gothic"/>
              </a:defRPr>
            </a:defPPr>
            <a:lvl1pPr algn="l">
              <a:defRPr sz="2250" b="0">
                <a:solidFill>
                  <a:srgbClr val="172C40"/>
                </a:solidFill>
                <a:latin typeface="Yu Gothic"/>
                <a:ea typeface="Yu Gothic"/>
                <a:cs typeface="Yu Gothic"/>
              </a:defRPr>
            </a:lvl1pPr>
            <a:lvl2pPr algn="l">
              <a:defRPr sz="2250" b="0">
                <a:solidFill>
                  <a:srgbClr val="172C40"/>
                </a:solidFill>
                <a:latin typeface="Yu Gothic"/>
                <a:ea typeface="Yu Gothic"/>
                <a:cs typeface="Yu Gothic"/>
              </a:defRPr>
            </a:lvl2pPr>
            <a:lvl3pPr algn="l">
              <a:defRPr sz="2250" b="0">
                <a:solidFill>
                  <a:srgbClr val="172C40"/>
                </a:solidFill>
                <a:latin typeface="Yu Gothic"/>
                <a:ea typeface="Yu Gothic"/>
                <a:cs typeface="Yu Gothic"/>
              </a:defRPr>
            </a:lvl3pPr>
            <a:lvl4pPr algn="l">
              <a:defRPr sz="2250" b="0">
                <a:solidFill>
                  <a:srgbClr val="172C40"/>
                </a:solidFill>
                <a:latin typeface="Yu Gothic"/>
                <a:ea typeface="Yu Gothic"/>
                <a:cs typeface="Yu Gothic"/>
              </a:defRPr>
            </a:lvl4pPr>
            <a:lvl5pPr algn="l">
              <a:defRPr sz="2250" b="0">
                <a:solidFill>
                  <a:srgbClr val="172C40"/>
                </a:solidFill>
                <a:latin typeface="Yu Gothic"/>
                <a:ea typeface="Yu Gothic"/>
                <a:cs typeface="Yu Gothic"/>
              </a:defRPr>
            </a:lvl5pPr>
            <a:lvl6pPr algn="l">
              <a:defRPr sz="2250" b="0">
                <a:solidFill>
                  <a:srgbClr val="172C40"/>
                </a:solidFill>
                <a:latin typeface="Yu Gothic"/>
                <a:ea typeface="Yu Gothic"/>
                <a:cs typeface="Yu Gothic"/>
              </a:defRPr>
            </a:lvl6pPr>
            <a:lvl7pPr algn="l">
              <a:defRPr sz="2250" b="0">
                <a:solidFill>
                  <a:srgbClr val="172C40"/>
                </a:solidFill>
                <a:latin typeface="Yu Gothic"/>
                <a:ea typeface="Yu Gothic"/>
                <a:cs typeface="Yu Gothic"/>
              </a:defRPr>
            </a:lvl7pPr>
            <a:lvl8pPr algn="l">
              <a:defRPr sz="2250" b="0">
                <a:solidFill>
                  <a:srgbClr val="172C40"/>
                </a:solidFill>
                <a:latin typeface="Yu Gothic"/>
                <a:ea typeface="Yu Gothic"/>
                <a:cs typeface="Yu Gothic"/>
              </a:defRPr>
            </a:lvl8pPr>
            <a:lvl9pPr algn="l">
              <a:defRPr sz="2250" b="0">
                <a:solidFill>
                  <a:srgbClr val="172C40"/>
                </a:solidFill>
                <a:latin typeface="Yu Gothic"/>
                <a:ea typeface="Yu Gothic"/>
                <a:cs typeface="Yu Gothic"/>
              </a:defRPr>
            </a:lvl9pPr>
          </a:lstStyle>
          <a:p xmlns:a="http://schemas.openxmlformats.org/drawingml/2006/main">
            <a:pPr algn="l">
              <a:defRPr sz="2250" b="0">
                <a:solidFill>
                  <a:srgbClr val="172C40"/>
                </a:solidFill>
                <a:latin typeface="Yu Gothic"/>
                <a:ea typeface="Yu Gothic"/>
                <a:cs typeface="Yu Gothic"/>
              </a:defRPr>
            </a:pPr>
            <a:r>
              <a:rPr sz="2250" b="0">
                <a:solidFill>
                  <a:srgbClr val="172C40"/>
                </a:solidFill>
                <a:latin typeface="Yu Gothic"/>
                <a:ea typeface="Yu Gothic"/>
                <a:cs typeface="Yu Gothic"/>
              </a:rPr>
              <a:t>Enemy.__init__ に入り、self は新しい Enemy を指す。</a:t>
            </a:r>
          </a:p>
        </p:txBody>
      </p:sp>
      <p:sp>
        <p:nvSpPr>
          <p:cNvPr id="5" name="02">
            <a:extLst xmlns:a="http://schemas.openxmlformats.org/drawingml/2006/main">
              <a:ext uri="{FF2B5EF4-FFF2-40B4-BE49-F238E27FC236}">
                <a16:creationId xmlns:a16="http://schemas.microsoft.com/office/drawing/2014/main" id="{A5F60470-1221-4893-9324-BBFF22261319}"/>
              </a:ext>
            </a:extLst>
          </p:cNvPr>
          <p:cNvSpPr>
            <a:spLocks xmlns:a="http://schemas.openxmlformats.org/drawingml/2006/main" noGrp="1"/>
          </p:cNvSpPr>
          <p:nvPr/>
        </p:nvSpPr>
        <p:spPr>
          <a:xfrm xmlns:a="http://schemas.openxmlformats.org/drawingml/2006/main">
            <a:off x="590550" y="3105150"/>
            <a:ext cx="7048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087C62"/>
                </a:solidFill>
                <a:latin typeface="Yu Gothic"/>
                <a:ea typeface="Yu Gothic"/>
                <a:cs typeface="Yu Gothic"/>
              </a:defRPr>
            </a:defPPr>
            <a:lvl1pPr algn="l">
              <a:defRPr sz="2400" b="1">
                <a:solidFill>
                  <a:srgbClr val="087C62"/>
                </a:solidFill>
                <a:latin typeface="Yu Gothic"/>
                <a:ea typeface="Yu Gothic"/>
                <a:cs typeface="Yu Gothic"/>
              </a:defRPr>
            </a:lvl1pPr>
            <a:lvl2pPr algn="l">
              <a:defRPr sz="2400" b="1">
                <a:solidFill>
                  <a:srgbClr val="087C62"/>
                </a:solidFill>
                <a:latin typeface="Yu Gothic"/>
                <a:ea typeface="Yu Gothic"/>
                <a:cs typeface="Yu Gothic"/>
              </a:defRPr>
            </a:lvl2pPr>
            <a:lvl3pPr algn="l">
              <a:defRPr sz="2400" b="1">
                <a:solidFill>
                  <a:srgbClr val="087C62"/>
                </a:solidFill>
                <a:latin typeface="Yu Gothic"/>
                <a:ea typeface="Yu Gothic"/>
                <a:cs typeface="Yu Gothic"/>
              </a:defRPr>
            </a:lvl3pPr>
            <a:lvl4pPr algn="l">
              <a:defRPr sz="2400" b="1">
                <a:solidFill>
                  <a:srgbClr val="087C62"/>
                </a:solidFill>
                <a:latin typeface="Yu Gothic"/>
                <a:ea typeface="Yu Gothic"/>
                <a:cs typeface="Yu Gothic"/>
              </a:defRPr>
            </a:lvl4pPr>
            <a:lvl5pPr algn="l">
              <a:defRPr sz="2400" b="1">
                <a:solidFill>
                  <a:srgbClr val="087C62"/>
                </a:solidFill>
                <a:latin typeface="Yu Gothic"/>
                <a:ea typeface="Yu Gothic"/>
                <a:cs typeface="Yu Gothic"/>
              </a:defRPr>
            </a:lvl5pPr>
            <a:lvl6pPr algn="l">
              <a:defRPr sz="2400" b="1">
                <a:solidFill>
                  <a:srgbClr val="087C62"/>
                </a:solidFill>
                <a:latin typeface="Yu Gothic"/>
                <a:ea typeface="Yu Gothic"/>
                <a:cs typeface="Yu Gothic"/>
              </a:defRPr>
            </a:lvl6pPr>
            <a:lvl7pPr algn="l">
              <a:defRPr sz="2400" b="1">
                <a:solidFill>
                  <a:srgbClr val="087C62"/>
                </a:solidFill>
                <a:latin typeface="Yu Gothic"/>
                <a:ea typeface="Yu Gothic"/>
                <a:cs typeface="Yu Gothic"/>
              </a:defRPr>
            </a:lvl7pPr>
            <a:lvl8pPr algn="l">
              <a:defRPr sz="2400" b="1">
                <a:solidFill>
                  <a:srgbClr val="087C62"/>
                </a:solidFill>
                <a:latin typeface="Yu Gothic"/>
                <a:ea typeface="Yu Gothic"/>
                <a:cs typeface="Yu Gothic"/>
              </a:defRPr>
            </a:lvl8pPr>
            <a:lvl9pPr algn="l">
              <a:defRPr sz="2400" b="1">
                <a:solidFill>
                  <a:srgbClr val="087C62"/>
                </a:solidFill>
                <a:latin typeface="Yu Gothic"/>
                <a:ea typeface="Yu Gothic"/>
                <a:cs typeface="Yu Gothic"/>
              </a:defRPr>
            </a:lvl9pPr>
          </a:lstStyle>
          <a:p xmlns:a="http://schemas.openxmlformats.org/drawingml/2006/main">
            <a:pPr algn="l">
              <a:defRPr sz="2400" b="1">
                <a:solidFill>
                  <a:srgbClr val="087C62"/>
                </a:solidFill>
                <a:latin typeface="Yu Gothic"/>
                <a:ea typeface="Yu Gothic"/>
                <a:cs typeface="Yu Gothic"/>
              </a:defRPr>
            </a:pPr>
            <a:r>
              <a:rPr sz="2400" b="1">
                <a:solidFill>
                  <a:srgbClr val="087C62"/>
                </a:solidFill>
                <a:latin typeface="Yu Gothic"/>
                <a:ea typeface="Yu Gothic"/>
                <a:cs typeface="Yu Gothic"/>
              </a:rPr>
              <a:t>02</a:t>
            </a:r>
          </a:p>
        </p:txBody>
      </p:sp>
      <p:sp>
        <p:nvSpPr>
          <p:cNvPr id="6" name="super() で Actor.__init__ を呼び、その中で Sprite を初期化する。">
            <a:extLst xmlns:a="http://schemas.openxmlformats.org/drawingml/2006/main">
              <a:ext uri="{FF2B5EF4-FFF2-40B4-BE49-F238E27FC236}">
                <a16:creationId xmlns:a16="http://schemas.microsoft.com/office/drawing/2014/main" id="{AE7F6747-AEAA-4ED5-AF57-72238B63E8C6}"/>
              </a:ext>
            </a:extLst>
          </p:cNvPr>
          <p:cNvSpPr>
            <a:spLocks xmlns:a="http://schemas.openxmlformats.org/drawingml/2006/main" noGrp="1"/>
          </p:cNvSpPr>
          <p:nvPr/>
        </p:nvSpPr>
        <p:spPr>
          <a:xfrm xmlns:a="http://schemas.openxmlformats.org/drawingml/2006/main">
            <a:off x="1571625" y="3105150"/>
            <a:ext cx="9858375"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0">
                <a:solidFill>
                  <a:srgbClr val="172C40"/>
                </a:solidFill>
                <a:latin typeface="Yu Gothic"/>
                <a:ea typeface="Yu Gothic"/>
                <a:cs typeface="Yu Gothic"/>
              </a:defRPr>
            </a:defPPr>
            <a:lvl1pPr algn="l">
              <a:defRPr sz="2250" b="0">
                <a:solidFill>
                  <a:srgbClr val="172C40"/>
                </a:solidFill>
                <a:latin typeface="Yu Gothic"/>
                <a:ea typeface="Yu Gothic"/>
                <a:cs typeface="Yu Gothic"/>
              </a:defRPr>
            </a:lvl1pPr>
            <a:lvl2pPr algn="l">
              <a:defRPr sz="2250" b="0">
                <a:solidFill>
                  <a:srgbClr val="172C40"/>
                </a:solidFill>
                <a:latin typeface="Yu Gothic"/>
                <a:ea typeface="Yu Gothic"/>
                <a:cs typeface="Yu Gothic"/>
              </a:defRPr>
            </a:lvl2pPr>
            <a:lvl3pPr algn="l">
              <a:defRPr sz="2250" b="0">
                <a:solidFill>
                  <a:srgbClr val="172C40"/>
                </a:solidFill>
                <a:latin typeface="Yu Gothic"/>
                <a:ea typeface="Yu Gothic"/>
                <a:cs typeface="Yu Gothic"/>
              </a:defRPr>
            </a:lvl3pPr>
            <a:lvl4pPr algn="l">
              <a:defRPr sz="2250" b="0">
                <a:solidFill>
                  <a:srgbClr val="172C40"/>
                </a:solidFill>
                <a:latin typeface="Yu Gothic"/>
                <a:ea typeface="Yu Gothic"/>
                <a:cs typeface="Yu Gothic"/>
              </a:defRPr>
            </a:lvl4pPr>
            <a:lvl5pPr algn="l">
              <a:defRPr sz="2250" b="0">
                <a:solidFill>
                  <a:srgbClr val="172C40"/>
                </a:solidFill>
                <a:latin typeface="Yu Gothic"/>
                <a:ea typeface="Yu Gothic"/>
                <a:cs typeface="Yu Gothic"/>
              </a:defRPr>
            </a:lvl5pPr>
            <a:lvl6pPr algn="l">
              <a:defRPr sz="2250" b="0">
                <a:solidFill>
                  <a:srgbClr val="172C40"/>
                </a:solidFill>
                <a:latin typeface="Yu Gothic"/>
                <a:ea typeface="Yu Gothic"/>
                <a:cs typeface="Yu Gothic"/>
              </a:defRPr>
            </a:lvl6pPr>
            <a:lvl7pPr algn="l">
              <a:defRPr sz="2250" b="0">
                <a:solidFill>
                  <a:srgbClr val="172C40"/>
                </a:solidFill>
                <a:latin typeface="Yu Gothic"/>
                <a:ea typeface="Yu Gothic"/>
                <a:cs typeface="Yu Gothic"/>
              </a:defRPr>
            </a:lvl7pPr>
            <a:lvl8pPr algn="l">
              <a:defRPr sz="2250" b="0">
                <a:solidFill>
                  <a:srgbClr val="172C40"/>
                </a:solidFill>
                <a:latin typeface="Yu Gothic"/>
                <a:ea typeface="Yu Gothic"/>
                <a:cs typeface="Yu Gothic"/>
              </a:defRPr>
            </a:lvl8pPr>
            <a:lvl9pPr algn="l">
              <a:defRPr sz="2250" b="0">
                <a:solidFill>
                  <a:srgbClr val="172C40"/>
                </a:solidFill>
                <a:latin typeface="Yu Gothic"/>
                <a:ea typeface="Yu Gothic"/>
                <a:cs typeface="Yu Gothic"/>
              </a:defRPr>
            </a:lvl9pPr>
          </a:lstStyle>
          <a:p xmlns:a="http://schemas.openxmlformats.org/drawingml/2006/main">
            <a:pPr algn="l">
              <a:defRPr sz="2250" b="0">
                <a:solidFill>
                  <a:srgbClr val="172C40"/>
                </a:solidFill>
                <a:latin typeface="Yu Gothic"/>
                <a:ea typeface="Yu Gothic"/>
                <a:cs typeface="Yu Gothic"/>
              </a:defRPr>
            </a:pPr>
            <a:r>
              <a:rPr sz="2250" b="0">
                <a:solidFill>
                  <a:srgbClr val="172C40"/>
                </a:solidFill>
                <a:latin typeface="Yu Gothic"/>
                <a:ea typeface="Yu Gothic"/>
                <a:cs typeface="Yu Gothic"/>
              </a:rPr>
              <a:t>super() で Actor.__init__ を呼び、その中で Sprite を初期化する。</a:t>
            </a:r>
          </a:p>
        </p:txBody>
      </p:sp>
      <p:sp>
        <p:nvSpPr>
          <p:cNvPr id="7" name="03">
            <a:extLst xmlns:a="http://schemas.openxmlformats.org/drawingml/2006/main">
              <a:ext uri="{FF2B5EF4-FFF2-40B4-BE49-F238E27FC236}">
                <a16:creationId xmlns:a16="http://schemas.microsoft.com/office/drawing/2014/main" id="{1A7CFFC0-17C4-411A-9C3F-D81CB4C94645}"/>
              </a:ext>
            </a:extLst>
          </p:cNvPr>
          <p:cNvSpPr>
            <a:spLocks xmlns:a="http://schemas.openxmlformats.org/drawingml/2006/main" noGrp="1"/>
          </p:cNvSpPr>
          <p:nvPr/>
        </p:nvSpPr>
        <p:spPr>
          <a:xfrm xmlns:a="http://schemas.openxmlformats.org/drawingml/2006/main">
            <a:off x="590550" y="4238625"/>
            <a:ext cx="7048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087C62"/>
                </a:solidFill>
                <a:latin typeface="Yu Gothic"/>
                <a:ea typeface="Yu Gothic"/>
                <a:cs typeface="Yu Gothic"/>
              </a:defRPr>
            </a:defPPr>
            <a:lvl1pPr algn="l">
              <a:defRPr sz="2400" b="1">
                <a:solidFill>
                  <a:srgbClr val="087C62"/>
                </a:solidFill>
                <a:latin typeface="Yu Gothic"/>
                <a:ea typeface="Yu Gothic"/>
                <a:cs typeface="Yu Gothic"/>
              </a:defRPr>
            </a:lvl1pPr>
            <a:lvl2pPr algn="l">
              <a:defRPr sz="2400" b="1">
                <a:solidFill>
                  <a:srgbClr val="087C62"/>
                </a:solidFill>
                <a:latin typeface="Yu Gothic"/>
                <a:ea typeface="Yu Gothic"/>
                <a:cs typeface="Yu Gothic"/>
              </a:defRPr>
            </a:lvl2pPr>
            <a:lvl3pPr algn="l">
              <a:defRPr sz="2400" b="1">
                <a:solidFill>
                  <a:srgbClr val="087C62"/>
                </a:solidFill>
                <a:latin typeface="Yu Gothic"/>
                <a:ea typeface="Yu Gothic"/>
                <a:cs typeface="Yu Gothic"/>
              </a:defRPr>
            </a:lvl3pPr>
            <a:lvl4pPr algn="l">
              <a:defRPr sz="2400" b="1">
                <a:solidFill>
                  <a:srgbClr val="087C62"/>
                </a:solidFill>
                <a:latin typeface="Yu Gothic"/>
                <a:ea typeface="Yu Gothic"/>
                <a:cs typeface="Yu Gothic"/>
              </a:defRPr>
            </a:lvl4pPr>
            <a:lvl5pPr algn="l">
              <a:defRPr sz="2400" b="1">
                <a:solidFill>
                  <a:srgbClr val="087C62"/>
                </a:solidFill>
                <a:latin typeface="Yu Gothic"/>
                <a:ea typeface="Yu Gothic"/>
                <a:cs typeface="Yu Gothic"/>
              </a:defRPr>
            </a:lvl5pPr>
            <a:lvl6pPr algn="l">
              <a:defRPr sz="2400" b="1">
                <a:solidFill>
                  <a:srgbClr val="087C62"/>
                </a:solidFill>
                <a:latin typeface="Yu Gothic"/>
                <a:ea typeface="Yu Gothic"/>
                <a:cs typeface="Yu Gothic"/>
              </a:defRPr>
            </a:lvl6pPr>
            <a:lvl7pPr algn="l">
              <a:defRPr sz="2400" b="1">
                <a:solidFill>
                  <a:srgbClr val="087C62"/>
                </a:solidFill>
                <a:latin typeface="Yu Gothic"/>
                <a:ea typeface="Yu Gothic"/>
                <a:cs typeface="Yu Gothic"/>
              </a:defRPr>
            </a:lvl7pPr>
            <a:lvl8pPr algn="l">
              <a:defRPr sz="2400" b="1">
                <a:solidFill>
                  <a:srgbClr val="087C62"/>
                </a:solidFill>
                <a:latin typeface="Yu Gothic"/>
                <a:ea typeface="Yu Gothic"/>
                <a:cs typeface="Yu Gothic"/>
              </a:defRPr>
            </a:lvl8pPr>
            <a:lvl9pPr algn="l">
              <a:defRPr sz="2400" b="1">
                <a:solidFill>
                  <a:srgbClr val="087C62"/>
                </a:solidFill>
                <a:latin typeface="Yu Gothic"/>
                <a:ea typeface="Yu Gothic"/>
                <a:cs typeface="Yu Gothic"/>
              </a:defRPr>
            </a:lvl9pPr>
          </a:lstStyle>
          <a:p xmlns:a="http://schemas.openxmlformats.org/drawingml/2006/main">
            <a:pPr algn="l">
              <a:defRPr sz="2400" b="1">
                <a:solidFill>
                  <a:srgbClr val="087C62"/>
                </a:solidFill>
                <a:latin typeface="Yu Gothic"/>
                <a:ea typeface="Yu Gothic"/>
                <a:cs typeface="Yu Gothic"/>
              </a:defRPr>
            </a:pPr>
            <a:r>
              <a:rPr sz="2400" b="1">
                <a:solidFill>
                  <a:srgbClr val="087C62"/>
                </a:solidFill>
                <a:latin typeface="Yu Gothic"/>
                <a:ea typeface="Yu Gothic"/>
                <a:cs typeface="Yu Gothic"/>
              </a:rPr>
              <a:t>03</a:t>
            </a:r>
          </a:p>
        </p:txBody>
      </p:sp>
      <p:sp>
        <p:nvSpPr>
          <p:cNvPr id="8" name="Enemy に戻って hp を設定する。全過程で同じ self を使う。">
            <a:extLst xmlns:a="http://schemas.openxmlformats.org/drawingml/2006/main">
              <a:ext uri="{FF2B5EF4-FFF2-40B4-BE49-F238E27FC236}">
                <a16:creationId xmlns:a16="http://schemas.microsoft.com/office/drawing/2014/main" id="{A5008655-C7EE-4563-9542-0E711D69E4A5}"/>
              </a:ext>
            </a:extLst>
          </p:cNvPr>
          <p:cNvSpPr>
            <a:spLocks xmlns:a="http://schemas.openxmlformats.org/drawingml/2006/main" noGrp="1"/>
          </p:cNvSpPr>
          <p:nvPr/>
        </p:nvSpPr>
        <p:spPr>
          <a:xfrm xmlns:a="http://schemas.openxmlformats.org/drawingml/2006/main">
            <a:off x="1571625" y="4238625"/>
            <a:ext cx="9858375"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0">
                <a:solidFill>
                  <a:srgbClr val="172C40"/>
                </a:solidFill>
                <a:latin typeface="Yu Gothic"/>
                <a:ea typeface="Yu Gothic"/>
                <a:cs typeface="Yu Gothic"/>
              </a:defRPr>
            </a:defPPr>
            <a:lvl1pPr algn="l">
              <a:defRPr sz="2250" b="0">
                <a:solidFill>
                  <a:srgbClr val="172C40"/>
                </a:solidFill>
                <a:latin typeface="Yu Gothic"/>
                <a:ea typeface="Yu Gothic"/>
                <a:cs typeface="Yu Gothic"/>
              </a:defRPr>
            </a:lvl1pPr>
            <a:lvl2pPr algn="l">
              <a:defRPr sz="2250" b="0">
                <a:solidFill>
                  <a:srgbClr val="172C40"/>
                </a:solidFill>
                <a:latin typeface="Yu Gothic"/>
                <a:ea typeface="Yu Gothic"/>
                <a:cs typeface="Yu Gothic"/>
              </a:defRPr>
            </a:lvl2pPr>
            <a:lvl3pPr algn="l">
              <a:defRPr sz="2250" b="0">
                <a:solidFill>
                  <a:srgbClr val="172C40"/>
                </a:solidFill>
                <a:latin typeface="Yu Gothic"/>
                <a:ea typeface="Yu Gothic"/>
                <a:cs typeface="Yu Gothic"/>
              </a:defRPr>
            </a:lvl3pPr>
            <a:lvl4pPr algn="l">
              <a:defRPr sz="2250" b="0">
                <a:solidFill>
                  <a:srgbClr val="172C40"/>
                </a:solidFill>
                <a:latin typeface="Yu Gothic"/>
                <a:ea typeface="Yu Gothic"/>
                <a:cs typeface="Yu Gothic"/>
              </a:defRPr>
            </a:lvl4pPr>
            <a:lvl5pPr algn="l">
              <a:defRPr sz="2250" b="0">
                <a:solidFill>
                  <a:srgbClr val="172C40"/>
                </a:solidFill>
                <a:latin typeface="Yu Gothic"/>
                <a:ea typeface="Yu Gothic"/>
                <a:cs typeface="Yu Gothic"/>
              </a:defRPr>
            </a:lvl5pPr>
            <a:lvl6pPr algn="l">
              <a:defRPr sz="2250" b="0">
                <a:solidFill>
                  <a:srgbClr val="172C40"/>
                </a:solidFill>
                <a:latin typeface="Yu Gothic"/>
                <a:ea typeface="Yu Gothic"/>
                <a:cs typeface="Yu Gothic"/>
              </a:defRPr>
            </a:lvl6pPr>
            <a:lvl7pPr algn="l">
              <a:defRPr sz="2250" b="0">
                <a:solidFill>
                  <a:srgbClr val="172C40"/>
                </a:solidFill>
                <a:latin typeface="Yu Gothic"/>
                <a:ea typeface="Yu Gothic"/>
                <a:cs typeface="Yu Gothic"/>
              </a:defRPr>
            </a:lvl7pPr>
            <a:lvl8pPr algn="l">
              <a:defRPr sz="2250" b="0">
                <a:solidFill>
                  <a:srgbClr val="172C40"/>
                </a:solidFill>
                <a:latin typeface="Yu Gothic"/>
                <a:ea typeface="Yu Gothic"/>
                <a:cs typeface="Yu Gothic"/>
              </a:defRPr>
            </a:lvl8pPr>
            <a:lvl9pPr algn="l">
              <a:defRPr sz="2250" b="0">
                <a:solidFill>
                  <a:srgbClr val="172C40"/>
                </a:solidFill>
                <a:latin typeface="Yu Gothic"/>
                <a:ea typeface="Yu Gothic"/>
                <a:cs typeface="Yu Gothic"/>
              </a:defRPr>
            </a:lvl9pPr>
          </a:lstStyle>
          <a:p xmlns:a="http://schemas.openxmlformats.org/drawingml/2006/main">
            <a:pPr algn="l">
              <a:defRPr sz="2250" b="0">
                <a:solidFill>
                  <a:srgbClr val="172C40"/>
                </a:solidFill>
                <a:latin typeface="Yu Gothic"/>
                <a:ea typeface="Yu Gothic"/>
                <a:cs typeface="Yu Gothic"/>
              </a:defRPr>
            </a:pPr>
            <a:r>
              <a:rPr sz="2250" b="0">
                <a:solidFill>
                  <a:srgbClr val="172C40"/>
                </a:solidFill>
                <a:latin typeface="Yu Gothic"/>
                <a:ea typeface="Yu Gothic"/>
                <a:cs typeface="Yu Gothic"/>
              </a:rPr>
              <a:t>Enemy に戻って hp を設定する。全過程で同じ self を使う。</a:t>
            </a:r>
          </a:p>
        </p:txBody>
      </p:sp>
      <p:sp>
        <p:nvSpPr>
          <p:cNvPr id="9" name="09">
            <a:extLst xmlns:a="http://schemas.openxmlformats.org/drawingml/2006/main">
              <a:ext uri="{FF2B5EF4-FFF2-40B4-BE49-F238E27FC236}">
                <a16:creationId xmlns:a16="http://schemas.microsoft.com/office/drawing/2014/main" id="{4DEB150F-4690-4136-B0F0-11A616AF20E6}"/>
              </a:ext>
            </a:extLst>
          </p:cNvPr>
          <p:cNvSpPr>
            <a:spLocks xmlns:a="http://schemas.openxmlformats.org/drawingml/2006/main" noGrp="1"/>
          </p:cNvSpPr>
          <p:nvPr/>
        </p:nvSpPr>
        <p:spPr>
          <a:xfrm xmlns:a="http://schemas.openxmlformats.org/drawingml/2006/main">
            <a:off x="11163300" y="6543675"/>
            <a:ext cx="4572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526879"/>
                </a:solidFill>
                <a:latin typeface="Yu Gothic"/>
                <a:ea typeface="Yu Gothic"/>
                <a:cs typeface="Yu Gothic"/>
              </a:defRPr>
            </a:defPPr>
            <a:lvl1pPr algn="l">
              <a:defRPr sz="1200" b="0">
                <a:solidFill>
                  <a:srgbClr val="526879"/>
                </a:solidFill>
                <a:latin typeface="Yu Gothic"/>
                <a:ea typeface="Yu Gothic"/>
                <a:cs typeface="Yu Gothic"/>
              </a:defRPr>
            </a:lvl1pPr>
            <a:lvl2pPr algn="l">
              <a:defRPr sz="1200" b="0">
                <a:solidFill>
                  <a:srgbClr val="526879"/>
                </a:solidFill>
                <a:latin typeface="Yu Gothic"/>
                <a:ea typeface="Yu Gothic"/>
                <a:cs typeface="Yu Gothic"/>
              </a:defRPr>
            </a:lvl2pPr>
            <a:lvl3pPr algn="l">
              <a:defRPr sz="1200" b="0">
                <a:solidFill>
                  <a:srgbClr val="526879"/>
                </a:solidFill>
                <a:latin typeface="Yu Gothic"/>
                <a:ea typeface="Yu Gothic"/>
                <a:cs typeface="Yu Gothic"/>
              </a:defRPr>
            </a:lvl3pPr>
            <a:lvl4pPr algn="l">
              <a:defRPr sz="1200" b="0">
                <a:solidFill>
                  <a:srgbClr val="526879"/>
                </a:solidFill>
                <a:latin typeface="Yu Gothic"/>
                <a:ea typeface="Yu Gothic"/>
                <a:cs typeface="Yu Gothic"/>
              </a:defRPr>
            </a:lvl4pPr>
            <a:lvl5pPr algn="l">
              <a:defRPr sz="1200" b="0">
                <a:solidFill>
                  <a:srgbClr val="526879"/>
                </a:solidFill>
                <a:latin typeface="Yu Gothic"/>
                <a:ea typeface="Yu Gothic"/>
                <a:cs typeface="Yu Gothic"/>
              </a:defRPr>
            </a:lvl5pPr>
            <a:lvl6pPr algn="l">
              <a:defRPr sz="1200" b="0">
                <a:solidFill>
                  <a:srgbClr val="526879"/>
                </a:solidFill>
                <a:latin typeface="Yu Gothic"/>
                <a:ea typeface="Yu Gothic"/>
                <a:cs typeface="Yu Gothic"/>
              </a:defRPr>
            </a:lvl6pPr>
            <a:lvl7pPr algn="l">
              <a:defRPr sz="1200" b="0">
                <a:solidFill>
                  <a:srgbClr val="526879"/>
                </a:solidFill>
                <a:latin typeface="Yu Gothic"/>
                <a:ea typeface="Yu Gothic"/>
                <a:cs typeface="Yu Gothic"/>
              </a:defRPr>
            </a:lvl7pPr>
            <a:lvl8pPr algn="l">
              <a:defRPr sz="1200" b="0">
                <a:solidFill>
                  <a:srgbClr val="526879"/>
                </a:solidFill>
                <a:latin typeface="Yu Gothic"/>
                <a:ea typeface="Yu Gothic"/>
                <a:cs typeface="Yu Gothic"/>
              </a:defRPr>
            </a:lvl8pPr>
            <a:lvl9pPr algn="l">
              <a:defRPr sz="1200" b="0">
                <a:solidFill>
                  <a:srgbClr val="526879"/>
                </a:solidFill>
                <a:latin typeface="Yu Gothic"/>
                <a:ea typeface="Yu Gothic"/>
                <a:cs typeface="Yu Gothic"/>
              </a:defRPr>
            </a:lvl9pPr>
          </a:lstStyle>
          <a:p xmlns:a="http://schemas.openxmlformats.org/drawingml/2006/main">
            <a:pPr algn="l">
              <a:defRPr sz="1200" b="0">
                <a:solidFill>
                  <a:srgbClr val="526879"/>
                </a:solidFill>
                <a:latin typeface="Yu Gothic"/>
                <a:ea typeface="Yu Gothic"/>
                <a:cs typeface="Yu Gothic"/>
              </a:defRPr>
            </a:pPr>
            <a:r>
              <a:rPr sz="1200" b="0">
                <a:solidFill>
                  <a:srgbClr val="526879"/>
                </a:solidFill>
                <a:latin typeface="Yu Gothic"/>
                <a:ea typeface="Yu Gothic"/>
                <a:cs typeface="Yu Gothic"/>
              </a:rPr>
              <a:t>09</a:t>
            </a:r>
          </a:p>
        </p:txBody>
      </p:sp>
    </p:spTree>
    <p:extLst>
      <p:ext uri="{BB962C8B-B14F-4D97-AF65-F5344CB8AC3E}">
        <p14:creationId xmlns:p14="http://schemas.microsoft.com/office/powerpoint/2010/main" val="66516087"/>
      </p:ext>
    </p:extLst>
  </p:cSld>
</p:sld>
</file>

<file path=ppt/slides/slide10.xml><?xml version="1.0" encoding="utf-8"?>
<p:sld xmlns:p="http://schemas.openxmlformats.org/presentationml/2006/main">
  <p:cSld>
    <p:bg>
      <p:bgPr>
        <a:solidFill xmlns:a="http://schemas.openxmlformats.org/drawingml/2006/main">
          <a:srgbClr val="0B1422"/>
        </a:solidFill>
      </p:bgPr>
    </p:bg>
    <p:spTree>
      <p:nvGrpSpPr>
        <p:cNvPr id="1" name=""/>
        <p:cNvGrpSpPr/>
        <p:nvPr/>
      </p:nvGrpSpPr>
      <p:grpSpPr>
        <a:xfrm xmlns:a="http://schemas.openxmlformats.org/drawingml/2006/main"/>
      </p:grpSpPr>
      <p:sp>
        <p:nvSpPr>
          <p:cNvPr id="12" name="メソッドの共有と独立した状態">
            <a:extLst xmlns:a="http://schemas.openxmlformats.org/drawingml/2006/main">
              <a:ext uri="{FF2B5EF4-FFF2-40B4-BE49-F238E27FC236}">
                <a16:creationId xmlns:a16="http://schemas.microsoft.com/office/drawing/2014/main" id="{DF5395B9-65C6-4948-B833-C25E7D7E3F68}"/>
              </a:ext>
            </a:extLst>
          </p:cNvPr>
          <p:cNvSpPr>
            <a:spLocks xmlns:a="http://schemas.openxmlformats.org/drawingml/2006/main" noGrp="1"/>
          </p:cNvSpPr>
          <p:nvPr/>
        </p:nvSpPr>
        <p:spPr>
          <a:xfrm xmlns:a="http://schemas.openxmlformats.org/drawingml/2006/main">
            <a:off x="561975" y="400050"/>
            <a:ext cx="110490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EDF4FB"/>
                </a:solidFill>
                <a:latin typeface="Yu Gothic"/>
                <a:ea typeface="Yu Gothic"/>
                <a:cs typeface="Yu Gothic"/>
              </a:defRPr>
            </a:defPPr>
            <a:lvl1pPr algn="l">
              <a:defRPr sz="3300" b="1">
                <a:solidFill>
                  <a:srgbClr val="EDF4FB"/>
                </a:solidFill>
                <a:latin typeface="Yu Gothic"/>
                <a:ea typeface="Yu Gothic"/>
                <a:cs typeface="Yu Gothic"/>
              </a:defRPr>
            </a:lvl1pPr>
            <a:lvl2pPr algn="l">
              <a:defRPr sz="3300" b="1">
                <a:solidFill>
                  <a:srgbClr val="EDF4FB"/>
                </a:solidFill>
                <a:latin typeface="Yu Gothic"/>
                <a:ea typeface="Yu Gothic"/>
                <a:cs typeface="Yu Gothic"/>
              </a:defRPr>
            </a:lvl2pPr>
            <a:lvl3pPr algn="l">
              <a:defRPr sz="3300" b="1">
                <a:solidFill>
                  <a:srgbClr val="EDF4FB"/>
                </a:solidFill>
                <a:latin typeface="Yu Gothic"/>
                <a:ea typeface="Yu Gothic"/>
                <a:cs typeface="Yu Gothic"/>
              </a:defRPr>
            </a:lvl3pPr>
            <a:lvl4pPr algn="l">
              <a:defRPr sz="3300" b="1">
                <a:solidFill>
                  <a:srgbClr val="EDF4FB"/>
                </a:solidFill>
                <a:latin typeface="Yu Gothic"/>
                <a:ea typeface="Yu Gothic"/>
                <a:cs typeface="Yu Gothic"/>
              </a:defRPr>
            </a:lvl4pPr>
            <a:lvl5pPr algn="l">
              <a:defRPr sz="3300" b="1">
                <a:solidFill>
                  <a:srgbClr val="EDF4FB"/>
                </a:solidFill>
                <a:latin typeface="Yu Gothic"/>
                <a:ea typeface="Yu Gothic"/>
                <a:cs typeface="Yu Gothic"/>
              </a:defRPr>
            </a:lvl5pPr>
            <a:lvl6pPr algn="l">
              <a:defRPr sz="3300" b="1">
                <a:solidFill>
                  <a:srgbClr val="EDF4FB"/>
                </a:solidFill>
                <a:latin typeface="Yu Gothic"/>
                <a:ea typeface="Yu Gothic"/>
                <a:cs typeface="Yu Gothic"/>
              </a:defRPr>
            </a:lvl6pPr>
            <a:lvl7pPr algn="l">
              <a:defRPr sz="3300" b="1">
                <a:solidFill>
                  <a:srgbClr val="EDF4FB"/>
                </a:solidFill>
                <a:latin typeface="Yu Gothic"/>
                <a:ea typeface="Yu Gothic"/>
                <a:cs typeface="Yu Gothic"/>
              </a:defRPr>
            </a:lvl7pPr>
            <a:lvl8pPr algn="l">
              <a:defRPr sz="3300" b="1">
                <a:solidFill>
                  <a:srgbClr val="EDF4FB"/>
                </a:solidFill>
                <a:latin typeface="Yu Gothic"/>
                <a:ea typeface="Yu Gothic"/>
                <a:cs typeface="Yu Gothic"/>
              </a:defRPr>
            </a:lvl8pPr>
            <a:lvl9pPr algn="l">
              <a:defRPr sz="3300" b="1">
                <a:solidFill>
                  <a:srgbClr val="EDF4FB"/>
                </a:solidFill>
                <a:latin typeface="Yu Gothic"/>
                <a:ea typeface="Yu Gothic"/>
                <a:cs typeface="Yu Gothic"/>
              </a:defRPr>
            </a:lvl9pPr>
          </a:lstStyle>
          <a:p xmlns:a="http://schemas.openxmlformats.org/drawingml/2006/main">
            <a:pPr algn="l">
              <a:defRPr sz="3300" b="1">
                <a:solidFill>
                  <a:srgbClr val="EDF4FB"/>
                </a:solidFill>
                <a:latin typeface="Yu Gothic"/>
                <a:ea typeface="Yu Gothic"/>
                <a:cs typeface="Yu Gothic"/>
              </a:defRPr>
            </a:pPr>
            <a:r>
              <a:rPr sz="3300" b="1">
                <a:solidFill>
                  <a:srgbClr val="EDF4FB"/>
                </a:solidFill>
                <a:latin typeface="Yu Gothic"/>
                <a:ea typeface="Yu Gothic"/>
                <a:cs typeface="Yu Gothic"/>
              </a:rPr>
              <a:t>メソッドの共有と独立した状態</a:t>
            </a:r>
          </a:p>
        </p:txBody>
      </p:sp>
      <p:sp>
        <p:nvSpPr>
          <p:cNvPr id="2" name="2個の Enemy インスタンス">
            <a:extLst xmlns:a="http://schemas.openxmlformats.org/drawingml/2006/main">
              <a:ext uri="{FF2B5EF4-FFF2-40B4-BE49-F238E27FC236}">
                <a16:creationId xmlns:a16="http://schemas.microsoft.com/office/drawing/2014/main" id="{C12FD660-F121-40CB-A0B5-3365AFD2463E}"/>
              </a:ext>
            </a:extLst>
          </p:cNvPr>
          <p:cNvSpPr>
            <a:spLocks xmlns:a="http://schemas.openxmlformats.org/drawingml/2006/main" noGrp="1"/>
          </p:cNvSpPr>
          <p:nvPr/>
        </p:nvSpPr>
        <p:spPr>
          <a:xfrm xmlns:a="http://schemas.openxmlformats.org/drawingml/2006/main">
            <a:off x="581025" y="1123950"/>
            <a:ext cx="1100137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68EDBE"/>
                </a:solidFill>
                <a:latin typeface="Yu Gothic"/>
                <a:ea typeface="Yu Gothic"/>
                <a:cs typeface="Yu Gothic"/>
              </a:defRPr>
            </a:defPPr>
            <a:lvl1pPr algn="l">
              <a:defRPr sz="1800" b="0">
                <a:solidFill>
                  <a:srgbClr val="68EDBE"/>
                </a:solidFill>
                <a:latin typeface="Yu Gothic"/>
                <a:ea typeface="Yu Gothic"/>
                <a:cs typeface="Yu Gothic"/>
              </a:defRPr>
            </a:lvl1pPr>
            <a:lvl2pPr algn="l">
              <a:defRPr sz="1800" b="0">
                <a:solidFill>
                  <a:srgbClr val="68EDBE"/>
                </a:solidFill>
                <a:latin typeface="Yu Gothic"/>
                <a:ea typeface="Yu Gothic"/>
                <a:cs typeface="Yu Gothic"/>
              </a:defRPr>
            </a:lvl2pPr>
            <a:lvl3pPr algn="l">
              <a:defRPr sz="1800" b="0">
                <a:solidFill>
                  <a:srgbClr val="68EDBE"/>
                </a:solidFill>
                <a:latin typeface="Yu Gothic"/>
                <a:ea typeface="Yu Gothic"/>
                <a:cs typeface="Yu Gothic"/>
              </a:defRPr>
            </a:lvl3pPr>
            <a:lvl4pPr algn="l">
              <a:defRPr sz="1800" b="0">
                <a:solidFill>
                  <a:srgbClr val="68EDBE"/>
                </a:solidFill>
                <a:latin typeface="Yu Gothic"/>
                <a:ea typeface="Yu Gothic"/>
                <a:cs typeface="Yu Gothic"/>
              </a:defRPr>
            </a:lvl4pPr>
            <a:lvl5pPr algn="l">
              <a:defRPr sz="1800" b="0">
                <a:solidFill>
                  <a:srgbClr val="68EDBE"/>
                </a:solidFill>
                <a:latin typeface="Yu Gothic"/>
                <a:ea typeface="Yu Gothic"/>
                <a:cs typeface="Yu Gothic"/>
              </a:defRPr>
            </a:lvl5pPr>
            <a:lvl6pPr algn="l">
              <a:defRPr sz="1800" b="0">
                <a:solidFill>
                  <a:srgbClr val="68EDBE"/>
                </a:solidFill>
                <a:latin typeface="Yu Gothic"/>
                <a:ea typeface="Yu Gothic"/>
                <a:cs typeface="Yu Gothic"/>
              </a:defRPr>
            </a:lvl6pPr>
            <a:lvl7pPr algn="l">
              <a:defRPr sz="1800" b="0">
                <a:solidFill>
                  <a:srgbClr val="68EDBE"/>
                </a:solidFill>
                <a:latin typeface="Yu Gothic"/>
                <a:ea typeface="Yu Gothic"/>
                <a:cs typeface="Yu Gothic"/>
              </a:defRPr>
            </a:lvl7pPr>
            <a:lvl8pPr algn="l">
              <a:defRPr sz="1800" b="0">
                <a:solidFill>
                  <a:srgbClr val="68EDBE"/>
                </a:solidFill>
                <a:latin typeface="Yu Gothic"/>
                <a:ea typeface="Yu Gothic"/>
                <a:cs typeface="Yu Gothic"/>
              </a:defRPr>
            </a:lvl8pPr>
            <a:lvl9pPr algn="l">
              <a:defRPr sz="1800" b="0">
                <a:solidFill>
                  <a:srgbClr val="68EDBE"/>
                </a:solidFill>
                <a:latin typeface="Yu Gothic"/>
                <a:ea typeface="Yu Gothic"/>
                <a:cs typeface="Yu Gothic"/>
              </a:defRPr>
            </a:lvl9pPr>
          </a:lstStyle>
          <a:p xmlns:a="http://schemas.openxmlformats.org/drawingml/2006/main">
            <a:pPr algn="l">
              <a:defRPr sz="1800" b="0">
                <a:solidFill>
                  <a:srgbClr val="68EDBE"/>
                </a:solidFill>
                <a:latin typeface="Yu Gothic"/>
                <a:ea typeface="Yu Gothic"/>
                <a:cs typeface="Yu Gothic"/>
              </a:defRPr>
            </a:pPr>
            <a:r>
              <a:rPr sz="1800" b="0">
                <a:solidFill>
                  <a:srgbClr val="68EDBE"/>
                </a:solidFill>
                <a:latin typeface="Yu Gothic"/>
                <a:ea typeface="Yu Gothic"/>
                <a:cs typeface="Yu Gothic"/>
              </a:rPr>
              <a:t>2個の Enemy インスタンス</a:t>
            </a:r>
          </a:p>
        </p:txBody>
      </p:sp>
      <p:sp>
        <p:nvSpPr>
          <p:cNvPr id="3" name="a = Enemy(&quot;E01&quot;, (100, 100), hp=1)">
            <a:extLst xmlns:a="http://schemas.openxmlformats.org/drawingml/2006/main">
              <a:ext uri="{FF2B5EF4-FFF2-40B4-BE49-F238E27FC236}">
                <a16:creationId xmlns:a16="http://schemas.microsoft.com/office/drawing/2014/main" id="{452B1069-9BC0-4E38-BE76-00B5F5B06F28}"/>
              </a:ext>
            </a:extLst>
          </p:cNvPr>
          <p:cNvSpPr>
            <a:spLocks xmlns:a="http://schemas.openxmlformats.org/drawingml/2006/main" noGrp="1"/>
          </p:cNvSpPr>
          <p:nvPr/>
        </p:nvSpPr>
        <p:spPr>
          <a:xfrm xmlns:a="http://schemas.openxmlformats.org/drawingml/2006/main">
            <a:off x="590550" y="1838325"/>
            <a:ext cx="10953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EDF4FB"/>
                </a:solidFill>
                <a:latin typeface="Consolas"/>
                <a:ea typeface="Consolas"/>
                <a:cs typeface="Consolas"/>
              </a:defRPr>
            </a:defPPr>
            <a:lvl1pPr algn="l">
              <a:defRPr sz="1950" b="0">
                <a:solidFill>
                  <a:srgbClr val="EDF4FB"/>
                </a:solidFill>
                <a:latin typeface="Consolas"/>
                <a:ea typeface="Consolas"/>
                <a:cs typeface="Consolas"/>
              </a:defRPr>
            </a:lvl1pPr>
            <a:lvl2pPr algn="l">
              <a:defRPr sz="1950" b="0">
                <a:solidFill>
                  <a:srgbClr val="EDF4FB"/>
                </a:solidFill>
                <a:latin typeface="Consolas"/>
                <a:ea typeface="Consolas"/>
                <a:cs typeface="Consolas"/>
              </a:defRPr>
            </a:lvl2pPr>
            <a:lvl3pPr algn="l">
              <a:defRPr sz="1950" b="0">
                <a:solidFill>
                  <a:srgbClr val="EDF4FB"/>
                </a:solidFill>
                <a:latin typeface="Consolas"/>
                <a:ea typeface="Consolas"/>
                <a:cs typeface="Consolas"/>
              </a:defRPr>
            </a:lvl3pPr>
            <a:lvl4pPr algn="l">
              <a:defRPr sz="1950" b="0">
                <a:solidFill>
                  <a:srgbClr val="EDF4FB"/>
                </a:solidFill>
                <a:latin typeface="Consolas"/>
                <a:ea typeface="Consolas"/>
                <a:cs typeface="Consolas"/>
              </a:defRPr>
            </a:lvl4pPr>
            <a:lvl5pPr algn="l">
              <a:defRPr sz="1950" b="0">
                <a:solidFill>
                  <a:srgbClr val="EDF4FB"/>
                </a:solidFill>
                <a:latin typeface="Consolas"/>
                <a:ea typeface="Consolas"/>
                <a:cs typeface="Consolas"/>
              </a:defRPr>
            </a:lvl5pPr>
            <a:lvl6pPr algn="l">
              <a:defRPr sz="1950" b="0">
                <a:solidFill>
                  <a:srgbClr val="EDF4FB"/>
                </a:solidFill>
                <a:latin typeface="Consolas"/>
                <a:ea typeface="Consolas"/>
                <a:cs typeface="Consolas"/>
              </a:defRPr>
            </a:lvl6pPr>
            <a:lvl7pPr algn="l">
              <a:defRPr sz="1950" b="0">
                <a:solidFill>
                  <a:srgbClr val="EDF4FB"/>
                </a:solidFill>
                <a:latin typeface="Consolas"/>
                <a:ea typeface="Consolas"/>
                <a:cs typeface="Consolas"/>
              </a:defRPr>
            </a:lvl7pPr>
            <a:lvl8pPr algn="l">
              <a:defRPr sz="1950" b="0">
                <a:solidFill>
                  <a:srgbClr val="EDF4FB"/>
                </a:solidFill>
                <a:latin typeface="Consolas"/>
                <a:ea typeface="Consolas"/>
                <a:cs typeface="Consolas"/>
              </a:defRPr>
            </a:lvl8pPr>
            <a:lvl9pPr algn="l">
              <a:defRPr sz="1950" b="0">
                <a:solidFill>
                  <a:srgbClr val="EDF4FB"/>
                </a:solidFill>
                <a:latin typeface="Consolas"/>
                <a:ea typeface="Consolas"/>
                <a:cs typeface="Consolas"/>
              </a:defRPr>
            </a:lvl9pPr>
          </a:lstStyle>
          <a:p xmlns:a="http://schemas.openxmlformats.org/drawingml/2006/main">
            <a:pPr algn="l">
              <a:defRPr sz="1950" b="0">
                <a:solidFill>
                  <a:srgbClr val="EDF4FB"/>
                </a:solidFill>
                <a:latin typeface="Consolas"/>
                <a:ea typeface="Consolas"/>
                <a:cs typeface="Consolas"/>
              </a:defRPr>
            </a:pPr>
            <a:r>
              <a:rPr sz="1950" b="0">
                <a:solidFill>
                  <a:srgbClr val="EDF4FB"/>
                </a:solidFill>
                <a:latin typeface="Consolas"/>
                <a:ea typeface="Consolas"/>
                <a:cs typeface="Consolas"/>
              </a:rPr>
              <a:t>a = Enemy("E01", (100, 100), hp=1)</a:t>
            </a:r>
          </a:p>
        </p:txBody>
      </p:sp>
      <p:sp>
        <p:nvSpPr>
          <p:cNvPr id="4" name="b = Enemy(&quot;E02&quot;, (200, 100), hp=3)">
            <a:extLst xmlns:a="http://schemas.openxmlformats.org/drawingml/2006/main">
              <a:ext uri="{FF2B5EF4-FFF2-40B4-BE49-F238E27FC236}">
                <a16:creationId xmlns:a16="http://schemas.microsoft.com/office/drawing/2014/main" id="{3BA64B69-044B-4D7C-A09F-BBDC1CD9EB3D}"/>
              </a:ext>
            </a:extLst>
          </p:cNvPr>
          <p:cNvSpPr>
            <a:spLocks xmlns:a="http://schemas.openxmlformats.org/drawingml/2006/main" noGrp="1"/>
          </p:cNvSpPr>
          <p:nvPr/>
        </p:nvSpPr>
        <p:spPr>
          <a:xfrm xmlns:a="http://schemas.openxmlformats.org/drawingml/2006/main">
            <a:off x="590550" y="2143125"/>
            <a:ext cx="10953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EDF4FB"/>
                </a:solidFill>
                <a:latin typeface="Consolas"/>
                <a:ea typeface="Consolas"/>
                <a:cs typeface="Consolas"/>
              </a:defRPr>
            </a:defPPr>
            <a:lvl1pPr algn="l">
              <a:defRPr sz="1950" b="0">
                <a:solidFill>
                  <a:srgbClr val="EDF4FB"/>
                </a:solidFill>
                <a:latin typeface="Consolas"/>
                <a:ea typeface="Consolas"/>
                <a:cs typeface="Consolas"/>
              </a:defRPr>
            </a:lvl1pPr>
            <a:lvl2pPr algn="l">
              <a:defRPr sz="1950" b="0">
                <a:solidFill>
                  <a:srgbClr val="EDF4FB"/>
                </a:solidFill>
                <a:latin typeface="Consolas"/>
                <a:ea typeface="Consolas"/>
                <a:cs typeface="Consolas"/>
              </a:defRPr>
            </a:lvl2pPr>
            <a:lvl3pPr algn="l">
              <a:defRPr sz="1950" b="0">
                <a:solidFill>
                  <a:srgbClr val="EDF4FB"/>
                </a:solidFill>
                <a:latin typeface="Consolas"/>
                <a:ea typeface="Consolas"/>
                <a:cs typeface="Consolas"/>
              </a:defRPr>
            </a:lvl3pPr>
            <a:lvl4pPr algn="l">
              <a:defRPr sz="1950" b="0">
                <a:solidFill>
                  <a:srgbClr val="EDF4FB"/>
                </a:solidFill>
                <a:latin typeface="Consolas"/>
                <a:ea typeface="Consolas"/>
                <a:cs typeface="Consolas"/>
              </a:defRPr>
            </a:lvl4pPr>
            <a:lvl5pPr algn="l">
              <a:defRPr sz="1950" b="0">
                <a:solidFill>
                  <a:srgbClr val="EDF4FB"/>
                </a:solidFill>
                <a:latin typeface="Consolas"/>
                <a:ea typeface="Consolas"/>
                <a:cs typeface="Consolas"/>
              </a:defRPr>
            </a:lvl5pPr>
            <a:lvl6pPr algn="l">
              <a:defRPr sz="1950" b="0">
                <a:solidFill>
                  <a:srgbClr val="EDF4FB"/>
                </a:solidFill>
                <a:latin typeface="Consolas"/>
                <a:ea typeface="Consolas"/>
                <a:cs typeface="Consolas"/>
              </a:defRPr>
            </a:lvl6pPr>
            <a:lvl7pPr algn="l">
              <a:defRPr sz="1950" b="0">
                <a:solidFill>
                  <a:srgbClr val="EDF4FB"/>
                </a:solidFill>
                <a:latin typeface="Consolas"/>
                <a:ea typeface="Consolas"/>
                <a:cs typeface="Consolas"/>
              </a:defRPr>
            </a:lvl7pPr>
            <a:lvl8pPr algn="l">
              <a:defRPr sz="1950" b="0">
                <a:solidFill>
                  <a:srgbClr val="EDF4FB"/>
                </a:solidFill>
                <a:latin typeface="Consolas"/>
                <a:ea typeface="Consolas"/>
                <a:cs typeface="Consolas"/>
              </a:defRPr>
            </a:lvl8pPr>
            <a:lvl9pPr algn="l">
              <a:defRPr sz="1950" b="0">
                <a:solidFill>
                  <a:srgbClr val="EDF4FB"/>
                </a:solidFill>
                <a:latin typeface="Consolas"/>
                <a:ea typeface="Consolas"/>
                <a:cs typeface="Consolas"/>
              </a:defRPr>
            </a:lvl9pPr>
          </a:lstStyle>
          <a:p xmlns:a="http://schemas.openxmlformats.org/drawingml/2006/main">
            <a:pPr algn="l">
              <a:defRPr sz="1950" b="0">
                <a:solidFill>
                  <a:srgbClr val="EDF4FB"/>
                </a:solidFill>
                <a:latin typeface="Consolas"/>
                <a:ea typeface="Consolas"/>
                <a:cs typeface="Consolas"/>
              </a:defRPr>
            </a:pPr>
            <a:r>
              <a:rPr sz="1950" b="0">
                <a:solidFill>
                  <a:srgbClr val="EDF4FB"/>
                </a:solidFill>
                <a:latin typeface="Consolas"/>
                <a:ea typeface="Consolas"/>
                <a:cs typeface="Consolas"/>
              </a:rPr>
              <a:t>b = Enemy("E02", (200, 100), hp=3)</a:t>
            </a:r>
          </a:p>
        </p:txBody>
      </p:sp>
      <p:sp>
        <p:nvSpPr>
          <p:cNvPr id="5" name="a.hp = 0">
            <a:extLst xmlns:a="http://schemas.openxmlformats.org/drawingml/2006/main">
              <a:ext uri="{FF2B5EF4-FFF2-40B4-BE49-F238E27FC236}">
                <a16:creationId xmlns:a16="http://schemas.microsoft.com/office/drawing/2014/main" id="{F7C20D49-B309-4043-959F-49403A071BFD}"/>
              </a:ext>
            </a:extLst>
          </p:cNvPr>
          <p:cNvSpPr>
            <a:spLocks xmlns:a="http://schemas.openxmlformats.org/drawingml/2006/main" noGrp="1"/>
          </p:cNvSpPr>
          <p:nvPr/>
        </p:nvSpPr>
        <p:spPr>
          <a:xfrm xmlns:a="http://schemas.openxmlformats.org/drawingml/2006/main">
            <a:off x="590550" y="2447925"/>
            <a:ext cx="10953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EDF4FB"/>
                </a:solidFill>
                <a:latin typeface="Consolas"/>
                <a:ea typeface="Consolas"/>
                <a:cs typeface="Consolas"/>
              </a:defRPr>
            </a:defPPr>
            <a:lvl1pPr algn="l">
              <a:defRPr sz="1950" b="0">
                <a:solidFill>
                  <a:srgbClr val="EDF4FB"/>
                </a:solidFill>
                <a:latin typeface="Consolas"/>
                <a:ea typeface="Consolas"/>
                <a:cs typeface="Consolas"/>
              </a:defRPr>
            </a:lvl1pPr>
            <a:lvl2pPr algn="l">
              <a:defRPr sz="1950" b="0">
                <a:solidFill>
                  <a:srgbClr val="EDF4FB"/>
                </a:solidFill>
                <a:latin typeface="Consolas"/>
                <a:ea typeface="Consolas"/>
                <a:cs typeface="Consolas"/>
              </a:defRPr>
            </a:lvl2pPr>
            <a:lvl3pPr algn="l">
              <a:defRPr sz="1950" b="0">
                <a:solidFill>
                  <a:srgbClr val="EDF4FB"/>
                </a:solidFill>
                <a:latin typeface="Consolas"/>
                <a:ea typeface="Consolas"/>
                <a:cs typeface="Consolas"/>
              </a:defRPr>
            </a:lvl3pPr>
            <a:lvl4pPr algn="l">
              <a:defRPr sz="1950" b="0">
                <a:solidFill>
                  <a:srgbClr val="EDF4FB"/>
                </a:solidFill>
                <a:latin typeface="Consolas"/>
                <a:ea typeface="Consolas"/>
                <a:cs typeface="Consolas"/>
              </a:defRPr>
            </a:lvl4pPr>
            <a:lvl5pPr algn="l">
              <a:defRPr sz="1950" b="0">
                <a:solidFill>
                  <a:srgbClr val="EDF4FB"/>
                </a:solidFill>
                <a:latin typeface="Consolas"/>
                <a:ea typeface="Consolas"/>
                <a:cs typeface="Consolas"/>
              </a:defRPr>
            </a:lvl5pPr>
            <a:lvl6pPr algn="l">
              <a:defRPr sz="1950" b="0">
                <a:solidFill>
                  <a:srgbClr val="EDF4FB"/>
                </a:solidFill>
                <a:latin typeface="Consolas"/>
                <a:ea typeface="Consolas"/>
                <a:cs typeface="Consolas"/>
              </a:defRPr>
            </a:lvl6pPr>
            <a:lvl7pPr algn="l">
              <a:defRPr sz="1950" b="0">
                <a:solidFill>
                  <a:srgbClr val="EDF4FB"/>
                </a:solidFill>
                <a:latin typeface="Consolas"/>
                <a:ea typeface="Consolas"/>
                <a:cs typeface="Consolas"/>
              </a:defRPr>
            </a:lvl7pPr>
            <a:lvl8pPr algn="l">
              <a:defRPr sz="1950" b="0">
                <a:solidFill>
                  <a:srgbClr val="EDF4FB"/>
                </a:solidFill>
                <a:latin typeface="Consolas"/>
                <a:ea typeface="Consolas"/>
                <a:cs typeface="Consolas"/>
              </a:defRPr>
            </a:lvl8pPr>
            <a:lvl9pPr algn="l">
              <a:defRPr sz="1950" b="0">
                <a:solidFill>
                  <a:srgbClr val="EDF4FB"/>
                </a:solidFill>
                <a:latin typeface="Consolas"/>
                <a:ea typeface="Consolas"/>
                <a:cs typeface="Consolas"/>
              </a:defRPr>
            </a:lvl9pPr>
          </a:lstStyle>
          <a:p xmlns:a="http://schemas.openxmlformats.org/drawingml/2006/main">
            <a:pPr algn="l">
              <a:defRPr sz="1950" b="0">
                <a:solidFill>
                  <a:srgbClr val="EDF4FB"/>
                </a:solidFill>
                <a:latin typeface="Consolas"/>
                <a:ea typeface="Consolas"/>
                <a:cs typeface="Consolas"/>
              </a:defRPr>
            </a:pPr>
            <a:r>
              <a:rPr sz="1950" b="0">
                <a:solidFill>
                  <a:srgbClr val="EDF4FB"/>
                </a:solidFill>
                <a:latin typeface="Consolas"/>
                <a:ea typeface="Consolas"/>
                <a:cs typeface="Consolas"/>
              </a:rPr>
              <a:t>a.hp = 0</a:t>
            </a:r>
          </a:p>
        </p:txBody>
      </p:sp>
      <p:sp>
        <p:nvSpPr>
          <p:cNvPr id="6" name="print(b.hp)  # 3">
            <a:extLst xmlns:a="http://schemas.openxmlformats.org/drawingml/2006/main">
              <a:ext uri="{FF2B5EF4-FFF2-40B4-BE49-F238E27FC236}">
                <a16:creationId xmlns:a16="http://schemas.microsoft.com/office/drawing/2014/main" id="{C0DE14EE-3BAB-41FD-8FB4-5CD0D9BD204C}"/>
              </a:ext>
            </a:extLst>
          </p:cNvPr>
          <p:cNvSpPr>
            <a:spLocks xmlns:a="http://schemas.openxmlformats.org/drawingml/2006/main" noGrp="1"/>
          </p:cNvSpPr>
          <p:nvPr/>
        </p:nvSpPr>
        <p:spPr>
          <a:xfrm xmlns:a="http://schemas.openxmlformats.org/drawingml/2006/main">
            <a:off x="590550" y="2752725"/>
            <a:ext cx="10953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EDF4FB"/>
                </a:solidFill>
                <a:latin typeface="Consolas"/>
                <a:ea typeface="Consolas"/>
                <a:cs typeface="Consolas"/>
              </a:defRPr>
            </a:defPPr>
            <a:lvl1pPr algn="l">
              <a:defRPr sz="1950" b="0">
                <a:solidFill>
                  <a:srgbClr val="EDF4FB"/>
                </a:solidFill>
                <a:latin typeface="Consolas"/>
                <a:ea typeface="Consolas"/>
                <a:cs typeface="Consolas"/>
              </a:defRPr>
            </a:lvl1pPr>
            <a:lvl2pPr algn="l">
              <a:defRPr sz="1950" b="0">
                <a:solidFill>
                  <a:srgbClr val="EDF4FB"/>
                </a:solidFill>
                <a:latin typeface="Consolas"/>
                <a:ea typeface="Consolas"/>
                <a:cs typeface="Consolas"/>
              </a:defRPr>
            </a:lvl2pPr>
            <a:lvl3pPr algn="l">
              <a:defRPr sz="1950" b="0">
                <a:solidFill>
                  <a:srgbClr val="EDF4FB"/>
                </a:solidFill>
                <a:latin typeface="Consolas"/>
                <a:ea typeface="Consolas"/>
                <a:cs typeface="Consolas"/>
              </a:defRPr>
            </a:lvl3pPr>
            <a:lvl4pPr algn="l">
              <a:defRPr sz="1950" b="0">
                <a:solidFill>
                  <a:srgbClr val="EDF4FB"/>
                </a:solidFill>
                <a:latin typeface="Consolas"/>
                <a:ea typeface="Consolas"/>
                <a:cs typeface="Consolas"/>
              </a:defRPr>
            </a:lvl4pPr>
            <a:lvl5pPr algn="l">
              <a:defRPr sz="1950" b="0">
                <a:solidFill>
                  <a:srgbClr val="EDF4FB"/>
                </a:solidFill>
                <a:latin typeface="Consolas"/>
                <a:ea typeface="Consolas"/>
                <a:cs typeface="Consolas"/>
              </a:defRPr>
            </a:lvl5pPr>
            <a:lvl6pPr algn="l">
              <a:defRPr sz="1950" b="0">
                <a:solidFill>
                  <a:srgbClr val="EDF4FB"/>
                </a:solidFill>
                <a:latin typeface="Consolas"/>
                <a:ea typeface="Consolas"/>
                <a:cs typeface="Consolas"/>
              </a:defRPr>
            </a:lvl6pPr>
            <a:lvl7pPr algn="l">
              <a:defRPr sz="1950" b="0">
                <a:solidFill>
                  <a:srgbClr val="EDF4FB"/>
                </a:solidFill>
                <a:latin typeface="Consolas"/>
                <a:ea typeface="Consolas"/>
                <a:cs typeface="Consolas"/>
              </a:defRPr>
            </a:lvl7pPr>
            <a:lvl8pPr algn="l">
              <a:defRPr sz="1950" b="0">
                <a:solidFill>
                  <a:srgbClr val="EDF4FB"/>
                </a:solidFill>
                <a:latin typeface="Consolas"/>
                <a:ea typeface="Consolas"/>
                <a:cs typeface="Consolas"/>
              </a:defRPr>
            </a:lvl8pPr>
            <a:lvl9pPr algn="l">
              <a:defRPr sz="1950" b="0">
                <a:solidFill>
                  <a:srgbClr val="EDF4FB"/>
                </a:solidFill>
                <a:latin typeface="Consolas"/>
                <a:ea typeface="Consolas"/>
                <a:cs typeface="Consolas"/>
              </a:defRPr>
            </a:lvl9pPr>
          </a:lstStyle>
          <a:p xmlns:a="http://schemas.openxmlformats.org/drawingml/2006/main">
            <a:pPr algn="l">
              <a:defRPr sz="1950" b="0">
                <a:solidFill>
                  <a:srgbClr val="EDF4FB"/>
                </a:solidFill>
                <a:latin typeface="Consolas"/>
                <a:ea typeface="Consolas"/>
                <a:cs typeface="Consolas"/>
              </a:defRPr>
            </a:pPr>
            <a:r>
              <a:rPr sz="1950" b="0">
                <a:solidFill>
                  <a:srgbClr val="EDF4FB"/>
                </a:solidFill>
                <a:latin typeface="Consolas"/>
                <a:ea typeface="Consolas"/>
                <a:cs typeface="Consolas"/>
              </a:rPr>
              <a:t>print(b.hp)  # 3</a:t>
            </a:r>
          </a:p>
        </p:txBody>
      </p:sp>
      <p:sp>
        <p:nvSpPr>
          <p:cNvPr id="7" name="print(a.velocity is b.velocity)  # False">
            <a:extLst xmlns:a="http://schemas.openxmlformats.org/drawingml/2006/main">
              <a:ext uri="{FF2B5EF4-FFF2-40B4-BE49-F238E27FC236}">
                <a16:creationId xmlns:a16="http://schemas.microsoft.com/office/drawing/2014/main" id="{C84F3571-F771-4308-B446-67326F6035F7}"/>
              </a:ext>
            </a:extLst>
          </p:cNvPr>
          <p:cNvSpPr>
            <a:spLocks xmlns:a="http://schemas.openxmlformats.org/drawingml/2006/main" noGrp="1"/>
          </p:cNvSpPr>
          <p:nvPr/>
        </p:nvSpPr>
        <p:spPr>
          <a:xfrm xmlns:a="http://schemas.openxmlformats.org/drawingml/2006/main">
            <a:off x="590550" y="3057525"/>
            <a:ext cx="10953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EDF4FB"/>
                </a:solidFill>
                <a:latin typeface="Consolas"/>
                <a:ea typeface="Consolas"/>
                <a:cs typeface="Consolas"/>
              </a:defRPr>
            </a:defPPr>
            <a:lvl1pPr algn="l">
              <a:defRPr sz="1950" b="0">
                <a:solidFill>
                  <a:srgbClr val="EDF4FB"/>
                </a:solidFill>
                <a:latin typeface="Consolas"/>
                <a:ea typeface="Consolas"/>
                <a:cs typeface="Consolas"/>
              </a:defRPr>
            </a:lvl1pPr>
            <a:lvl2pPr algn="l">
              <a:defRPr sz="1950" b="0">
                <a:solidFill>
                  <a:srgbClr val="EDF4FB"/>
                </a:solidFill>
                <a:latin typeface="Consolas"/>
                <a:ea typeface="Consolas"/>
                <a:cs typeface="Consolas"/>
              </a:defRPr>
            </a:lvl2pPr>
            <a:lvl3pPr algn="l">
              <a:defRPr sz="1950" b="0">
                <a:solidFill>
                  <a:srgbClr val="EDF4FB"/>
                </a:solidFill>
                <a:latin typeface="Consolas"/>
                <a:ea typeface="Consolas"/>
                <a:cs typeface="Consolas"/>
              </a:defRPr>
            </a:lvl3pPr>
            <a:lvl4pPr algn="l">
              <a:defRPr sz="1950" b="0">
                <a:solidFill>
                  <a:srgbClr val="EDF4FB"/>
                </a:solidFill>
                <a:latin typeface="Consolas"/>
                <a:ea typeface="Consolas"/>
                <a:cs typeface="Consolas"/>
              </a:defRPr>
            </a:lvl4pPr>
            <a:lvl5pPr algn="l">
              <a:defRPr sz="1950" b="0">
                <a:solidFill>
                  <a:srgbClr val="EDF4FB"/>
                </a:solidFill>
                <a:latin typeface="Consolas"/>
                <a:ea typeface="Consolas"/>
                <a:cs typeface="Consolas"/>
              </a:defRPr>
            </a:lvl5pPr>
            <a:lvl6pPr algn="l">
              <a:defRPr sz="1950" b="0">
                <a:solidFill>
                  <a:srgbClr val="EDF4FB"/>
                </a:solidFill>
                <a:latin typeface="Consolas"/>
                <a:ea typeface="Consolas"/>
                <a:cs typeface="Consolas"/>
              </a:defRPr>
            </a:lvl6pPr>
            <a:lvl7pPr algn="l">
              <a:defRPr sz="1950" b="0">
                <a:solidFill>
                  <a:srgbClr val="EDF4FB"/>
                </a:solidFill>
                <a:latin typeface="Consolas"/>
                <a:ea typeface="Consolas"/>
                <a:cs typeface="Consolas"/>
              </a:defRPr>
            </a:lvl7pPr>
            <a:lvl8pPr algn="l">
              <a:defRPr sz="1950" b="0">
                <a:solidFill>
                  <a:srgbClr val="EDF4FB"/>
                </a:solidFill>
                <a:latin typeface="Consolas"/>
                <a:ea typeface="Consolas"/>
                <a:cs typeface="Consolas"/>
              </a:defRPr>
            </a:lvl8pPr>
            <a:lvl9pPr algn="l">
              <a:defRPr sz="1950" b="0">
                <a:solidFill>
                  <a:srgbClr val="EDF4FB"/>
                </a:solidFill>
                <a:latin typeface="Consolas"/>
                <a:ea typeface="Consolas"/>
                <a:cs typeface="Consolas"/>
              </a:defRPr>
            </a:lvl9pPr>
          </a:lstStyle>
          <a:p xmlns:a="http://schemas.openxmlformats.org/drawingml/2006/main">
            <a:pPr algn="l">
              <a:defRPr sz="1950" b="0">
                <a:solidFill>
                  <a:srgbClr val="EDF4FB"/>
                </a:solidFill>
                <a:latin typeface="Consolas"/>
                <a:ea typeface="Consolas"/>
                <a:cs typeface="Consolas"/>
              </a:defRPr>
            </a:pPr>
            <a:r>
              <a:rPr sz="1950" b="0">
                <a:solidFill>
                  <a:srgbClr val="EDF4FB"/>
                </a:solidFill>
                <a:latin typeface="Consolas"/>
                <a:ea typeface="Consolas"/>
                <a:cs typeface="Consolas"/>
              </a:rPr>
              <a:t>print(a.velocity is b.velocity)  # False</a:t>
            </a:r>
          </a:p>
        </p:txBody>
      </p:sp>
      <p:sp>
        <p:nvSpPr>
          <p:cNvPr id="8" name="初期化ごとに独自の速度 Vector2 を作る。">
            <a:extLst xmlns:a="http://schemas.openxmlformats.org/drawingml/2006/main">
              <a:ext uri="{FF2B5EF4-FFF2-40B4-BE49-F238E27FC236}">
                <a16:creationId xmlns:a16="http://schemas.microsoft.com/office/drawing/2014/main" id="{296A448B-AA6F-4C38-B044-1AC072AA8C5F}"/>
              </a:ext>
            </a:extLst>
          </p:cNvPr>
          <p:cNvSpPr>
            <a:spLocks xmlns:a="http://schemas.openxmlformats.org/drawingml/2006/main" noGrp="1"/>
          </p:cNvSpPr>
          <p:nvPr/>
        </p:nvSpPr>
        <p:spPr>
          <a:xfrm xmlns:a="http://schemas.openxmlformats.org/drawingml/2006/main">
            <a:off x="590550" y="5524500"/>
            <a:ext cx="523875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68EDBE"/>
                </a:solidFill>
                <a:latin typeface="Yu Gothic"/>
                <a:ea typeface="Yu Gothic"/>
                <a:cs typeface="Yu Gothic"/>
              </a:defRPr>
            </a:defPPr>
            <a:lvl1pPr algn="l">
              <a:defRPr sz="1725" b="0">
                <a:solidFill>
                  <a:srgbClr val="68EDBE"/>
                </a:solidFill>
                <a:latin typeface="Yu Gothic"/>
                <a:ea typeface="Yu Gothic"/>
                <a:cs typeface="Yu Gothic"/>
              </a:defRPr>
            </a:lvl1pPr>
            <a:lvl2pPr algn="l">
              <a:defRPr sz="1725" b="0">
                <a:solidFill>
                  <a:srgbClr val="68EDBE"/>
                </a:solidFill>
                <a:latin typeface="Yu Gothic"/>
                <a:ea typeface="Yu Gothic"/>
                <a:cs typeface="Yu Gothic"/>
              </a:defRPr>
            </a:lvl2pPr>
            <a:lvl3pPr algn="l">
              <a:defRPr sz="1725" b="0">
                <a:solidFill>
                  <a:srgbClr val="68EDBE"/>
                </a:solidFill>
                <a:latin typeface="Yu Gothic"/>
                <a:ea typeface="Yu Gothic"/>
                <a:cs typeface="Yu Gothic"/>
              </a:defRPr>
            </a:lvl3pPr>
            <a:lvl4pPr algn="l">
              <a:defRPr sz="1725" b="0">
                <a:solidFill>
                  <a:srgbClr val="68EDBE"/>
                </a:solidFill>
                <a:latin typeface="Yu Gothic"/>
                <a:ea typeface="Yu Gothic"/>
                <a:cs typeface="Yu Gothic"/>
              </a:defRPr>
            </a:lvl4pPr>
            <a:lvl5pPr algn="l">
              <a:defRPr sz="1725" b="0">
                <a:solidFill>
                  <a:srgbClr val="68EDBE"/>
                </a:solidFill>
                <a:latin typeface="Yu Gothic"/>
                <a:ea typeface="Yu Gothic"/>
                <a:cs typeface="Yu Gothic"/>
              </a:defRPr>
            </a:lvl5pPr>
            <a:lvl6pPr algn="l">
              <a:defRPr sz="1725" b="0">
                <a:solidFill>
                  <a:srgbClr val="68EDBE"/>
                </a:solidFill>
                <a:latin typeface="Yu Gothic"/>
                <a:ea typeface="Yu Gothic"/>
                <a:cs typeface="Yu Gothic"/>
              </a:defRPr>
            </a:lvl6pPr>
            <a:lvl7pPr algn="l">
              <a:defRPr sz="1725" b="0">
                <a:solidFill>
                  <a:srgbClr val="68EDBE"/>
                </a:solidFill>
                <a:latin typeface="Yu Gothic"/>
                <a:ea typeface="Yu Gothic"/>
                <a:cs typeface="Yu Gothic"/>
              </a:defRPr>
            </a:lvl7pPr>
            <a:lvl8pPr algn="l">
              <a:defRPr sz="1725" b="0">
                <a:solidFill>
                  <a:srgbClr val="68EDBE"/>
                </a:solidFill>
                <a:latin typeface="Yu Gothic"/>
                <a:ea typeface="Yu Gothic"/>
                <a:cs typeface="Yu Gothic"/>
              </a:defRPr>
            </a:lvl8pPr>
            <a:lvl9pPr algn="l">
              <a:defRPr sz="1725" b="0">
                <a:solidFill>
                  <a:srgbClr val="68EDBE"/>
                </a:solidFill>
                <a:latin typeface="Yu Gothic"/>
                <a:ea typeface="Yu Gothic"/>
                <a:cs typeface="Yu Gothic"/>
              </a:defRPr>
            </a:lvl9pPr>
          </a:lstStyle>
          <a:p xmlns:a="http://schemas.openxmlformats.org/drawingml/2006/main">
            <a:pPr algn="l">
              <a:defRPr sz="1725" b="0">
                <a:solidFill>
                  <a:srgbClr val="68EDBE"/>
                </a:solidFill>
                <a:latin typeface="Yu Gothic"/>
                <a:ea typeface="Yu Gothic"/>
                <a:cs typeface="Yu Gothic"/>
              </a:defRPr>
            </a:pPr>
            <a:r>
              <a:rPr sz="1725" b="0">
                <a:solidFill>
                  <a:srgbClr val="68EDBE"/>
                </a:solidFill>
                <a:latin typeface="Yu Gothic"/>
                <a:ea typeface="Yu Gothic"/>
                <a:cs typeface="Yu Gothic"/>
              </a:rPr>
              <a:t>初期化ごとに独自の速度 Vector2 を作る。</a:t>
            </a:r>
          </a:p>
        </p:txBody>
      </p:sp>
      <p:sp>
        <p:nvSpPr>
          <p:cNvPr id="9" name="継承しても2つのインスタンスが hp を共有するわけではない。">
            <a:extLst xmlns:a="http://schemas.openxmlformats.org/drawingml/2006/main">
              <a:ext uri="{FF2B5EF4-FFF2-40B4-BE49-F238E27FC236}">
                <a16:creationId xmlns:a16="http://schemas.microsoft.com/office/drawing/2014/main" id="{FD149381-D5AD-435F-B557-4AD77997E617}"/>
              </a:ext>
            </a:extLst>
          </p:cNvPr>
          <p:cNvSpPr>
            <a:spLocks xmlns:a="http://schemas.openxmlformats.org/drawingml/2006/main" noGrp="1"/>
          </p:cNvSpPr>
          <p:nvPr/>
        </p:nvSpPr>
        <p:spPr>
          <a:xfrm xmlns:a="http://schemas.openxmlformats.org/drawingml/2006/main">
            <a:off x="6305550" y="5524500"/>
            <a:ext cx="523875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68EDBE"/>
                </a:solidFill>
                <a:latin typeface="Yu Gothic"/>
                <a:ea typeface="Yu Gothic"/>
                <a:cs typeface="Yu Gothic"/>
              </a:defRPr>
            </a:defPPr>
            <a:lvl1pPr algn="l">
              <a:defRPr sz="1725" b="0">
                <a:solidFill>
                  <a:srgbClr val="68EDBE"/>
                </a:solidFill>
                <a:latin typeface="Yu Gothic"/>
                <a:ea typeface="Yu Gothic"/>
                <a:cs typeface="Yu Gothic"/>
              </a:defRPr>
            </a:lvl1pPr>
            <a:lvl2pPr algn="l">
              <a:defRPr sz="1725" b="0">
                <a:solidFill>
                  <a:srgbClr val="68EDBE"/>
                </a:solidFill>
                <a:latin typeface="Yu Gothic"/>
                <a:ea typeface="Yu Gothic"/>
                <a:cs typeface="Yu Gothic"/>
              </a:defRPr>
            </a:lvl2pPr>
            <a:lvl3pPr algn="l">
              <a:defRPr sz="1725" b="0">
                <a:solidFill>
                  <a:srgbClr val="68EDBE"/>
                </a:solidFill>
                <a:latin typeface="Yu Gothic"/>
                <a:ea typeface="Yu Gothic"/>
                <a:cs typeface="Yu Gothic"/>
              </a:defRPr>
            </a:lvl3pPr>
            <a:lvl4pPr algn="l">
              <a:defRPr sz="1725" b="0">
                <a:solidFill>
                  <a:srgbClr val="68EDBE"/>
                </a:solidFill>
                <a:latin typeface="Yu Gothic"/>
                <a:ea typeface="Yu Gothic"/>
                <a:cs typeface="Yu Gothic"/>
              </a:defRPr>
            </a:lvl4pPr>
            <a:lvl5pPr algn="l">
              <a:defRPr sz="1725" b="0">
                <a:solidFill>
                  <a:srgbClr val="68EDBE"/>
                </a:solidFill>
                <a:latin typeface="Yu Gothic"/>
                <a:ea typeface="Yu Gothic"/>
                <a:cs typeface="Yu Gothic"/>
              </a:defRPr>
            </a:lvl5pPr>
            <a:lvl6pPr algn="l">
              <a:defRPr sz="1725" b="0">
                <a:solidFill>
                  <a:srgbClr val="68EDBE"/>
                </a:solidFill>
                <a:latin typeface="Yu Gothic"/>
                <a:ea typeface="Yu Gothic"/>
                <a:cs typeface="Yu Gothic"/>
              </a:defRPr>
            </a:lvl6pPr>
            <a:lvl7pPr algn="l">
              <a:defRPr sz="1725" b="0">
                <a:solidFill>
                  <a:srgbClr val="68EDBE"/>
                </a:solidFill>
                <a:latin typeface="Yu Gothic"/>
                <a:ea typeface="Yu Gothic"/>
                <a:cs typeface="Yu Gothic"/>
              </a:defRPr>
            </a:lvl7pPr>
            <a:lvl8pPr algn="l">
              <a:defRPr sz="1725" b="0">
                <a:solidFill>
                  <a:srgbClr val="68EDBE"/>
                </a:solidFill>
                <a:latin typeface="Yu Gothic"/>
                <a:ea typeface="Yu Gothic"/>
                <a:cs typeface="Yu Gothic"/>
              </a:defRPr>
            </a:lvl8pPr>
            <a:lvl9pPr algn="l">
              <a:defRPr sz="1725" b="0">
                <a:solidFill>
                  <a:srgbClr val="68EDBE"/>
                </a:solidFill>
                <a:latin typeface="Yu Gothic"/>
                <a:ea typeface="Yu Gothic"/>
                <a:cs typeface="Yu Gothic"/>
              </a:defRPr>
            </a:lvl9pPr>
          </a:lstStyle>
          <a:p xmlns:a="http://schemas.openxmlformats.org/drawingml/2006/main">
            <a:pPr algn="l">
              <a:defRPr sz="1725" b="0">
                <a:solidFill>
                  <a:srgbClr val="68EDBE"/>
                </a:solidFill>
                <a:latin typeface="Yu Gothic"/>
                <a:ea typeface="Yu Gothic"/>
                <a:cs typeface="Yu Gothic"/>
              </a:defRPr>
            </a:pPr>
            <a:r>
              <a:rPr sz="1725" b="0">
                <a:solidFill>
                  <a:srgbClr val="68EDBE"/>
                </a:solidFill>
                <a:latin typeface="Yu Gothic"/>
                <a:ea typeface="Yu Gothic"/>
                <a:cs typeface="Yu Gothic"/>
              </a:rPr>
              <a:t>継承しても2つのインスタンスが hp を共有するわけではない。</a:t>
            </a:r>
          </a:p>
        </p:txBody>
      </p:sp>
      <p:sp>
        <p:nvSpPr>
          <p:cNvPr id="10" name="actors.py / week7_demo.py">
            <a:extLst xmlns:a="http://schemas.openxmlformats.org/drawingml/2006/main">
              <a:ext uri="{FF2B5EF4-FFF2-40B4-BE49-F238E27FC236}">
                <a16:creationId xmlns:a16="http://schemas.microsoft.com/office/drawing/2014/main" id="{586056FB-63C9-4AB5-A6A6-8167E3912F26}"/>
              </a:ext>
            </a:extLst>
          </p:cNvPr>
          <p:cNvSpPr>
            <a:spLocks xmlns:a="http://schemas.openxmlformats.org/drawingml/2006/main" noGrp="1"/>
          </p:cNvSpPr>
          <p:nvPr/>
        </p:nvSpPr>
        <p:spPr>
          <a:xfrm xmlns:a="http://schemas.openxmlformats.org/drawingml/2006/main">
            <a:off x="590550" y="6543675"/>
            <a:ext cx="10287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EDF4FB"/>
                </a:solidFill>
                <a:latin typeface="Consolas"/>
                <a:ea typeface="Consolas"/>
                <a:cs typeface="Consolas"/>
              </a:defRPr>
            </a:defPPr>
            <a:lvl1pPr algn="l">
              <a:defRPr sz="1200" b="0">
                <a:solidFill>
                  <a:srgbClr val="EDF4FB"/>
                </a:solidFill>
                <a:latin typeface="Consolas"/>
                <a:ea typeface="Consolas"/>
                <a:cs typeface="Consolas"/>
              </a:defRPr>
            </a:lvl1pPr>
            <a:lvl2pPr algn="l">
              <a:defRPr sz="1200" b="0">
                <a:solidFill>
                  <a:srgbClr val="EDF4FB"/>
                </a:solidFill>
                <a:latin typeface="Consolas"/>
                <a:ea typeface="Consolas"/>
                <a:cs typeface="Consolas"/>
              </a:defRPr>
            </a:lvl2pPr>
            <a:lvl3pPr algn="l">
              <a:defRPr sz="1200" b="0">
                <a:solidFill>
                  <a:srgbClr val="EDF4FB"/>
                </a:solidFill>
                <a:latin typeface="Consolas"/>
                <a:ea typeface="Consolas"/>
                <a:cs typeface="Consolas"/>
              </a:defRPr>
            </a:lvl3pPr>
            <a:lvl4pPr algn="l">
              <a:defRPr sz="1200" b="0">
                <a:solidFill>
                  <a:srgbClr val="EDF4FB"/>
                </a:solidFill>
                <a:latin typeface="Consolas"/>
                <a:ea typeface="Consolas"/>
                <a:cs typeface="Consolas"/>
              </a:defRPr>
            </a:lvl4pPr>
            <a:lvl5pPr algn="l">
              <a:defRPr sz="1200" b="0">
                <a:solidFill>
                  <a:srgbClr val="EDF4FB"/>
                </a:solidFill>
                <a:latin typeface="Consolas"/>
                <a:ea typeface="Consolas"/>
                <a:cs typeface="Consolas"/>
              </a:defRPr>
            </a:lvl5pPr>
            <a:lvl6pPr algn="l">
              <a:defRPr sz="1200" b="0">
                <a:solidFill>
                  <a:srgbClr val="EDF4FB"/>
                </a:solidFill>
                <a:latin typeface="Consolas"/>
                <a:ea typeface="Consolas"/>
                <a:cs typeface="Consolas"/>
              </a:defRPr>
            </a:lvl6pPr>
            <a:lvl7pPr algn="l">
              <a:defRPr sz="1200" b="0">
                <a:solidFill>
                  <a:srgbClr val="EDF4FB"/>
                </a:solidFill>
                <a:latin typeface="Consolas"/>
                <a:ea typeface="Consolas"/>
                <a:cs typeface="Consolas"/>
              </a:defRPr>
            </a:lvl7pPr>
            <a:lvl8pPr algn="l">
              <a:defRPr sz="1200" b="0">
                <a:solidFill>
                  <a:srgbClr val="EDF4FB"/>
                </a:solidFill>
                <a:latin typeface="Consolas"/>
                <a:ea typeface="Consolas"/>
                <a:cs typeface="Consolas"/>
              </a:defRPr>
            </a:lvl8pPr>
            <a:lvl9pPr algn="l">
              <a:defRPr sz="1200" b="0">
                <a:solidFill>
                  <a:srgbClr val="EDF4FB"/>
                </a:solidFill>
                <a:latin typeface="Consolas"/>
                <a:ea typeface="Consolas"/>
                <a:cs typeface="Consolas"/>
              </a:defRPr>
            </a:lvl9pPr>
          </a:lstStyle>
          <a:p xmlns:a="http://schemas.openxmlformats.org/drawingml/2006/main">
            <a:pPr algn="l">
              <a:defRPr sz="1200" b="0">
                <a:solidFill>
                  <a:srgbClr val="EDF4FB"/>
                </a:solidFill>
                <a:latin typeface="Consolas"/>
                <a:ea typeface="Consolas"/>
                <a:cs typeface="Consolas"/>
              </a:defRPr>
            </a:pPr>
            <a:r>
              <a:rPr sz="1200" b="0">
                <a:solidFill>
                  <a:srgbClr val="EDF4FB"/>
                </a:solidFill>
                <a:latin typeface="Consolas"/>
                <a:ea typeface="Consolas"/>
                <a:cs typeface="Consolas"/>
              </a:rPr>
              <a:t>actors.py / week7_demo.py</a:t>
            </a:r>
          </a:p>
        </p:txBody>
      </p:sp>
      <p:sp>
        <p:nvSpPr>
          <p:cNvPr id="11" name="10">
            <a:extLst xmlns:a="http://schemas.openxmlformats.org/drawingml/2006/main">
              <a:ext uri="{FF2B5EF4-FFF2-40B4-BE49-F238E27FC236}">
                <a16:creationId xmlns:a16="http://schemas.microsoft.com/office/drawing/2014/main" id="{1B80F2C8-98CB-4653-B5AF-FE201A9F8838}"/>
              </a:ext>
            </a:extLst>
          </p:cNvPr>
          <p:cNvSpPr>
            <a:spLocks xmlns:a="http://schemas.openxmlformats.org/drawingml/2006/main" noGrp="1"/>
          </p:cNvSpPr>
          <p:nvPr/>
        </p:nvSpPr>
        <p:spPr>
          <a:xfrm xmlns:a="http://schemas.openxmlformats.org/drawingml/2006/main">
            <a:off x="11163300" y="6543675"/>
            <a:ext cx="4572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EDF4FB"/>
                </a:solidFill>
                <a:latin typeface="Yu Gothic"/>
                <a:ea typeface="Yu Gothic"/>
                <a:cs typeface="Yu Gothic"/>
              </a:defRPr>
            </a:defPPr>
            <a:lvl1pPr algn="l">
              <a:defRPr sz="1200" b="0">
                <a:solidFill>
                  <a:srgbClr val="EDF4FB"/>
                </a:solidFill>
                <a:latin typeface="Yu Gothic"/>
                <a:ea typeface="Yu Gothic"/>
                <a:cs typeface="Yu Gothic"/>
              </a:defRPr>
            </a:lvl1pPr>
            <a:lvl2pPr algn="l">
              <a:defRPr sz="1200" b="0">
                <a:solidFill>
                  <a:srgbClr val="EDF4FB"/>
                </a:solidFill>
                <a:latin typeface="Yu Gothic"/>
                <a:ea typeface="Yu Gothic"/>
                <a:cs typeface="Yu Gothic"/>
              </a:defRPr>
            </a:lvl2pPr>
            <a:lvl3pPr algn="l">
              <a:defRPr sz="1200" b="0">
                <a:solidFill>
                  <a:srgbClr val="EDF4FB"/>
                </a:solidFill>
                <a:latin typeface="Yu Gothic"/>
                <a:ea typeface="Yu Gothic"/>
                <a:cs typeface="Yu Gothic"/>
              </a:defRPr>
            </a:lvl3pPr>
            <a:lvl4pPr algn="l">
              <a:defRPr sz="1200" b="0">
                <a:solidFill>
                  <a:srgbClr val="EDF4FB"/>
                </a:solidFill>
                <a:latin typeface="Yu Gothic"/>
                <a:ea typeface="Yu Gothic"/>
                <a:cs typeface="Yu Gothic"/>
              </a:defRPr>
            </a:lvl4pPr>
            <a:lvl5pPr algn="l">
              <a:defRPr sz="1200" b="0">
                <a:solidFill>
                  <a:srgbClr val="EDF4FB"/>
                </a:solidFill>
                <a:latin typeface="Yu Gothic"/>
                <a:ea typeface="Yu Gothic"/>
                <a:cs typeface="Yu Gothic"/>
              </a:defRPr>
            </a:lvl5pPr>
            <a:lvl6pPr algn="l">
              <a:defRPr sz="1200" b="0">
                <a:solidFill>
                  <a:srgbClr val="EDF4FB"/>
                </a:solidFill>
                <a:latin typeface="Yu Gothic"/>
                <a:ea typeface="Yu Gothic"/>
                <a:cs typeface="Yu Gothic"/>
              </a:defRPr>
            </a:lvl6pPr>
            <a:lvl7pPr algn="l">
              <a:defRPr sz="1200" b="0">
                <a:solidFill>
                  <a:srgbClr val="EDF4FB"/>
                </a:solidFill>
                <a:latin typeface="Yu Gothic"/>
                <a:ea typeface="Yu Gothic"/>
                <a:cs typeface="Yu Gothic"/>
              </a:defRPr>
            </a:lvl7pPr>
            <a:lvl8pPr algn="l">
              <a:defRPr sz="1200" b="0">
                <a:solidFill>
                  <a:srgbClr val="EDF4FB"/>
                </a:solidFill>
                <a:latin typeface="Yu Gothic"/>
                <a:ea typeface="Yu Gothic"/>
                <a:cs typeface="Yu Gothic"/>
              </a:defRPr>
            </a:lvl8pPr>
            <a:lvl9pPr algn="l">
              <a:defRPr sz="1200" b="0">
                <a:solidFill>
                  <a:srgbClr val="EDF4FB"/>
                </a:solidFill>
                <a:latin typeface="Yu Gothic"/>
                <a:ea typeface="Yu Gothic"/>
                <a:cs typeface="Yu Gothic"/>
              </a:defRPr>
            </a:lvl9pPr>
          </a:lstStyle>
          <a:p xmlns:a="http://schemas.openxmlformats.org/drawingml/2006/main">
            <a:pPr algn="l">
              <a:defRPr sz="1200" b="0">
                <a:solidFill>
                  <a:srgbClr val="EDF4FB"/>
                </a:solidFill>
                <a:latin typeface="Yu Gothic"/>
                <a:ea typeface="Yu Gothic"/>
                <a:cs typeface="Yu Gothic"/>
              </a:defRPr>
            </a:pPr>
            <a:r>
              <a:rPr sz="1200" b="0">
                <a:solidFill>
                  <a:srgbClr val="EDF4FB"/>
                </a:solidFill>
                <a:latin typeface="Yu Gothic"/>
                <a:ea typeface="Yu Gothic"/>
                <a:cs typeface="Yu Gothic"/>
              </a:rPr>
              <a:t>10</a:t>
            </a:r>
          </a:p>
        </p:txBody>
      </p:sp>
    </p:spTree>
    <p:extLst>
      <p:ext uri="{BB962C8B-B14F-4D97-AF65-F5344CB8AC3E}">
        <p14:creationId xmlns:p14="http://schemas.microsoft.com/office/powerpoint/2010/main" val="290327528"/>
      </p:ext>
    </p:extLst>
  </p:cSld>
</p:sld>
</file>

<file path=ppt/slides/slide11.xml><?xml version="1.0" encoding="utf-8"?>
<p:sld xmlns:p="http://schemas.openxmlformats.org/presentationml/2006/main">
  <p:cSld>
    <p:bg>
      <p:bgPr>
        <a:solidFill xmlns:a="http://schemas.openxmlformats.org/drawingml/2006/main">
          <a:srgbClr val="0B1422"/>
        </a:solidFill>
      </p:bgPr>
    </p:bg>
    <p:spTree>
      <p:nvGrpSpPr>
        <p:cNvPr id="1" name=""/>
        <p:cNvGrpSpPr/>
        <p:nvPr/>
      </p:nvGrpSpPr>
      <p:grpSpPr>
        <a:xfrm xmlns:a="http://schemas.openxmlformats.org/drawingml/2006/main"/>
      </p:grpSpPr>
      <p:sp>
        <p:nvSpPr>
          <p:cNvPr id="12" name="クラス関係の確認">
            <a:extLst xmlns:a="http://schemas.openxmlformats.org/drawingml/2006/main">
              <a:ext uri="{FF2B5EF4-FFF2-40B4-BE49-F238E27FC236}">
                <a16:creationId xmlns:a16="http://schemas.microsoft.com/office/drawing/2014/main" id="{DC1032D8-6532-4711-8966-00412562A14B}"/>
              </a:ext>
            </a:extLst>
          </p:cNvPr>
          <p:cNvSpPr>
            <a:spLocks xmlns:a="http://schemas.openxmlformats.org/drawingml/2006/main" noGrp="1"/>
          </p:cNvSpPr>
          <p:nvPr/>
        </p:nvSpPr>
        <p:spPr>
          <a:xfrm xmlns:a="http://schemas.openxmlformats.org/drawingml/2006/main">
            <a:off x="561975" y="400050"/>
            <a:ext cx="110490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EDF4FB"/>
                </a:solidFill>
                <a:latin typeface="Yu Gothic"/>
                <a:ea typeface="Yu Gothic"/>
                <a:cs typeface="Yu Gothic"/>
              </a:defRPr>
            </a:defPPr>
            <a:lvl1pPr algn="l">
              <a:defRPr sz="3300" b="1">
                <a:solidFill>
                  <a:srgbClr val="EDF4FB"/>
                </a:solidFill>
                <a:latin typeface="Yu Gothic"/>
                <a:ea typeface="Yu Gothic"/>
                <a:cs typeface="Yu Gothic"/>
              </a:defRPr>
            </a:lvl1pPr>
            <a:lvl2pPr algn="l">
              <a:defRPr sz="3300" b="1">
                <a:solidFill>
                  <a:srgbClr val="EDF4FB"/>
                </a:solidFill>
                <a:latin typeface="Yu Gothic"/>
                <a:ea typeface="Yu Gothic"/>
                <a:cs typeface="Yu Gothic"/>
              </a:defRPr>
            </a:lvl2pPr>
            <a:lvl3pPr algn="l">
              <a:defRPr sz="3300" b="1">
                <a:solidFill>
                  <a:srgbClr val="EDF4FB"/>
                </a:solidFill>
                <a:latin typeface="Yu Gothic"/>
                <a:ea typeface="Yu Gothic"/>
                <a:cs typeface="Yu Gothic"/>
              </a:defRPr>
            </a:lvl3pPr>
            <a:lvl4pPr algn="l">
              <a:defRPr sz="3300" b="1">
                <a:solidFill>
                  <a:srgbClr val="EDF4FB"/>
                </a:solidFill>
                <a:latin typeface="Yu Gothic"/>
                <a:ea typeface="Yu Gothic"/>
                <a:cs typeface="Yu Gothic"/>
              </a:defRPr>
            </a:lvl4pPr>
            <a:lvl5pPr algn="l">
              <a:defRPr sz="3300" b="1">
                <a:solidFill>
                  <a:srgbClr val="EDF4FB"/>
                </a:solidFill>
                <a:latin typeface="Yu Gothic"/>
                <a:ea typeface="Yu Gothic"/>
                <a:cs typeface="Yu Gothic"/>
              </a:defRPr>
            </a:lvl5pPr>
            <a:lvl6pPr algn="l">
              <a:defRPr sz="3300" b="1">
                <a:solidFill>
                  <a:srgbClr val="EDF4FB"/>
                </a:solidFill>
                <a:latin typeface="Yu Gothic"/>
                <a:ea typeface="Yu Gothic"/>
                <a:cs typeface="Yu Gothic"/>
              </a:defRPr>
            </a:lvl6pPr>
            <a:lvl7pPr algn="l">
              <a:defRPr sz="3300" b="1">
                <a:solidFill>
                  <a:srgbClr val="EDF4FB"/>
                </a:solidFill>
                <a:latin typeface="Yu Gothic"/>
                <a:ea typeface="Yu Gothic"/>
                <a:cs typeface="Yu Gothic"/>
              </a:defRPr>
            </a:lvl7pPr>
            <a:lvl8pPr algn="l">
              <a:defRPr sz="3300" b="1">
                <a:solidFill>
                  <a:srgbClr val="EDF4FB"/>
                </a:solidFill>
                <a:latin typeface="Yu Gothic"/>
                <a:ea typeface="Yu Gothic"/>
                <a:cs typeface="Yu Gothic"/>
              </a:defRPr>
            </a:lvl8pPr>
            <a:lvl9pPr algn="l">
              <a:defRPr sz="3300" b="1">
                <a:solidFill>
                  <a:srgbClr val="EDF4FB"/>
                </a:solidFill>
                <a:latin typeface="Yu Gothic"/>
                <a:ea typeface="Yu Gothic"/>
                <a:cs typeface="Yu Gothic"/>
              </a:defRPr>
            </a:lvl9pPr>
          </a:lstStyle>
          <a:p xmlns:a="http://schemas.openxmlformats.org/drawingml/2006/main">
            <a:pPr algn="l">
              <a:defRPr sz="3300" b="1">
                <a:solidFill>
                  <a:srgbClr val="EDF4FB"/>
                </a:solidFill>
                <a:latin typeface="Yu Gothic"/>
                <a:ea typeface="Yu Gothic"/>
                <a:cs typeface="Yu Gothic"/>
              </a:defRPr>
            </a:pPr>
            <a:r>
              <a:rPr sz="3300" b="1">
                <a:solidFill>
                  <a:srgbClr val="EDF4FB"/>
                </a:solidFill>
                <a:latin typeface="Yu Gothic"/>
                <a:ea typeface="Yu Gothic"/>
                <a:cs typeface="Yu Gothic"/>
              </a:rPr>
              <a:t>クラス関係の確認</a:t>
            </a:r>
          </a:p>
        </p:txBody>
      </p:sp>
      <p:sp>
        <p:nvSpPr>
          <p:cNvPr id="2" name="isinstance と issubclass">
            <a:extLst xmlns:a="http://schemas.openxmlformats.org/drawingml/2006/main">
              <a:ext uri="{FF2B5EF4-FFF2-40B4-BE49-F238E27FC236}">
                <a16:creationId xmlns:a16="http://schemas.microsoft.com/office/drawing/2014/main" id="{A3EA2AA8-4555-42B5-883A-5D09B2858E90}"/>
              </a:ext>
            </a:extLst>
          </p:cNvPr>
          <p:cNvSpPr>
            <a:spLocks xmlns:a="http://schemas.openxmlformats.org/drawingml/2006/main" noGrp="1"/>
          </p:cNvSpPr>
          <p:nvPr/>
        </p:nvSpPr>
        <p:spPr>
          <a:xfrm xmlns:a="http://schemas.openxmlformats.org/drawingml/2006/main">
            <a:off x="581025" y="1123950"/>
            <a:ext cx="1100137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68EDBE"/>
                </a:solidFill>
                <a:latin typeface="Yu Gothic"/>
                <a:ea typeface="Yu Gothic"/>
                <a:cs typeface="Yu Gothic"/>
              </a:defRPr>
            </a:defPPr>
            <a:lvl1pPr algn="l">
              <a:defRPr sz="1800" b="0">
                <a:solidFill>
                  <a:srgbClr val="68EDBE"/>
                </a:solidFill>
                <a:latin typeface="Yu Gothic"/>
                <a:ea typeface="Yu Gothic"/>
                <a:cs typeface="Yu Gothic"/>
              </a:defRPr>
            </a:lvl1pPr>
            <a:lvl2pPr algn="l">
              <a:defRPr sz="1800" b="0">
                <a:solidFill>
                  <a:srgbClr val="68EDBE"/>
                </a:solidFill>
                <a:latin typeface="Yu Gothic"/>
                <a:ea typeface="Yu Gothic"/>
                <a:cs typeface="Yu Gothic"/>
              </a:defRPr>
            </a:lvl2pPr>
            <a:lvl3pPr algn="l">
              <a:defRPr sz="1800" b="0">
                <a:solidFill>
                  <a:srgbClr val="68EDBE"/>
                </a:solidFill>
                <a:latin typeface="Yu Gothic"/>
                <a:ea typeface="Yu Gothic"/>
                <a:cs typeface="Yu Gothic"/>
              </a:defRPr>
            </a:lvl3pPr>
            <a:lvl4pPr algn="l">
              <a:defRPr sz="1800" b="0">
                <a:solidFill>
                  <a:srgbClr val="68EDBE"/>
                </a:solidFill>
                <a:latin typeface="Yu Gothic"/>
                <a:ea typeface="Yu Gothic"/>
                <a:cs typeface="Yu Gothic"/>
              </a:defRPr>
            </a:lvl4pPr>
            <a:lvl5pPr algn="l">
              <a:defRPr sz="1800" b="0">
                <a:solidFill>
                  <a:srgbClr val="68EDBE"/>
                </a:solidFill>
                <a:latin typeface="Yu Gothic"/>
                <a:ea typeface="Yu Gothic"/>
                <a:cs typeface="Yu Gothic"/>
              </a:defRPr>
            </a:lvl5pPr>
            <a:lvl6pPr algn="l">
              <a:defRPr sz="1800" b="0">
                <a:solidFill>
                  <a:srgbClr val="68EDBE"/>
                </a:solidFill>
                <a:latin typeface="Yu Gothic"/>
                <a:ea typeface="Yu Gothic"/>
                <a:cs typeface="Yu Gothic"/>
              </a:defRPr>
            </a:lvl6pPr>
            <a:lvl7pPr algn="l">
              <a:defRPr sz="1800" b="0">
                <a:solidFill>
                  <a:srgbClr val="68EDBE"/>
                </a:solidFill>
                <a:latin typeface="Yu Gothic"/>
                <a:ea typeface="Yu Gothic"/>
                <a:cs typeface="Yu Gothic"/>
              </a:defRPr>
            </a:lvl7pPr>
            <a:lvl8pPr algn="l">
              <a:defRPr sz="1800" b="0">
                <a:solidFill>
                  <a:srgbClr val="68EDBE"/>
                </a:solidFill>
                <a:latin typeface="Yu Gothic"/>
                <a:ea typeface="Yu Gothic"/>
                <a:cs typeface="Yu Gothic"/>
              </a:defRPr>
            </a:lvl8pPr>
            <a:lvl9pPr algn="l">
              <a:defRPr sz="1800" b="0">
                <a:solidFill>
                  <a:srgbClr val="68EDBE"/>
                </a:solidFill>
                <a:latin typeface="Yu Gothic"/>
                <a:ea typeface="Yu Gothic"/>
                <a:cs typeface="Yu Gothic"/>
              </a:defRPr>
            </a:lvl9pPr>
          </a:lstStyle>
          <a:p xmlns:a="http://schemas.openxmlformats.org/drawingml/2006/main">
            <a:pPr algn="l">
              <a:defRPr sz="1800" b="0">
                <a:solidFill>
                  <a:srgbClr val="68EDBE"/>
                </a:solidFill>
                <a:latin typeface="Yu Gothic"/>
                <a:ea typeface="Yu Gothic"/>
                <a:cs typeface="Yu Gothic"/>
              </a:defRPr>
            </a:pPr>
            <a:r>
              <a:rPr sz="1800" b="0">
                <a:solidFill>
                  <a:srgbClr val="68EDBE"/>
                </a:solidFill>
                <a:latin typeface="Yu Gothic"/>
                <a:ea typeface="Yu Gothic"/>
                <a:cs typeface="Yu Gothic"/>
              </a:rPr>
              <a:t>isinstance と issubclass</a:t>
            </a:r>
          </a:p>
        </p:txBody>
      </p:sp>
      <p:sp>
        <p:nvSpPr>
          <p:cNvPr id="3" name="enemy = Enemy(&quot;E01&quot;, (200, 100))">
            <a:extLst xmlns:a="http://schemas.openxmlformats.org/drawingml/2006/main">
              <a:ext uri="{FF2B5EF4-FFF2-40B4-BE49-F238E27FC236}">
                <a16:creationId xmlns:a16="http://schemas.microsoft.com/office/drawing/2014/main" id="{BAB56CC6-F04E-4334-B6E2-FC0471DAD808}"/>
              </a:ext>
            </a:extLst>
          </p:cNvPr>
          <p:cNvSpPr>
            <a:spLocks xmlns:a="http://schemas.openxmlformats.org/drawingml/2006/main" noGrp="1"/>
          </p:cNvSpPr>
          <p:nvPr/>
        </p:nvSpPr>
        <p:spPr>
          <a:xfrm xmlns:a="http://schemas.openxmlformats.org/drawingml/2006/main">
            <a:off x="590550" y="1838325"/>
            <a:ext cx="10953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EDF4FB"/>
                </a:solidFill>
                <a:latin typeface="Consolas"/>
                <a:ea typeface="Consolas"/>
                <a:cs typeface="Consolas"/>
              </a:defRPr>
            </a:defPPr>
            <a:lvl1pPr algn="l">
              <a:defRPr sz="1950" b="0">
                <a:solidFill>
                  <a:srgbClr val="EDF4FB"/>
                </a:solidFill>
                <a:latin typeface="Consolas"/>
                <a:ea typeface="Consolas"/>
                <a:cs typeface="Consolas"/>
              </a:defRPr>
            </a:lvl1pPr>
            <a:lvl2pPr algn="l">
              <a:defRPr sz="1950" b="0">
                <a:solidFill>
                  <a:srgbClr val="EDF4FB"/>
                </a:solidFill>
                <a:latin typeface="Consolas"/>
                <a:ea typeface="Consolas"/>
                <a:cs typeface="Consolas"/>
              </a:defRPr>
            </a:lvl2pPr>
            <a:lvl3pPr algn="l">
              <a:defRPr sz="1950" b="0">
                <a:solidFill>
                  <a:srgbClr val="EDF4FB"/>
                </a:solidFill>
                <a:latin typeface="Consolas"/>
                <a:ea typeface="Consolas"/>
                <a:cs typeface="Consolas"/>
              </a:defRPr>
            </a:lvl3pPr>
            <a:lvl4pPr algn="l">
              <a:defRPr sz="1950" b="0">
                <a:solidFill>
                  <a:srgbClr val="EDF4FB"/>
                </a:solidFill>
                <a:latin typeface="Consolas"/>
                <a:ea typeface="Consolas"/>
                <a:cs typeface="Consolas"/>
              </a:defRPr>
            </a:lvl4pPr>
            <a:lvl5pPr algn="l">
              <a:defRPr sz="1950" b="0">
                <a:solidFill>
                  <a:srgbClr val="EDF4FB"/>
                </a:solidFill>
                <a:latin typeface="Consolas"/>
                <a:ea typeface="Consolas"/>
                <a:cs typeface="Consolas"/>
              </a:defRPr>
            </a:lvl5pPr>
            <a:lvl6pPr algn="l">
              <a:defRPr sz="1950" b="0">
                <a:solidFill>
                  <a:srgbClr val="EDF4FB"/>
                </a:solidFill>
                <a:latin typeface="Consolas"/>
                <a:ea typeface="Consolas"/>
                <a:cs typeface="Consolas"/>
              </a:defRPr>
            </a:lvl6pPr>
            <a:lvl7pPr algn="l">
              <a:defRPr sz="1950" b="0">
                <a:solidFill>
                  <a:srgbClr val="EDF4FB"/>
                </a:solidFill>
                <a:latin typeface="Consolas"/>
                <a:ea typeface="Consolas"/>
                <a:cs typeface="Consolas"/>
              </a:defRPr>
            </a:lvl7pPr>
            <a:lvl8pPr algn="l">
              <a:defRPr sz="1950" b="0">
                <a:solidFill>
                  <a:srgbClr val="EDF4FB"/>
                </a:solidFill>
                <a:latin typeface="Consolas"/>
                <a:ea typeface="Consolas"/>
                <a:cs typeface="Consolas"/>
              </a:defRPr>
            </a:lvl8pPr>
            <a:lvl9pPr algn="l">
              <a:defRPr sz="1950" b="0">
                <a:solidFill>
                  <a:srgbClr val="EDF4FB"/>
                </a:solidFill>
                <a:latin typeface="Consolas"/>
                <a:ea typeface="Consolas"/>
                <a:cs typeface="Consolas"/>
              </a:defRPr>
            </a:lvl9pPr>
          </a:lstStyle>
          <a:p xmlns:a="http://schemas.openxmlformats.org/drawingml/2006/main">
            <a:pPr algn="l">
              <a:defRPr sz="1950" b="0">
                <a:solidFill>
                  <a:srgbClr val="EDF4FB"/>
                </a:solidFill>
                <a:latin typeface="Consolas"/>
                <a:ea typeface="Consolas"/>
                <a:cs typeface="Consolas"/>
              </a:defRPr>
            </a:pPr>
            <a:r>
              <a:rPr sz="1950" b="0">
                <a:solidFill>
                  <a:srgbClr val="EDF4FB"/>
                </a:solidFill>
                <a:latin typeface="Consolas"/>
                <a:ea typeface="Consolas"/>
                <a:cs typeface="Consolas"/>
              </a:rPr>
              <a:t>enemy = Enemy("E01", (200, 100))</a:t>
            </a:r>
          </a:p>
        </p:txBody>
      </p:sp>
      <p:sp>
        <p:nvSpPr>
          <p:cNvPr id="4" name="print(isinstance(enemy, Enemy))  # True">
            <a:extLst xmlns:a="http://schemas.openxmlformats.org/drawingml/2006/main">
              <a:ext uri="{FF2B5EF4-FFF2-40B4-BE49-F238E27FC236}">
                <a16:creationId xmlns:a16="http://schemas.microsoft.com/office/drawing/2014/main" id="{BCE13BCF-042A-4255-AA1D-0E5513971DB4}"/>
              </a:ext>
            </a:extLst>
          </p:cNvPr>
          <p:cNvSpPr>
            <a:spLocks xmlns:a="http://schemas.openxmlformats.org/drawingml/2006/main" noGrp="1"/>
          </p:cNvSpPr>
          <p:nvPr/>
        </p:nvSpPr>
        <p:spPr>
          <a:xfrm xmlns:a="http://schemas.openxmlformats.org/drawingml/2006/main">
            <a:off x="590550" y="2143125"/>
            <a:ext cx="10953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EDF4FB"/>
                </a:solidFill>
                <a:latin typeface="Consolas"/>
                <a:ea typeface="Consolas"/>
                <a:cs typeface="Consolas"/>
              </a:defRPr>
            </a:defPPr>
            <a:lvl1pPr algn="l">
              <a:defRPr sz="1950" b="0">
                <a:solidFill>
                  <a:srgbClr val="EDF4FB"/>
                </a:solidFill>
                <a:latin typeface="Consolas"/>
                <a:ea typeface="Consolas"/>
                <a:cs typeface="Consolas"/>
              </a:defRPr>
            </a:lvl1pPr>
            <a:lvl2pPr algn="l">
              <a:defRPr sz="1950" b="0">
                <a:solidFill>
                  <a:srgbClr val="EDF4FB"/>
                </a:solidFill>
                <a:latin typeface="Consolas"/>
                <a:ea typeface="Consolas"/>
                <a:cs typeface="Consolas"/>
              </a:defRPr>
            </a:lvl2pPr>
            <a:lvl3pPr algn="l">
              <a:defRPr sz="1950" b="0">
                <a:solidFill>
                  <a:srgbClr val="EDF4FB"/>
                </a:solidFill>
                <a:latin typeface="Consolas"/>
                <a:ea typeface="Consolas"/>
                <a:cs typeface="Consolas"/>
              </a:defRPr>
            </a:lvl3pPr>
            <a:lvl4pPr algn="l">
              <a:defRPr sz="1950" b="0">
                <a:solidFill>
                  <a:srgbClr val="EDF4FB"/>
                </a:solidFill>
                <a:latin typeface="Consolas"/>
                <a:ea typeface="Consolas"/>
                <a:cs typeface="Consolas"/>
              </a:defRPr>
            </a:lvl4pPr>
            <a:lvl5pPr algn="l">
              <a:defRPr sz="1950" b="0">
                <a:solidFill>
                  <a:srgbClr val="EDF4FB"/>
                </a:solidFill>
                <a:latin typeface="Consolas"/>
                <a:ea typeface="Consolas"/>
                <a:cs typeface="Consolas"/>
              </a:defRPr>
            </a:lvl5pPr>
            <a:lvl6pPr algn="l">
              <a:defRPr sz="1950" b="0">
                <a:solidFill>
                  <a:srgbClr val="EDF4FB"/>
                </a:solidFill>
                <a:latin typeface="Consolas"/>
                <a:ea typeface="Consolas"/>
                <a:cs typeface="Consolas"/>
              </a:defRPr>
            </a:lvl6pPr>
            <a:lvl7pPr algn="l">
              <a:defRPr sz="1950" b="0">
                <a:solidFill>
                  <a:srgbClr val="EDF4FB"/>
                </a:solidFill>
                <a:latin typeface="Consolas"/>
                <a:ea typeface="Consolas"/>
                <a:cs typeface="Consolas"/>
              </a:defRPr>
            </a:lvl7pPr>
            <a:lvl8pPr algn="l">
              <a:defRPr sz="1950" b="0">
                <a:solidFill>
                  <a:srgbClr val="EDF4FB"/>
                </a:solidFill>
                <a:latin typeface="Consolas"/>
                <a:ea typeface="Consolas"/>
                <a:cs typeface="Consolas"/>
              </a:defRPr>
            </a:lvl8pPr>
            <a:lvl9pPr algn="l">
              <a:defRPr sz="1950" b="0">
                <a:solidFill>
                  <a:srgbClr val="EDF4FB"/>
                </a:solidFill>
                <a:latin typeface="Consolas"/>
                <a:ea typeface="Consolas"/>
                <a:cs typeface="Consolas"/>
              </a:defRPr>
            </a:lvl9pPr>
          </a:lstStyle>
          <a:p xmlns:a="http://schemas.openxmlformats.org/drawingml/2006/main">
            <a:pPr algn="l">
              <a:defRPr sz="1950" b="0">
                <a:solidFill>
                  <a:srgbClr val="EDF4FB"/>
                </a:solidFill>
                <a:latin typeface="Consolas"/>
                <a:ea typeface="Consolas"/>
                <a:cs typeface="Consolas"/>
              </a:defRPr>
            </a:pPr>
            <a:r>
              <a:rPr sz="1950" b="0">
                <a:solidFill>
                  <a:srgbClr val="EDF4FB"/>
                </a:solidFill>
                <a:latin typeface="Consolas"/>
                <a:ea typeface="Consolas"/>
                <a:cs typeface="Consolas"/>
              </a:rPr>
              <a:t>print(isinstance(enemy, Enemy))  # True</a:t>
            </a:r>
          </a:p>
        </p:txBody>
      </p:sp>
      <p:sp>
        <p:nvSpPr>
          <p:cNvPr id="5" name="print(isinstance(enemy, Actor))  # True">
            <a:extLst xmlns:a="http://schemas.openxmlformats.org/drawingml/2006/main">
              <a:ext uri="{FF2B5EF4-FFF2-40B4-BE49-F238E27FC236}">
                <a16:creationId xmlns:a16="http://schemas.microsoft.com/office/drawing/2014/main" id="{E8EC45DC-3E31-49C4-B111-9BBD2A421337}"/>
              </a:ext>
            </a:extLst>
          </p:cNvPr>
          <p:cNvSpPr>
            <a:spLocks xmlns:a="http://schemas.openxmlformats.org/drawingml/2006/main" noGrp="1"/>
          </p:cNvSpPr>
          <p:nvPr/>
        </p:nvSpPr>
        <p:spPr>
          <a:xfrm xmlns:a="http://schemas.openxmlformats.org/drawingml/2006/main">
            <a:off x="590550" y="2447925"/>
            <a:ext cx="10953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EDF4FB"/>
                </a:solidFill>
                <a:latin typeface="Consolas"/>
                <a:ea typeface="Consolas"/>
                <a:cs typeface="Consolas"/>
              </a:defRPr>
            </a:defPPr>
            <a:lvl1pPr algn="l">
              <a:defRPr sz="1950" b="0">
                <a:solidFill>
                  <a:srgbClr val="EDF4FB"/>
                </a:solidFill>
                <a:latin typeface="Consolas"/>
                <a:ea typeface="Consolas"/>
                <a:cs typeface="Consolas"/>
              </a:defRPr>
            </a:lvl1pPr>
            <a:lvl2pPr algn="l">
              <a:defRPr sz="1950" b="0">
                <a:solidFill>
                  <a:srgbClr val="EDF4FB"/>
                </a:solidFill>
                <a:latin typeface="Consolas"/>
                <a:ea typeface="Consolas"/>
                <a:cs typeface="Consolas"/>
              </a:defRPr>
            </a:lvl2pPr>
            <a:lvl3pPr algn="l">
              <a:defRPr sz="1950" b="0">
                <a:solidFill>
                  <a:srgbClr val="EDF4FB"/>
                </a:solidFill>
                <a:latin typeface="Consolas"/>
                <a:ea typeface="Consolas"/>
                <a:cs typeface="Consolas"/>
              </a:defRPr>
            </a:lvl3pPr>
            <a:lvl4pPr algn="l">
              <a:defRPr sz="1950" b="0">
                <a:solidFill>
                  <a:srgbClr val="EDF4FB"/>
                </a:solidFill>
                <a:latin typeface="Consolas"/>
                <a:ea typeface="Consolas"/>
                <a:cs typeface="Consolas"/>
              </a:defRPr>
            </a:lvl4pPr>
            <a:lvl5pPr algn="l">
              <a:defRPr sz="1950" b="0">
                <a:solidFill>
                  <a:srgbClr val="EDF4FB"/>
                </a:solidFill>
                <a:latin typeface="Consolas"/>
                <a:ea typeface="Consolas"/>
                <a:cs typeface="Consolas"/>
              </a:defRPr>
            </a:lvl5pPr>
            <a:lvl6pPr algn="l">
              <a:defRPr sz="1950" b="0">
                <a:solidFill>
                  <a:srgbClr val="EDF4FB"/>
                </a:solidFill>
                <a:latin typeface="Consolas"/>
                <a:ea typeface="Consolas"/>
                <a:cs typeface="Consolas"/>
              </a:defRPr>
            </a:lvl6pPr>
            <a:lvl7pPr algn="l">
              <a:defRPr sz="1950" b="0">
                <a:solidFill>
                  <a:srgbClr val="EDF4FB"/>
                </a:solidFill>
                <a:latin typeface="Consolas"/>
                <a:ea typeface="Consolas"/>
                <a:cs typeface="Consolas"/>
              </a:defRPr>
            </a:lvl7pPr>
            <a:lvl8pPr algn="l">
              <a:defRPr sz="1950" b="0">
                <a:solidFill>
                  <a:srgbClr val="EDF4FB"/>
                </a:solidFill>
                <a:latin typeface="Consolas"/>
                <a:ea typeface="Consolas"/>
                <a:cs typeface="Consolas"/>
              </a:defRPr>
            </a:lvl8pPr>
            <a:lvl9pPr algn="l">
              <a:defRPr sz="1950" b="0">
                <a:solidFill>
                  <a:srgbClr val="EDF4FB"/>
                </a:solidFill>
                <a:latin typeface="Consolas"/>
                <a:ea typeface="Consolas"/>
                <a:cs typeface="Consolas"/>
              </a:defRPr>
            </a:lvl9pPr>
          </a:lstStyle>
          <a:p xmlns:a="http://schemas.openxmlformats.org/drawingml/2006/main">
            <a:pPr algn="l">
              <a:defRPr sz="1950" b="0">
                <a:solidFill>
                  <a:srgbClr val="EDF4FB"/>
                </a:solidFill>
                <a:latin typeface="Consolas"/>
                <a:ea typeface="Consolas"/>
                <a:cs typeface="Consolas"/>
              </a:defRPr>
            </a:pPr>
            <a:r>
              <a:rPr sz="1950" b="0">
                <a:solidFill>
                  <a:srgbClr val="EDF4FB"/>
                </a:solidFill>
                <a:latin typeface="Consolas"/>
                <a:ea typeface="Consolas"/>
                <a:cs typeface="Consolas"/>
              </a:rPr>
              <a:t>print(isinstance(enemy, Actor))  # True</a:t>
            </a:r>
          </a:p>
        </p:txBody>
      </p:sp>
      <p:sp>
        <p:nvSpPr>
          <p:cNvPr id="6" name="print(issubclass(Enemy, Actor))  # True">
            <a:extLst xmlns:a="http://schemas.openxmlformats.org/drawingml/2006/main">
              <a:ext uri="{FF2B5EF4-FFF2-40B4-BE49-F238E27FC236}">
                <a16:creationId xmlns:a16="http://schemas.microsoft.com/office/drawing/2014/main" id="{D686291A-5377-46C7-9F0C-9B29BACC2364}"/>
              </a:ext>
            </a:extLst>
          </p:cNvPr>
          <p:cNvSpPr>
            <a:spLocks xmlns:a="http://schemas.openxmlformats.org/drawingml/2006/main" noGrp="1"/>
          </p:cNvSpPr>
          <p:nvPr/>
        </p:nvSpPr>
        <p:spPr>
          <a:xfrm xmlns:a="http://schemas.openxmlformats.org/drawingml/2006/main">
            <a:off x="590550" y="2752725"/>
            <a:ext cx="10953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EDF4FB"/>
                </a:solidFill>
                <a:latin typeface="Consolas"/>
                <a:ea typeface="Consolas"/>
                <a:cs typeface="Consolas"/>
              </a:defRPr>
            </a:defPPr>
            <a:lvl1pPr algn="l">
              <a:defRPr sz="1950" b="0">
                <a:solidFill>
                  <a:srgbClr val="EDF4FB"/>
                </a:solidFill>
                <a:latin typeface="Consolas"/>
                <a:ea typeface="Consolas"/>
                <a:cs typeface="Consolas"/>
              </a:defRPr>
            </a:lvl1pPr>
            <a:lvl2pPr algn="l">
              <a:defRPr sz="1950" b="0">
                <a:solidFill>
                  <a:srgbClr val="EDF4FB"/>
                </a:solidFill>
                <a:latin typeface="Consolas"/>
                <a:ea typeface="Consolas"/>
                <a:cs typeface="Consolas"/>
              </a:defRPr>
            </a:lvl2pPr>
            <a:lvl3pPr algn="l">
              <a:defRPr sz="1950" b="0">
                <a:solidFill>
                  <a:srgbClr val="EDF4FB"/>
                </a:solidFill>
                <a:latin typeface="Consolas"/>
                <a:ea typeface="Consolas"/>
                <a:cs typeface="Consolas"/>
              </a:defRPr>
            </a:lvl3pPr>
            <a:lvl4pPr algn="l">
              <a:defRPr sz="1950" b="0">
                <a:solidFill>
                  <a:srgbClr val="EDF4FB"/>
                </a:solidFill>
                <a:latin typeface="Consolas"/>
                <a:ea typeface="Consolas"/>
                <a:cs typeface="Consolas"/>
              </a:defRPr>
            </a:lvl4pPr>
            <a:lvl5pPr algn="l">
              <a:defRPr sz="1950" b="0">
                <a:solidFill>
                  <a:srgbClr val="EDF4FB"/>
                </a:solidFill>
                <a:latin typeface="Consolas"/>
                <a:ea typeface="Consolas"/>
                <a:cs typeface="Consolas"/>
              </a:defRPr>
            </a:lvl5pPr>
            <a:lvl6pPr algn="l">
              <a:defRPr sz="1950" b="0">
                <a:solidFill>
                  <a:srgbClr val="EDF4FB"/>
                </a:solidFill>
                <a:latin typeface="Consolas"/>
                <a:ea typeface="Consolas"/>
                <a:cs typeface="Consolas"/>
              </a:defRPr>
            </a:lvl6pPr>
            <a:lvl7pPr algn="l">
              <a:defRPr sz="1950" b="0">
                <a:solidFill>
                  <a:srgbClr val="EDF4FB"/>
                </a:solidFill>
                <a:latin typeface="Consolas"/>
                <a:ea typeface="Consolas"/>
                <a:cs typeface="Consolas"/>
              </a:defRPr>
            </a:lvl7pPr>
            <a:lvl8pPr algn="l">
              <a:defRPr sz="1950" b="0">
                <a:solidFill>
                  <a:srgbClr val="EDF4FB"/>
                </a:solidFill>
                <a:latin typeface="Consolas"/>
                <a:ea typeface="Consolas"/>
                <a:cs typeface="Consolas"/>
              </a:defRPr>
            </a:lvl8pPr>
            <a:lvl9pPr algn="l">
              <a:defRPr sz="1950" b="0">
                <a:solidFill>
                  <a:srgbClr val="EDF4FB"/>
                </a:solidFill>
                <a:latin typeface="Consolas"/>
                <a:ea typeface="Consolas"/>
                <a:cs typeface="Consolas"/>
              </a:defRPr>
            </a:lvl9pPr>
          </a:lstStyle>
          <a:p xmlns:a="http://schemas.openxmlformats.org/drawingml/2006/main">
            <a:pPr algn="l">
              <a:defRPr sz="1950" b="0">
                <a:solidFill>
                  <a:srgbClr val="EDF4FB"/>
                </a:solidFill>
                <a:latin typeface="Consolas"/>
                <a:ea typeface="Consolas"/>
                <a:cs typeface="Consolas"/>
              </a:defRPr>
            </a:pPr>
            <a:r>
              <a:rPr sz="1950" b="0">
                <a:solidFill>
                  <a:srgbClr val="EDF4FB"/>
                </a:solidFill>
                <a:latin typeface="Consolas"/>
                <a:ea typeface="Consolas"/>
                <a:cs typeface="Consolas"/>
              </a:rPr>
              <a:t>print(issubclass(Enemy, Actor))  # True</a:t>
            </a:r>
          </a:p>
        </p:txBody>
      </p:sp>
      <p:sp>
        <p:nvSpPr>
          <p:cNvPr id="7" name="print(type(enemy) is Actor)     # False">
            <a:extLst xmlns:a="http://schemas.openxmlformats.org/drawingml/2006/main">
              <a:ext uri="{FF2B5EF4-FFF2-40B4-BE49-F238E27FC236}">
                <a16:creationId xmlns:a16="http://schemas.microsoft.com/office/drawing/2014/main" id="{74F770CA-7B8D-40C3-B07B-A43295A94A79}"/>
              </a:ext>
            </a:extLst>
          </p:cNvPr>
          <p:cNvSpPr>
            <a:spLocks xmlns:a="http://schemas.openxmlformats.org/drawingml/2006/main" noGrp="1"/>
          </p:cNvSpPr>
          <p:nvPr/>
        </p:nvSpPr>
        <p:spPr>
          <a:xfrm xmlns:a="http://schemas.openxmlformats.org/drawingml/2006/main">
            <a:off x="590550" y="3057525"/>
            <a:ext cx="10953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EDF4FB"/>
                </a:solidFill>
                <a:latin typeface="Consolas"/>
                <a:ea typeface="Consolas"/>
                <a:cs typeface="Consolas"/>
              </a:defRPr>
            </a:defPPr>
            <a:lvl1pPr algn="l">
              <a:defRPr sz="1950" b="0">
                <a:solidFill>
                  <a:srgbClr val="EDF4FB"/>
                </a:solidFill>
                <a:latin typeface="Consolas"/>
                <a:ea typeface="Consolas"/>
                <a:cs typeface="Consolas"/>
              </a:defRPr>
            </a:lvl1pPr>
            <a:lvl2pPr algn="l">
              <a:defRPr sz="1950" b="0">
                <a:solidFill>
                  <a:srgbClr val="EDF4FB"/>
                </a:solidFill>
                <a:latin typeface="Consolas"/>
                <a:ea typeface="Consolas"/>
                <a:cs typeface="Consolas"/>
              </a:defRPr>
            </a:lvl2pPr>
            <a:lvl3pPr algn="l">
              <a:defRPr sz="1950" b="0">
                <a:solidFill>
                  <a:srgbClr val="EDF4FB"/>
                </a:solidFill>
                <a:latin typeface="Consolas"/>
                <a:ea typeface="Consolas"/>
                <a:cs typeface="Consolas"/>
              </a:defRPr>
            </a:lvl3pPr>
            <a:lvl4pPr algn="l">
              <a:defRPr sz="1950" b="0">
                <a:solidFill>
                  <a:srgbClr val="EDF4FB"/>
                </a:solidFill>
                <a:latin typeface="Consolas"/>
                <a:ea typeface="Consolas"/>
                <a:cs typeface="Consolas"/>
              </a:defRPr>
            </a:lvl4pPr>
            <a:lvl5pPr algn="l">
              <a:defRPr sz="1950" b="0">
                <a:solidFill>
                  <a:srgbClr val="EDF4FB"/>
                </a:solidFill>
                <a:latin typeface="Consolas"/>
                <a:ea typeface="Consolas"/>
                <a:cs typeface="Consolas"/>
              </a:defRPr>
            </a:lvl5pPr>
            <a:lvl6pPr algn="l">
              <a:defRPr sz="1950" b="0">
                <a:solidFill>
                  <a:srgbClr val="EDF4FB"/>
                </a:solidFill>
                <a:latin typeface="Consolas"/>
                <a:ea typeface="Consolas"/>
                <a:cs typeface="Consolas"/>
              </a:defRPr>
            </a:lvl6pPr>
            <a:lvl7pPr algn="l">
              <a:defRPr sz="1950" b="0">
                <a:solidFill>
                  <a:srgbClr val="EDF4FB"/>
                </a:solidFill>
                <a:latin typeface="Consolas"/>
                <a:ea typeface="Consolas"/>
                <a:cs typeface="Consolas"/>
              </a:defRPr>
            </a:lvl7pPr>
            <a:lvl8pPr algn="l">
              <a:defRPr sz="1950" b="0">
                <a:solidFill>
                  <a:srgbClr val="EDF4FB"/>
                </a:solidFill>
                <a:latin typeface="Consolas"/>
                <a:ea typeface="Consolas"/>
                <a:cs typeface="Consolas"/>
              </a:defRPr>
            </a:lvl8pPr>
            <a:lvl9pPr algn="l">
              <a:defRPr sz="1950" b="0">
                <a:solidFill>
                  <a:srgbClr val="EDF4FB"/>
                </a:solidFill>
                <a:latin typeface="Consolas"/>
                <a:ea typeface="Consolas"/>
                <a:cs typeface="Consolas"/>
              </a:defRPr>
            </a:lvl9pPr>
          </a:lstStyle>
          <a:p xmlns:a="http://schemas.openxmlformats.org/drawingml/2006/main">
            <a:pPr algn="l">
              <a:defRPr sz="1950" b="0">
                <a:solidFill>
                  <a:srgbClr val="EDF4FB"/>
                </a:solidFill>
                <a:latin typeface="Consolas"/>
                <a:ea typeface="Consolas"/>
                <a:cs typeface="Consolas"/>
              </a:defRPr>
            </a:pPr>
            <a:r>
              <a:rPr sz="1950" b="0">
                <a:solidFill>
                  <a:srgbClr val="EDF4FB"/>
                </a:solidFill>
                <a:latin typeface="Consolas"/>
                <a:ea typeface="Consolas"/>
                <a:cs typeface="Consolas"/>
              </a:rPr>
              <a:t>print(type(enemy) is Actor)     # False</a:t>
            </a:r>
          </a:p>
        </p:txBody>
      </p:sp>
      <p:sp>
        <p:nvSpPr>
          <p:cNvPr id="8" name="isinstance は派生クラスも含み、type の同一性は厳密に比較する。">
            <a:extLst xmlns:a="http://schemas.openxmlformats.org/drawingml/2006/main">
              <a:ext uri="{FF2B5EF4-FFF2-40B4-BE49-F238E27FC236}">
                <a16:creationId xmlns:a16="http://schemas.microsoft.com/office/drawing/2014/main" id="{4C1C50F7-F87D-42E8-AC03-AFC06A6C83BB}"/>
              </a:ext>
            </a:extLst>
          </p:cNvPr>
          <p:cNvSpPr>
            <a:spLocks xmlns:a="http://schemas.openxmlformats.org/drawingml/2006/main" noGrp="1"/>
          </p:cNvSpPr>
          <p:nvPr/>
        </p:nvSpPr>
        <p:spPr>
          <a:xfrm xmlns:a="http://schemas.openxmlformats.org/drawingml/2006/main">
            <a:off x="590550" y="5524500"/>
            <a:ext cx="523875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68EDBE"/>
                </a:solidFill>
                <a:latin typeface="Yu Gothic"/>
                <a:ea typeface="Yu Gothic"/>
                <a:cs typeface="Yu Gothic"/>
              </a:defRPr>
            </a:defPPr>
            <a:lvl1pPr algn="l">
              <a:defRPr sz="1725" b="0">
                <a:solidFill>
                  <a:srgbClr val="68EDBE"/>
                </a:solidFill>
                <a:latin typeface="Yu Gothic"/>
                <a:ea typeface="Yu Gothic"/>
                <a:cs typeface="Yu Gothic"/>
              </a:defRPr>
            </a:lvl1pPr>
            <a:lvl2pPr algn="l">
              <a:defRPr sz="1725" b="0">
                <a:solidFill>
                  <a:srgbClr val="68EDBE"/>
                </a:solidFill>
                <a:latin typeface="Yu Gothic"/>
                <a:ea typeface="Yu Gothic"/>
                <a:cs typeface="Yu Gothic"/>
              </a:defRPr>
            </a:lvl2pPr>
            <a:lvl3pPr algn="l">
              <a:defRPr sz="1725" b="0">
                <a:solidFill>
                  <a:srgbClr val="68EDBE"/>
                </a:solidFill>
                <a:latin typeface="Yu Gothic"/>
                <a:ea typeface="Yu Gothic"/>
                <a:cs typeface="Yu Gothic"/>
              </a:defRPr>
            </a:lvl3pPr>
            <a:lvl4pPr algn="l">
              <a:defRPr sz="1725" b="0">
                <a:solidFill>
                  <a:srgbClr val="68EDBE"/>
                </a:solidFill>
                <a:latin typeface="Yu Gothic"/>
                <a:ea typeface="Yu Gothic"/>
                <a:cs typeface="Yu Gothic"/>
              </a:defRPr>
            </a:lvl4pPr>
            <a:lvl5pPr algn="l">
              <a:defRPr sz="1725" b="0">
                <a:solidFill>
                  <a:srgbClr val="68EDBE"/>
                </a:solidFill>
                <a:latin typeface="Yu Gothic"/>
                <a:ea typeface="Yu Gothic"/>
                <a:cs typeface="Yu Gothic"/>
              </a:defRPr>
            </a:lvl5pPr>
            <a:lvl6pPr algn="l">
              <a:defRPr sz="1725" b="0">
                <a:solidFill>
                  <a:srgbClr val="68EDBE"/>
                </a:solidFill>
                <a:latin typeface="Yu Gothic"/>
                <a:ea typeface="Yu Gothic"/>
                <a:cs typeface="Yu Gothic"/>
              </a:defRPr>
            </a:lvl6pPr>
            <a:lvl7pPr algn="l">
              <a:defRPr sz="1725" b="0">
                <a:solidFill>
                  <a:srgbClr val="68EDBE"/>
                </a:solidFill>
                <a:latin typeface="Yu Gothic"/>
                <a:ea typeface="Yu Gothic"/>
                <a:cs typeface="Yu Gothic"/>
              </a:defRPr>
            </a:lvl7pPr>
            <a:lvl8pPr algn="l">
              <a:defRPr sz="1725" b="0">
                <a:solidFill>
                  <a:srgbClr val="68EDBE"/>
                </a:solidFill>
                <a:latin typeface="Yu Gothic"/>
                <a:ea typeface="Yu Gothic"/>
                <a:cs typeface="Yu Gothic"/>
              </a:defRPr>
            </a:lvl8pPr>
            <a:lvl9pPr algn="l">
              <a:defRPr sz="1725" b="0">
                <a:solidFill>
                  <a:srgbClr val="68EDBE"/>
                </a:solidFill>
                <a:latin typeface="Yu Gothic"/>
                <a:ea typeface="Yu Gothic"/>
                <a:cs typeface="Yu Gothic"/>
              </a:defRPr>
            </a:lvl9pPr>
          </a:lstStyle>
          <a:p xmlns:a="http://schemas.openxmlformats.org/drawingml/2006/main">
            <a:pPr algn="l">
              <a:defRPr sz="1725" b="0">
                <a:solidFill>
                  <a:srgbClr val="68EDBE"/>
                </a:solidFill>
                <a:latin typeface="Yu Gothic"/>
                <a:ea typeface="Yu Gothic"/>
                <a:cs typeface="Yu Gothic"/>
              </a:defRPr>
            </a:pPr>
            <a:r>
              <a:rPr sz="1725" b="0">
                <a:solidFill>
                  <a:srgbClr val="68EDBE"/>
                </a:solidFill>
                <a:latin typeface="Yu Gothic"/>
                <a:ea typeface="Yu Gothic"/>
                <a:cs typeface="Yu Gothic"/>
              </a:rPr>
              <a:t>isinstance は派生クラスも含み、type の同一性は厳密に比較する。</a:t>
            </a:r>
          </a:p>
        </p:txBody>
      </p:sp>
      <p:sp>
        <p:nvSpPr>
          <p:cNvPr id="9" name="これらは関係を調べるが、動作の正しさは保証しない。">
            <a:extLst xmlns:a="http://schemas.openxmlformats.org/drawingml/2006/main">
              <a:ext uri="{FF2B5EF4-FFF2-40B4-BE49-F238E27FC236}">
                <a16:creationId xmlns:a16="http://schemas.microsoft.com/office/drawing/2014/main" id="{F84AC484-5F40-4F16-93F8-B4F940AAEF53}"/>
              </a:ext>
            </a:extLst>
          </p:cNvPr>
          <p:cNvSpPr>
            <a:spLocks xmlns:a="http://schemas.openxmlformats.org/drawingml/2006/main" noGrp="1"/>
          </p:cNvSpPr>
          <p:nvPr/>
        </p:nvSpPr>
        <p:spPr>
          <a:xfrm xmlns:a="http://schemas.openxmlformats.org/drawingml/2006/main">
            <a:off x="6305550" y="5524500"/>
            <a:ext cx="523875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68EDBE"/>
                </a:solidFill>
                <a:latin typeface="Yu Gothic"/>
                <a:ea typeface="Yu Gothic"/>
                <a:cs typeface="Yu Gothic"/>
              </a:defRPr>
            </a:defPPr>
            <a:lvl1pPr algn="l">
              <a:defRPr sz="1725" b="0">
                <a:solidFill>
                  <a:srgbClr val="68EDBE"/>
                </a:solidFill>
                <a:latin typeface="Yu Gothic"/>
                <a:ea typeface="Yu Gothic"/>
                <a:cs typeface="Yu Gothic"/>
              </a:defRPr>
            </a:lvl1pPr>
            <a:lvl2pPr algn="l">
              <a:defRPr sz="1725" b="0">
                <a:solidFill>
                  <a:srgbClr val="68EDBE"/>
                </a:solidFill>
                <a:latin typeface="Yu Gothic"/>
                <a:ea typeface="Yu Gothic"/>
                <a:cs typeface="Yu Gothic"/>
              </a:defRPr>
            </a:lvl2pPr>
            <a:lvl3pPr algn="l">
              <a:defRPr sz="1725" b="0">
                <a:solidFill>
                  <a:srgbClr val="68EDBE"/>
                </a:solidFill>
                <a:latin typeface="Yu Gothic"/>
                <a:ea typeface="Yu Gothic"/>
                <a:cs typeface="Yu Gothic"/>
              </a:defRPr>
            </a:lvl3pPr>
            <a:lvl4pPr algn="l">
              <a:defRPr sz="1725" b="0">
                <a:solidFill>
                  <a:srgbClr val="68EDBE"/>
                </a:solidFill>
                <a:latin typeface="Yu Gothic"/>
                <a:ea typeface="Yu Gothic"/>
                <a:cs typeface="Yu Gothic"/>
              </a:defRPr>
            </a:lvl4pPr>
            <a:lvl5pPr algn="l">
              <a:defRPr sz="1725" b="0">
                <a:solidFill>
                  <a:srgbClr val="68EDBE"/>
                </a:solidFill>
                <a:latin typeface="Yu Gothic"/>
                <a:ea typeface="Yu Gothic"/>
                <a:cs typeface="Yu Gothic"/>
              </a:defRPr>
            </a:lvl5pPr>
            <a:lvl6pPr algn="l">
              <a:defRPr sz="1725" b="0">
                <a:solidFill>
                  <a:srgbClr val="68EDBE"/>
                </a:solidFill>
                <a:latin typeface="Yu Gothic"/>
                <a:ea typeface="Yu Gothic"/>
                <a:cs typeface="Yu Gothic"/>
              </a:defRPr>
            </a:lvl6pPr>
            <a:lvl7pPr algn="l">
              <a:defRPr sz="1725" b="0">
                <a:solidFill>
                  <a:srgbClr val="68EDBE"/>
                </a:solidFill>
                <a:latin typeface="Yu Gothic"/>
                <a:ea typeface="Yu Gothic"/>
                <a:cs typeface="Yu Gothic"/>
              </a:defRPr>
            </a:lvl7pPr>
            <a:lvl8pPr algn="l">
              <a:defRPr sz="1725" b="0">
                <a:solidFill>
                  <a:srgbClr val="68EDBE"/>
                </a:solidFill>
                <a:latin typeface="Yu Gothic"/>
                <a:ea typeface="Yu Gothic"/>
                <a:cs typeface="Yu Gothic"/>
              </a:defRPr>
            </a:lvl8pPr>
            <a:lvl9pPr algn="l">
              <a:defRPr sz="1725" b="0">
                <a:solidFill>
                  <a:srgbClr val="68EDBE"/>
                </a:solidFill>
                <a:latin typeface="Yu Gothic"/>
                <a:ea typeface="Yu Gothic"/>
                <a:cs typeface="Yu Gothic"/>
              </a:defRPr>
            </a:lvl9pPr>
          </a:lstStyle>
          <a:p xmlns:a="http://schemas.openxmlformats.org/drawingml/2006/main">
            <a:pPr algn="l">
              <a:defRPr sz="1725" b="0">
                <a:solidFill>
                  <a:srgbClr val="68EDBE"/>
                </a:solidFill>
                <a:latin typeface="Yu Gothic"/>
                <a:ea typeface="Yu Gothic"/>
                <a:cs typeface="Yu Gothic"/>
              </a:defRPr>
            </a:pPr>
            <a:r>
              <a:rPr sz="1725" b="0">
                <a:solidFill>
                  <a:srgbClr val="68EDBE"/>
                </a:solidFill>
                <a:latin typeface="Yu Gothic"/>
                <a:ea typeface="Yu Gothic"/>
                <a:cs typeface="Yu Gothic"/>
              </a:rPr>
              <a:t>これらは関係を調べるが、動作の正しさは保証しない。</a:t>
            </a:r>
          </a:p>
        </p:txBody>
      </p:sp>
      <p:sp>
        <p:nvSpPr>
          <p:cNvPr id="10" name="actors.py / week7_demo.py">
            <a:extLst xmlns:a="http://schemas.openxmlformats.org/drawingml/2006/main">
              <a:ext uri="{FF2B5EF4-FFF2-40B4-BE49-F238E27FC236}">
                <a16:creationId xmlns:a16="http://schemas.microsoft.com/office/drawing/2014/main" id="{BD6409FE-43F9-4216-A722-A035E8C0963A}"/>
              </a:ext>
            </a:extLst>
          </p:cNvPr>
          <p:cNvSpPr>
            <a:spLocks xmlns:a="http://schemas.openxmlformats.org/drawingml/2006/main" noGrp="1"/>
          </p:cNvSpPr>
          <p:nvPr/>
        </p:nvSpPr>
        <p:spPr>
          <a:xfrm xmlns:a="http://schemas.openxmlformats.org/drawingml/2006/main">
            <a:off x="590550" y="6543675"/>
            <a:ext cx="10287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EDF4FB"/>
                </a:solidFill>
                <a:latin typeface="Consolas"/>
                <a:ea typeface="Consolas"/>
                <a:cs typeface="Consolas"/>
              </a:defRPr>
            </a:defPPr>
            <a:lvl1pPr algn="l">
              <a:defRPr sz="1200" b="0">
                <a:solidFill>
                  <a:srgbClr val="EDF4FB"/>
                </a:solidFill>
                <a:latin typeface="Consolas"/>
                <a:ea typeface="Consolas"/>
                <a:cs typeface="Consolas"/>
              </a:defRPr>
            </a:lvl1pPr>
            <a:lvl2pPr algn="l">
              <a:defRPr sz="1200" b="0">
                <a:solidFill>
                  <a:srgbClr val="EDF4FB"/>
                </a:solidFill>
                <a:latin typeface="Consolas"/>
                <a:ea typeface="Consolas"/>
                <a:cs typeface="Consolas"/>
              </a:defRPr>
            </a:lvl2pPr>
            <a:lvl3pPr algn="l">
              <a:defRPr sz="1200" b="0">
                <a:solidFill>
                  <a:srgbClr val="EDF4FB"/>
                </a:solidFill>
                <a:latin typeface="Consolas"/>
                <a:ea typeface="Consolas"/>
                <a:cs typeface="Consolas"/>
              </a:defRPr>
            </a:lvl3pPr>
            <a:lvl4pPr algn="l">
              <a:defRPr sz="1200" b="0">
                <a:solidFill>
                  <a:srgbClr val="EDF4FB"/>
                </a:solidFill>
                <a:latin typeface="Consolas"/>
                <a:ea typeface="Consolas"/>
                <a:cs typeface="Consolas"/>
              </a:defRPr>
            </a:lvl4pPr>
            <a:lvl5pPr algn="l">
              <a:defRPr sz="1200" b="0">
                <a:solidFill>
                  <a:srgbClr val="EDF4FB"/>
                </a:solidFill>
                <a:latin typeface="Consolas"/>
                <a:ea typeface="Consolas"/>
                <a:cs typeface="Consolas"/>
              </a:defRPr>
            </a:lvl5pPr>
            <a:lvl6pPr algn="l">
              <a:defRPr sz="1200" b="0">
                <a:solidFill>
                  <a:srgbClr val="EDF4FB"/>
                </a:solidFill>
                <a:latin typeface="Consolas"/>
                <a:ea typeface="Consolas"/>
                <a:cs typeface="Consolas"/>
              </a:defRPr>
            </a:lvl6pPr>
            <a:lvl7pPr algn="l">
              <a:defRPr sz="1200" b="0">
                <a:solidFill>
                  <a:srgbClr val="EDF4FB"/>
                </a:solidFill>
                <a:latin typeface="Consolas"/>
                <a:ea typeface="Consolas"/>
                <a:cs typeface="Consolas"/>
              </a:defRPr>
            </a:lvl7pPr>
            <a:lvl8pPr algn="l">
              <a:defRPr sz="1200" b="0">
                <a:solidFill>
                  <a:srgbClr val="EDF4FB"/>
                </a:solidFill>
                <a:latin typeface="Consolas"/>
                <a:ea typeface="Consolas"/>
                <a:cs typeface="Consolas"/>
              </a:defRPr>
            </a:lvl8pPr>
            <a:lvl9pPr algn="l">
              <a:defRPr sz="1200" b="0">
                <a:solidFill>
                  <a:srgbClr val="EDF4FB"/>
                </a:solidFill>
                <a:latin typeface="Consolas"/>
                <a:ea typeface="Consolas"/>
                <a:cs typeface="Consolas"/>
              </a:defRPr>
            </a:lvl9pPr>
          </a:lstStyle>
          <a:p xmlns:a="http://schemas.openxmlformats.org/drawingml/2006/main">
            <a:pPr algn="l">
              <a:defRPr sz="1200" b="0">
                <a:solidFill>
                  <a:srgbClr val="EDF4FB"/>
                </a:solidFill>
                <a:latin typeface="Consolas"/>
                <a:ea typeface="Consolas"/>
                <a:cs typeface="Consolas"/>
              </a:defRPr>
            </a:pPr>
            <a:r>
              <a:rPr sz="1200" b="0">
                <a:solidFill>
                  <a:srgbClr val="EDF4FB"/>
                </a:solidFill>
                <a:latin typeface="Consolas"/>
                <a:ea typeface="Consolas"/>
                <a:cs typeface="Consolas"/>
              </a:rPr>
              <a:t>actors.py / week7_demo.py</a:t>
            </a:r>
          </a:p>
        </p:txBody>
      </p:sp>
      <p:sp>
        <p:nvSpPr>
          <p:cNvPr id="11" name="11">
            <a:extLst xmlns:a="http://schemas.openxmlformats.org/drawingml/2006/main">
              <a:ext uri="{FF2B5EF4-FFF2-40B4-BE49-F238E27FC236}">
                <a16:creationId xmlns:a16="http://schemas.microsoft.com/office/drawing/2014/main" id="{E4CE8561-6D2F-4F3A-B2C3-117ECFC9E008}"/>
              </a:ext>
            </a:extLst>
          </p:cNvPr>
          <p:cNvSpPr>
            <a:spLocks xmlns:a="http://schemas.openxmlformats.org/drawingml/2006/main" noGrp="1"/>
          </p:cNvSpPr>
          <p:nvPr/>
        </p:nvSpPr>
        <p:spPr>
          <a:xfrm xmlns:a="http://schemas.openxmlformats.org/drawingml/2006/main">
            <a:off x="11163300" y="6543675"/>
            <a:ext cx="4572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EDF4FB"/>
                </a:solidFill>
                <a:latin typeface="Yu Gothic"/>
                <a:ea typeface="Yu Gothic"/>
                <a:cs typeface="Yu Gothic"/>
              </a:defRPr>
            </a:defPPr>
            <a:lvl1pPr algn="l">
              <a:defRPr sz="1200" b="0">
                <a:solidFill>
                  <a:srgbClr val="EDF4FB"/>
                </a:solidFill>
                <a:latin typeface="Yu Gothic"/>
                <a:ea typeface="Yu Gothic"/>
                <a:cs typeface="Yu Gothic"/>
              </a:defRPr>
            </a:lvl1pPr>
            <a:lvl2pPr algn="l">
              <a:defRPr sz="1200" b="0">
                <a:solidFill>
                  <a:srgbClr val="EDF4FB"/>
                </a:solidFill>
                <a:latin typeface="Yu Gothic"/>
                <a:ea typeface="Yu Gothic"/>
                <a:cs typeface="Yu Gothic"/>
              </a:defRPr>
            </a:lvl2pPr>
            <a:lvl3pPr algn="l">
              <a:defRPr sz="1200" b="0">
                <a:solidFill>
                  <a:srgbClr val="EDF4FB"/>
                </a:solidFill>
                <a:latin typeface="Yu Gothic"/>
                <a:ea typeface="Yu Gothic"/>
                <a:cs typeface="Yu Gothic"/>
              </a:defRPr>
            </a:lvl3pPr>
            <a:lvl4pPr algn="l">
              <a:defRPr sz="1200" b="0">
                <a:solidFill>
                  <a:srgbClr val="EDF4FB"/>
                </a:solidFill>
                <a:latin typeface="Yu Gothic"/>
                <a:ea typeface="Yu Gothic"/>
                <a:cs typeface="Yu Gothic"/>
              </a:defRPr>
            </a:lvl4pPr>
            <a:lvl5pPr algn="l">
              <a:defRPr sz="1200" b="0">
                <a:solidFill>
                  <a:srgbClr val="EDF4FB"/>
                </a:solidFill>
                <a:latin typeface="Yu Gothic"/>
                <a:ea typeface="Yu Gothic"/>
                <a:cs typeface="Yu Gothic"/>
              </a:defRPr>
            </a:lvl5pPr>
            <a:lvl6pPr algn="l">
              <a:defRPr sz="1200" b="0">
                <a:solidFill>
                  <a:srgbClr val="EDF4FB"/>
                </a:solidFill>
                <a:latin typeface="Yu Gothic"/>
                <a:ea typeface="Yu Gothic"/>
                <a:cs typeface="Yu Gothic"/>
              </a:defRPr>
            </a:lvl6pPr>
            <a:lvl7pPr algn="l">
              <a:defRPr sz="1200" b="0">
                <a:solidFill>
                  <a:srgbClr val="EDF4FB"/>
                </a:solidFill>
                <a:latin typeface="Yu Gothic"/>
                <a:ea typeface="Yu Gothic"/>
                <a:cs typeface="Yu Gothic"/>
              </a:defRPr>
            </a:lvl7pPr>
            <a:lvl8pPr algn="l">
              <a:defRPr sz="1200" b="0">
                <a:solidFill>
                  <a:srgbClr val="EDF4FB"/>
                </a:solidFill>
                <a:latin typeface="Yu Gothic"/>
                <a:ea typeface="Yu Gothic"/>
                <a:cs typeface="Yu Gothic"/>
              </a:defRPr>
            </a:lvl8pPr>
            <a:lvl9pPr algn="l">
              <a:defRPr sz="1200" b="0">
                <a:solidFill>
                  <a:srgbClr val="EDF4FB"/>
                </a:solidFill>
                <a:latin typeface="Yu Gothic"/>
                <a:ea typeface="Yu Gothic"/>
                <a:cs typeface="Yu Gothic"/>
              </a:defRPr>
            </a:lvl9pPr>
          </a:lstStyle>
          <a:p xmlns:a="http://schemas.openxmlformats.org/drawingml/2006/main">
            <a:pPr algn="l">
              <a:defRPr sz="1200" b="0">
                <a:solidFill>
                  <a:srgbClr val="EDF4FB"/>
                </a:solidFill>
                <a:latin typeface="Yu Gothic"/>
                <a:ea typeface="Yu Gothic"/>
                <a:cs typeface="Yu Gothic"/>
              </a:defRPr>
            </a:pPr>
            <a:r>
              <a:rPr sz="1200" b="0">
                <a:solidFill>
                  <a:srgbClr val="EDF4FB"/>
                </a:solidFill>
                <a:latin typeface="Yu Gothic"/>
                <a:ea typeface="Yu Gothic"/>
                <a:cs typeface="Yu Gothic"/>
              </a:rPr>
              <a:t>11</a:t>
            </a:r>
          </a:p>
        </p:txBody>
      </p:sp>
    </p:spTree>
    <p:extLst>
      <p:ext uri="{BB962C8B-B14F-4D97-AF65-F5344CB8AC3E}">
        <p14:creationId xmlns:p14="http://schemas.microsoft.com/office/powerpoint/2010/main" val="657807210"/>
      </p:ext>
    </p:extLst>
  </p:cSld>
</p:sld>
</file>

<file path=ppt/slides/slide12.xml><?xml version="1.0" encoding="utf-8"?>
<p:sld xmlns:p="http://schemas.openxmlformats.org/presentationml/2006/main">
  <p:cSld>
    <p:bg>
      <p:bgPr>
        <a:solidFill xmlns:a="http://schemas.openxmlformats.org/drawingml/2006/main">
          <a:srgbClr val="F5F7FA"/>
        </a:solidFill>
      </p:bgPr>
    </p:bg>
    <p:spTree>
      <p:nvGrpSpPr>
        <p:cNvPr id="1" name=""/>
        <p:cNvGrpSpPr/>
        <p:nvPr/>
      </p:nvGrpSpPr>
      <p:grpSpPr>
        <a:xfrm xmlns:a="http://schemas.openxmlformats.org/drawingml/2006/main"/>
      </p:grpSpPr>
      <p:sp>
        <p:nvSpPr>
          <p:cNvPr id="10" name="属性を置く場所">
            <a:extLst xmlns:a="http://schemas.openxmlformats.org/drawingml/2006/main">
              <a:ext uri="{FF2B5EF4-FFF2-40B4-BE49-F238E27FC236}">
                <a16:creationId xmlns:a16="http://schemas.microsoft.com/office/drawing/2014/main" id="{862606FB-88F6-4144-8AF5-D65654C70F16}"/>
              </a:ext>
            </a:extLst>
          </p:cNvPr>
          <p:cNvSpPr>
            <a:spLocks xmlns:a="http://schemas.openxmlformats.org/drawingml/2006/main" noGrp="1"/>
          </p:cNvSpPr>
          <p:nvPr/>
        </p:nvSpPr>
        <p:spPr>
          <a:xfrm xmlns:a="http://schemas.openxmlformats.org/drawingml/2006/main">
            <a:off x="561975" y="400050"/>
            <a:ext cx="110490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72C40"/>
                </a:solidFill>
                <a:latin typeface="Yu Gothic"/>
                <a:ea typeface="Yu Gothic"/>
                <a:cs typeface="Yu Gothic"/>
              </a:defRPr>
            </a:defPPr>
            <a:lvl1pPr algn="l">
              <a:defRPr sz="3300" b="1">
                <a:solidFill>
                  <a:srgbClr val="172C40"/>
                </a:solidFill>
                <a:latin typeface="Yu Gothic"/>
                <a:ea typeface="Yu Gothic"/>
                <a:cs typeface="Yu Gothic"/>
              </a:defRPr>
            </a:lvl1pPr>
            <a:lvl2pPr algn="l">
              <a:defRPr sz="3300" b="1">
                <a:solidFill>
                  <a:srgbClr val="172C40"/>
                </a:solidFill>
                <a:latin typeface="Yu Gothic"/>
                <a:ea typeface="Yu Gothic"/>
                <a:cs typeface="Yu Gothic"/>
              </a:defRPr>
            </a:lvl2pPr>
            <a:lvl3pPr algn="l">
              <a:defRPr sz="3300" b="1">
                <a:solidFill>
                  <a:srgbClr val="172C40"/>
                </a:solidFill>
                <a:latin typeface="Yu Gothic"/>
                <a:ea typeface="Yu Gothic"/>
                <a:cs typeface="Yu Gothic"/>
              </a:defRPr>
            </a:lvl3pPr>
            <a:lvl4pPr algn="l">
              <a:defRPr sz="3300" b="1">
                <a:solidFill>
                  <a:srgbClr val="172C40"/>
                </a:solidFill>
                <a:latin typeface="Yu Gothic"/>
                <a:ea typeface="Yu Gothic"/>
                <a:cs typeface="Yu Gothic"/>
              </a:defRPr>
            </a:lvl4pPr>
            <a:lvl5pPr algn="l">
              <a:defRPr sz="3300" b="1">
                <a:solidFill>
                  <a:srgbClr val="172C40"/>
                </a:solidFill>
                <a:latin typeface="Yu Gothic"/>
                <a:ea typeface="Yu Gothic"/>
                <a:cs typeface="Yu Gothic"/>
              </a:defRPr>
            </a:lvl5pPr>
            <a:lvl6pPr algn="l">
              <a:defRPr sz="3300" b="1">
                <a:solidFill>
                  <a:srgbClr val="172C40"/>
                </a:solidFill>
                <a:latin typeface="Yu Gothic"/>
                <a:ea typeface="Yu Gothic"/>
                <a:cs typeface="Yu Gothic"/>
              </a:defRPr>
            </a:lvl6pPr>
            <a:lvl7pPr algn="l">
              <a:defRPr sz="3300" b="1">
                <a:solidFill>
                  <a:srgbClr val="172C40"/>
                </a:solidFill>
                <a:latin typeface="Yu Gothic"/>
                <a:ea typeface="Yu Gothic"/>
                <a:cs typeface="Yu Gothic"/>
              </a:defRPr>
            </a:lvl7pPr>
            <a:lvl8pPr algn="l">
              <a:defRPr sz="3300" b="1">
                <a:solidFill>
                  <a:srgbClr val="172C40"/>
                </a:solidFill>
                <a:latin typeface="Yu Gothic"/>
                <a:ea typeface="Yu Gothic"/>
                <a:cs typeface="Yu Gothic"/>
              </a:defRPr>
            </a:lvl8pPr>
            <a:lvl9pPr algn="l">
              <a:defRPr sz="3300" b="1">
                <a:solidFill>
                  <a:srgbClr val="172C40"/>
                </a:solidFill>
                <a:latin typeface="Yu Gothic"/>
                <a:ea typeface="Yu Gothic"/>
                <a:cs typeface="Yu Gothic"/>
              </a:defRPr>
            </a:lvl9pPr>
          </a:lstStyle>
          <a:p xmlns:a="http://schemas.openxmlformats.org/drawingml/2006/main">
            <a:pPr algn="l">
              <a:defRPr sz="3300" b="1">
                <a:solidFill>
                  <a:srgbClr val="172C40"/>
                </a:solidFill>
                <a:latin typeface="Yu Gothic"/>
                <a:ea typeface="Yu Gothic"/>
                <a:cs typeface="Yu Gothic"/>
              </a:defRPr>
            </a:pPr>
            <a:r>
              <a:rPr sz="3300" b="1">
                <a:solidFill>
                  <a:srgbClr val="172C40"/>
                </a:solidFill>
                <a:latin typeface="Yu Gothic"/>
                <a:ea typeface="Yu Gothic"/>
                <a:cs typeface="Yu Gothic"/>
              </a:rPr>
              <a:t>属性を置く場所</a:t>
            </a:r>
          </a:p>
        </p:txBody>
      </p:sp>
      <p:sp>
        <p:nvSpPr>
          <p:cNvPr id="2" name="共通の役割に基づいて決める">
            <a:extLst xmlns:a="http://schemas.openxmlformats.org/drawingml/2006/main">
              <a:ext uri="{FF2B5EF4-FFF2-40B4-BE49-F238E27FC236}">
                <a16:creationId xmlns:a16="http://schemas.microsoft.com/office/drawing/2014/main" id="{5526937D-44A1-4445-B724-F9CA0A5751C7}"/>
              </a:ext>
            </a:extLst>
          </p:cNvPr>
          <p:cNvSpPr>
            <a:spLocks xmlns:a="http://schemas.openxmlformats.org/drawingml/2006/main" noGrp="1"/>
          </p:cNvSpPr>
          <p:nvPr/>
        </p:nvSpPr>
        <p:spPr>
          <a:xfrm xmlns:a="http://schemas.openxmlformats.org/drawingml/2006/main">
            <a:off x="581025" y="1123950"/>
            <a:ext cx="1100137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526879"/>
                </a:solidFill>
                <a:latin typeface="Yu Gothic"/>
                <a:ea typeface="Yu Gothic"/>
                <a:cs typeface="Yu Gothic"/>
              </a:defRPr>
            </a:defPPr>
            <a:lvl1pPr algn="l">
              <a:defRPr sz="1800" b="0">
                <a:solidFill>
                  <a:srgbClr val="526879"/>
                </a:solidFill>
                <a:latin typeface="Yu Gothic"/>
                <a:ea typeface="Yu Gothic"/>
                <a:cs typeface="Yu Gothic"/>
              </a:defRPr>
            </a:lvl1pPr>
            <a:lvl2pPr algn="l">
              <a:defRPr sz="1800" b="0">
                <a:solidFill>
                  <a:srgbClr val="526879"/>
                </a:solidFill>
                <a:latin typeface="Yu Gothic"/>
                <a:ea typeface="Yu Gothic"/>
                <a:cs typeface="Yu Gothic"/>
              </a:defRPr>
            </a:lvl2pPr>
            <a:lvl3pPr algn="l">
              <a:defRPr sz="1800" b="0">
                <a:solidFill>
                  <a:srgbClr val="526879"/>
                </a:solidFill>
                <a:latin typeface="Yu Gothic"/>
                <a:ea typeface="Yu Gothic"/>
                <a:cs typeface="Yu Gothic"/>
              </a:defRPr>
            </a:lvl3pPr>
            <a:lvl4pPr algn="l">
              <a:defRPr sz="1800" b="0">
                <a:solidFill>
                  <a:srgbClr val="526879"/>
                </a:solidFill>
                <a:latin typeface="Yu Gothic"/>
                <a:ea typeface="Yu Gothic"/>
                <a:cs typeface="Yu Gothic"/>
              </a:defRPr>
            </a:lvl4pPr>
            <a:lvl5pPr algn="l">
              <a:defRPr sz="1800" b="0">
                <a:solidFill>
                  <a:srgbClr val="526879"/>
                </a:solidFill>
                <a:latin typeface="Yu Gothic"/>
                <a:ea typeface="Yu Gothic"/>
                <a:cs typeface="Yu Gothic"/>
              </a:defRPr>
            </a:lvl5pPr>
            <a:lvl6pPr algn="l">
              <a:defRPr sz="1800" b="0">
                <a:solidFill>
                  <a:srgbClr val="526879"/>
                </a:solidFill>
                <a:latin typeface="Yu Gothic"/>
                <a:ea typeface="Yu Gothic"/>
                <a:cs typeface="Yu Gothic"/>
              </a:defRPr>
            </a:lvl6pPr>
            <a:lvl7pPr algn="l">
              <a:defRPr sz="1800" b="0">
                <a:solidFill>
                  <a:srgbClr val="526879"/>
                </a:solidFill>
                <a:latin typeface="Yu Gothic"/>
                <a:ea typeface="Yu Gothic"/>
                <a:cs typeface="Yu Gothic"/>
              </a:defRPr>
            </a:lvl7pPr>
            <a:lvl8pPr algn="l">
              <a:defRPr sz="1800" b="0">
                <a:solidFill>
                  <a:srgbClr val="526879"/>
                </a:solidFill>
                <a:latin typeface="Yu Gothic"/>
                <a:ea typeface="Yu Gothic"/>
                <a:cs typeface="Yu Gothic"/>
              </a:defRPr>
            </a:lvl8pPr>
            <a:lvl9pPr algn="l">
              <a:defRPr sz="1800" b="0">
                <a:solidFill>
                  <a:srgbClr val="526879"/>
                </a:solidFill>
                <a:latin typeface="Yu Gothic"/>
                <a:ea typeface="Yu Gothic"/>
                <a:cs typeface="Yu Gothic"/>
              </a:defRPr>
            </a:lvl9pPr>
          </a:lstStyle>
          <a:p xmlns:a="http://schemas.openxmlformats.org/drawingml/2006/main">
            <a:pPr algn="l">
              <a:defRPr sz="1800" b="0">
                <a:solidFill>
                  <a:srgbClr val="526879"/>
                </a:solidFill>
                <a:latin typeface="Yu Gothic"/>
                <a:ea typeface="Yu Gothic"/>
                <a:cs typeface="Yu Gothic"/>
              </a:defRPr>
            </a:pPr>
            <a:r>
              <a:rPr sz="1800" b="0">
                <a:solidFill>
                  <a:srgbClr val="526879"/>
                </a:solidFill>
                <a:latin typeface="Yu Gothic"/>
                <a:ea typeface="Yu Gothic"/>
                <a:cs typeface="Yu Gothic"/>
              </a:rPr>
              <a:t>共通の役割に基づいて決める</a:t>
            </a:r>
          </a:p>
        </p:txBody>
      </p:sp>
      <p:sp>
        <p:nvSpPr>
          <p:cNvPr id="3" name="01">
            <a:extLst xmlns:a="http://schemas.openxmlformats.org/drawingml/2006/main">
              <a:ext uri="{FF2B5EF4-FFF2-40B4-BE49-F238E27FC236}">
                <a16:creationId xmlns:a16="http://schemas.microsoft.com/office/drawing/2014/main" id="{46C3503C-4F4A-4657-996E-3DAD91519AEA}"/>
              </a:ext>
            </a:extLst>
          </p:cNvPr>
          <p:cNvSpPr>
            <a:spLocks xmlns:a="http://schemas.openxmlformats.org/drawingml/2006/main" noGrp="1"/>
          </p:cNvSpPr>
          <p:nvPr/>
        </p:nvSpPr>
        <p:spPr>
          <a:xfrm xmlns:a="http://schemas.openxmlformats.org/drawingml/2006/main">
            <a:off x="590550" y="1971675"/>
            <a:ext cx="7048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087C62"/>
                </a:solidFill>
                <a:latin typeface="Yu Gothic"/>
                <a:ea typeface="Yu Gothic"/>
                <a:cs typeface="Yu Gothic"/>
              </a:defRPr>
            </a:defPPr>
            <a:lvl1pPr algn="l">
              <a:defRPr sz="2400" b="1">
                <a:solidFill>
                  <a:srgbClr val="087C62"/>
                </a:solidFill>
                <a:latin typeface="Yu Gothic"/>
                <a:ea typeface="Yu Gothic"/>
                <a:cs typeface="Yu Gothic"/>
              </a:defRPr>
            </a:lvl1pPr>
            <a:lvl2pPr algn="l">
              <a:defRPr sz="2400" b="1">
                <a:solidFill>
                  <a:srgbClr val="087C62"/>
                </a:solidFill>
                <a:latin typeface="Yu Gothic"/>
                <a:ea typeface="Yu Gothic"/>
                <a:cs typeface="Yu Gothic"/>
              </a:defRPr>
            </a:lvl2pPr>
            <a:lvl3pPr algn="l">
              <a:defRPr sz="2400" b="1">
                <a:solidFill>
                  <a:srgbClr val="087C62"/>
                </a:solidFill>
                <a:latin typeface="Yu Gothic"/>
                <a:ea typeface="Yu Gothic"/>
                <a:cs typeface="Yu Gothic"/>
              </a:defRPr>
            </a:lvl3pPr>
            <a:lvl4pPr algn="l">
              <a:defRPr sz="2400" b="1">
                <a:solidFill>
                  <a:srgbClr val="087C62"/>
                </a:solidFill>
                <a:latin typeface="Yu Gothic"/>
                <a:ea typeface="Yu Gothic"/>
                <a:cs typeface="Yu Gothic"/>
              </a:defRPr>
            </a:lvl4pPr>
            <a:lvl5pPr algn="l">
              <a:defRPr sz="2400" b="1">
                <a:solidFill>
                  <a:srgbClr val="087C62"/>
                </a:solidFill>
                <a:latin typeface="Yu Gothic"/>
                <a:ea typeface="Yu Gothic"/>
                <a:cs typeface="Yu Gothic"/>
              </a:defRPr>
            </a:lvl5pPr>
            <a:lvl6pPr algn="l">
              <a:defRPr sz="2400" b="1">
                <a:solidFill>
                  <a:srgbClr val="087C62"/>
                </a:solidFill>
                <a:latin typeface="Yu Gothic"/>
                <a:ea typeface="Yu Gothic"/>
                <a:cs typeface="Yu Gothic"/>
              </a:defRPr>
            </a:lvl6pPr>
            <a:lvl7pPr algn="l">
              <a:defRPr sz="2400" b="1">
                <a:solidFill>
                  <a:srgbClr val="087C62"/>
                </a:solidFill>
                <a:latin typeface="Yu Gothic"/>
                <a:ea typeface="Yu Gothic"/>
                <a:cs typeface="Yu Gothic"/>
              </a:defRPr>
            </a:lvl7pPr>
            <a:lvl8pPr algn="l">
              <a:defRPr sz="2400" b="1">
                <a:solidFill>
                  <a:srgbClr val="087C62"/>
                </a:solidFill>
                <a:latin typeface="Yu Gothic"/>
                <a:ea typeface="Yu Gothic"/>
                <a:cs typeface="Yu Gothic"/>
              </a:defRPr>
            </a:lvl8pPr>
            <a:lvl9pPr algn="l">
              <a:defRPr sz="2400" b="1">
                <a:solidFill>
                  <a:srgbClr val="087C62"/>
                </a:solidFill>
                <a:latin typeface="Yu Gothic"/>
                <a:ea typeface="Yu Gothic"/>
                <a:cs typeface="Yu Gothic"/>
              </a:defRPr>
            </a:lvl9pPr>
          </a:lstStyle>
          <a:p xmlns:a="http://schemas.openxmlformats.org/drawingml/2006/main">
            <a:pPr algn="l">
              <a:defRPr sz="2400" b="1">
                <a:solidFill>
                  <a:srgbClr val="087C62"/>
                </a:solidFill>
                <a:latin typeface="Yu Gothic"/>
                <a:ea typeface="Yu Gothic"/>
                <a:cs typeface="Yu Gothic"/>
              </a:defRPr>
            </a:pPr>
            <a:r>
              <a:rPr sz="2400" b="1">
                <a:solidFill>
                  <a:srgbClr val="087C62"/>
                </a:solidFill>
                <a:latin typeface="Yu Gothic"/>
                <a:ea typeface="Yu Gothic"/>
                <a:cs typeface="Yu Gothic"/>
              </a:rPr>
              <a:t>01</a:t>
            </a:r>
          </a:p>
        </p:txBody>
      </p:sp>
      <p:sp>
        <p:nvSpPr>
          <p:cNvPr id="4" name="すべての Actor が位置と速度を必要とするため、Actor で初期化する。">
            <a:extLst xmlns:a="http://schemas.openxmlformats.org/drawingml/2006/main">
              <a:ext uri="{FF2B5EF4-FFF2-40B4-BE49-F238E27FC236}">
                <a16:creationId xmlns:a16="http://schemas.microsoft.com/office/drawing/2014/main" id="{B7D1EEC1-D478-41EE-91B9-97CAB2D9DEF9}"/>
              </a:ext>
            </a:extLst>
          </p:cNvPr>
          <p:cNvSpPr>
            <a:spLocks xmlns:a="http://schemas.openxmlformats.org/drawingml/2006/main" noGrp="1"/>
          </p:cNvSpPr>
          <p:nvPr/>
        </p:nvSpPr>
        <p:spPr>
          <a:xfrm xmlns:a="http://schemas.openxmlformats.org/drawingml/2006/main">
            <a:off x="1571625" y="1971675"/>
            <a:ext cx="9858375"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0">
                <a:solidFill>
                  <a:srgbClr val="172C40"/>
                </a:solidFill>
                <a:latin typeface="Yu Gothic"/>
                <a:ea typeface="Yu Gothic"/>
                <a:cs typeface="Yu Gothic"/>
              </a:defRPr>
            </a:defPPr>
            <a:lvl1pPr algn="l">
              <a:defRPr sz="2250" b="0">
                <a:solidFill>
                  <a:srgbClr val="172C40"/>
                </a:solidFill>
                <a:latin typeface="Yu Gothic"/>
                <a:ea typeface="Yu Gothic"/>
                <a:cs typeface="Yu Gothic"/>
              </a:defRPr>
            </a:lvl1pPr>
            <a:lvl2pPr algn="l">
              <a:defRPr sz="2250" b="0">
                <a:solidFill>
                  <a:srgbClr val="172C40"/>
                </a:solidFill>
                <a:latin typeface="Yu Gothic"/>
                <a:ea typeface="Yu Gothic"/>
                <a:cs typeface="Yu Gothic"/>
              </a:defRPr>
            </a:lvl2pPr>
            <a:lvl3pPr algn="l">
              <a:defRPr sz="2250" b="0">
                <a:solidFill>
                  <a:srgbClr val="172C40"/>
                </a:solidFill>
                <a:latin typeface="Yu Gothic"/>
                <a:ea typeface="Yu Gothic"/>
                <a:cs typeface="Yu Gothic"/>
              </a:defRPr>
            </a:lvl3pPr>
            <a:lvl4pPr algn="l">
              <a:defRPr sz="2250" b="0">
                <a:solidFill>
                  <a:srgbClr val="172C40"/>
                </a:solidFill>
                <a:latin typeface="Yu Gothic"/>
                <a:ea typeface="Yu Gothic"/>
                <a:cs typeface="Yu Gothic"/>
              </a:defRPr>
            </a:lvl4pPr>
            <a:lvl5pPr algn="l">
              <a:defRPr sz="2250" b="0">
                <a:solidFill>
                  <a:srgbClr val="172C40"/>
                </a:solidFill>
                <a:latin typeface="Yu Gothic"/>
                <a:ea typeface="Yu Gothic"/>
                <a:cs typeface="Yu Gothic"/>
              </a:defRPr>
            </a:lvl5pPr>
            <a:lvl6pPr algn="l">
              <a:defRPr sz="2250" b="0">
                <a:solidFill>
                  <a:srgbClr val="172C40"/>
                </a:solidFill>
                <a:latin typeface="Yu Gothic"/>
                <a:ea typeface="Yu Gothic"/>
                <a:cs typeface="Yu Gothic"/>
              </a:defRPr>
            </a:lvl6pPr>
            <a:lvl7pPr algn="l">
              <a:defRPr sz="2250" b="0">
                <a:solidFill>
                  <a:srgbClr val="172C40"/>
                </a:solidFill>
                <a:latin typeface="Yu Gothic"/>
                <a:ea typeface="Yu Gothic"/>
                <a:cs typeface="Yu Gothic"/>
              </a:defRPr>
            </a:lvl7pPr>
            <a:lvl8pPr algn="l">
              <a:defRPr sz="2250" b="0">
                <a:solidFill>
                  <a:srgbClr val="172C40"/>
                </a:solidFill>
                <a:latin typeface="Yu Gothic"/>
                <a:ea typeface="Yu Gothic"/>
                <a:cs typeface="Yu Gothic"/>
              </a:defRPr>
            </a:lvl8pPr>
            <a:lvl9pPr algn="l">
              <a:defRPr sz="2250" b="0">
                <a:solidFill>
                  <a:srgbClr val="172C40"/>
                </a:solidFill>
                <a:latin typeface="Yu Gothic"/>
                <a:ea typeface="Yu Gothic"/>
                <a:cs typeface="Yu Gothic"/>
              </a:defRPr>
            </a:lvl9pPr>
          </a:lstStyle>
          <a:p xmlns:a="http://schemas.openxmlformats.org/drawingml/2006/main">
            <a:pPr algn="l">
              <a:defRPr sz="2250" b="0">
                <a:solidFill>
                  <a:srgbClr val="172C40"/>
                </a:solidFill>
                <a:latin typeface="Yu Gothic"/>
                <a:ea typeface="Yu Gothic"/>
                <a:cs typeface="Yu Gothic"/>
              </a:defRPr>
            </a:pPr>
            <a:r>
              <a:rPr sz="2250" b="0">
                <a:solidFill>
                  <a:srgbClr val="172C40"/>
                </a:solidFill>
                <a:latin typeface="Yu Gothic"/>
                <a:ea typeface="Yu Gothic"/>
                <a:cs typeface="Yu Gothic"/>
              </a:rPr>
              <a:t>すべての Actor が位置と速度を必要とするため、Actor で初期化する。</a:t>
            </a:r>
          </a:p>
        </p:txBody>
      </p:sp>
      <p:sp>
        <p:nvSpPr>
          <p:cNvPr id="5" name="02">
            <a:extLst xmlns:a="http://schemas.openxmlformats.org/drawingml/2006/main">
              <a:ext uri="{FF2B5EF4-FFF2-40B4-BE49-F238E27FC236}">
                <a16:creationId xmlns:a16="http://schemas.microsoft.com/office/drawing/2014/main" id="{A97A1DD8-52DA-4EC8-B0D7-FF090654839E}"/>
              </a:ext>
            </a:extLst>
          </p:cNvPr>
          <p:cNvSpPr>
            <a:spLocks xmlns:a="http://schemas.openxmlformats.org/drawingml/2006/main" noGrp="1"/>
          </p:cNvSpPr>
          <p:nvPr/>
        </p:nvSpPr>
        <p:spPr>
          <a:xfrm xmlns:a="http://schemas.openxmlformats.org/drawingml/2006/main">
            <a:off x="590550" y="3105150"/>
            <a:ext cx="7048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087C62"/>
                </a:solidFill>
                <a:latin typeface="Yu Gothic"/>
                <a:ea typeface="Yu Gothic"/>
                <a:cs typeface="Yu Gothic"/>
              </a:defRPr>
            </a:defPPr>
            <a:lvl1pPr algn="l">
              <a:defRPr sz="2400" b="1">
                <a:solidFill>
                  <a:srgbClr val="087C62"/>
                </a:solidFill>
                <a:latin typeface="Yu Gothic"/>
                <a:ea typeface="Yu Gothic"/>
                <a:cs typeface="Yu Gothic"/>
              </a:defRPr>
            </a:lvl1pPr>
            <a:lvl2pPr algn="l">
              <a:defRPr sz="2400" b="1">
                <a:solidFill>
                  <a:srgbClr val="087C62"/>
                </a:solidFill>
                <a:latin typeface="Yu Gothic"/>
                <a:ea typeface="Yu Gothic"/>
                <a:cs typeface="Yu Gothic"/>
              </a:defRPr>
            </a:lvl2pPr>
            <a:lvl3pPr algn="l">
              <a:defRPr sz="2400" b="1">
                <a:solidFill>
                  <a:srgbClr val="087C62"/>
                </a:solidFill>
                <a:latin typeface="Yu Gothic"/>
                <a:ea typeface="Yu Gothic"/>
                <a:cs typeface="Yu Gothic"/>
              </a:defRPr>
            </a:lvl3pPr>
            <a:lvl4pPr algn="l">
              <a:defRPr sz="2400" b="1">
                <a:solidFill>
                  <a:srgbClr val="087C62"/>
                </a:solidFill>
                <a:latin typeface="Yu Gothic"/>
                <a:ea typeface="Yu Gothic"/>
                <a:cs typeface="Yu Gothic"/>
              </a:defRPr>
            </a:lvl4pPr>
            <a:lvl5pPr algn="l">
              <a:defRPr sz="2400" b="1">
                <a:solidFill>
                  <a:srgbClr val="087C62"/>
                </a:solidFill>
                <a:latin typeface="Yu Gothic"/>
                <a:ea typeface="Yu Gothic"/>
                <a:cs typeface="Yu Gothic"/>
              </a:defRPr>
            </a:lvl5pPr>
            <a:lvl6pPr algn="l">
              <a:defRPr sz="2400" b="1">
                <a:solidFill>
                  <a:srgbClr val="087C62"/>
                </a:solidFill>
                <a:latin typeface="Yu Gothic"/>
                <a:ea typeface="Yu Gothic"/>
                <a:cs typeface="Yu Gothic"/>
              </a:defRPr>
            </a:lvl6pPr>
            <a:lvl7pPr algn="l">
              <a:defRPr sz="2400" b="1">
                <a:solidFill>
                  <a:srgbClr val="087C62"/>
                </a:solidFill>
                <a:latin typeface="Yu Gothic"/>
                <a:ea typeface="Yu Gothic"/>
                <a:cs typeface="Yu Gothic"/>
              </a:defRPr>
            </a:lvl7pPr>
            <a:lvl8pPr algn="l">
              <a:defRPr sz="2400" b="1">
                <a:solidFill>
                  <a:srgbClr val="087C62"/>
                </a:solidFill>
                <a:latin typeface="Yu Gothic"/>
                <a:ea typeface="Yu Gothic"/>
                <a:cs typeface="Yu Gothic"/>
              </a:defRPr>
            </a:lvl8pPr>
            <a:lvl9pPr algn="l">
              <a:defRPr sz="2400" b="1">
                <a:solidFill>
                  <a:srgbClr val="087C62"/>
                </a:solidFill>
                <a:latin typeface="Yu Gothic"/>
                <a:ea typeface="Yu Gothic"/>
                <a:cs typeface="Yu Gothic"/>
              </a:defRPr>
            </a:lvl9pPr>
          </a:lstStyle>
          <a:p xmlns:a="http://schemas.openxmlformats.org/drawingml/2006/main">
            <a:pPr algn="l">
              <a:defRPr sz="2400" b="1">
                <a:solidFill>
                  <a:srgbClr val="087C62"/>
                </a:solidFill>
                <a:latin typeface="Yu Gothic"/>
                <a:ea typeface="Yu Gothic"/>
                <a:cs typeface="Yu Gothic"/>
              </a:defRPr>
            </a:pPr>
            <a:r>
              <a:rPr sz="2400" b="1">
                <a:solidFill>
                  <a:srgbClr val="087C62"/>
                </a:solidFill>
                <a:latin typeface="Yu Gothic"/>
                <a:ea typeface="Yu Gothic"/>
                <a:cs typeface="Yu Gothic"/>
              </a:rPr>
              <a:t>02</a:t>
            </a:r>
          </a:p>
        </p:txBody>
      </p:sp>
      <p:sp>
        <p:nvSpPr>
          <p:cNvPr id="6" name="owner は Bullet に必要なので Bullet に置く。">
            <a:extLst xmlns:a="http://schemas.openxmlformats.org/drawingml/2006/main">
              <a:ext uri="{FF2B5EF4-FFF2-40B4-BE49-F238E27FC236}">
                <a16:creationId xmlns:a16="http://schemas.microsoft.com/office/drawing/2014/main" id="{06027EF0-4302-4318-B2ED-A142BD205FBF}"/>
              </a:ext>
            </a:extLst>
          </p:cNvPr>
          <p:cNvSpPr>
            <a:spLocks xmlns:a="http://schemas.openxmlformats.org/drawingml/2006/main" noGrp="1"/>
          </p:cNvSpPr>
          <p:nvPr/>
        </p:nvSpPr>
        <p:spPr>
          <a:xfrm xmlns:a="http://schemas.openxmlformats.org/drawingml/2006/main">
            <a:off x="1571625" y="3105150"/>
            <a:ext cx="9858375"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0">
                <a:solidFill>
                  <a:srgbClr val="172C40"/>
                </a:solidFill>
                <a:latin typeface="Yu Gothic"/>
                <a:ea typeface="Yu Gothic"/>
                <a:cs typeface="Yu Gothic"/>
              </a:defRPr>
            </a:defPPr>
            <a:lvl1pPr algn="l">
              <a:defRPr sz="2250" b="0">
                <a:solidFill>
                  <a:srgbClr val="172C40"/>
                </a:solidFill>
                <a:latin typeface="Yu Gothic"/>
                <a:ea typeface="Yu Gothic"/>
                <a:cs typeface="Yu Gothic"/>
              </a:defRPr>
            </a:lvl1pPr>
            <a:lvl2pPr algn="l">
              <a:defRPr sz="2250" b="0">
                <a:solidFill>
                  <a:srgbClr val="172C40"/>
                </a:solidFill>
                <a:latin typeface="Yu Gothic"/>
                <a:ea typeface="Yu Gothic"/>
                <a:cs typeface="Yu Gothic"/>
              </a:defRPr>
            </a:lvl2pPr>
            <a:lvl3pPr algn="l">
              <a:defRPr sz="2250" b="0">
                <a:solidFill>
                  <a:srgbClr val="172C40"/>
                </a:solidFill>
                <a:latin typeface="Yu Gothic"/>
                <a:ea typeface="Yu Gothic"/>
                <a:cs typeface="Yu Gothic"/>
              </a:defRPr>
            </a:lvl3pPr>
            <a:lvl4pPr algn="l">
              <a:defRPr sz="2250" b="0">
                <a:solidFill>
                  <a:srgbClr val="172C40"/>
                </a:solidFill>
                <a:latin typeface="Yu Gothic"/>
                <a:ea typeface="Yu Gothic"/>
                <a:cs typeface="Yu Gothic"/>
              </a:defRPr>
            </a:lvl4pPr>
            <a:lvl5pPr algn="l">
              <a:defRPr sz="2250" b="0">
                <a:solidFill>
                  <a:srgbClr val="172C40"/>
                </a:solidFill>
                <a:latin typeface="Yu Gothic"/>
                <a:ea typeface="Yu Gothic"/>
                <a:cs typeface="Yu Gothic"/>
              </a:defRPr>
            </a:lvl5pPr>
            <a:lvl6pPr algn="l">
              <a:defRPr sz="2250" b="0">
                <a:solidFill>
                  <a:srgbClr val="172C40"/>
                </a:solidFill>
                <a:latin typeface="Yu Gothic"/>
                <a:ea typeface="Yu Gothic"/>
                <a:cs typeface="Yu Gothic"/>
              </a:defRPr>
            </a:lvl6pPr>
            <a:lvl7pPr algn="l">
              <a:defRPr sz="2250" b="0">
                <a:solidFill>
                  <a:srgbClr val="172C40"/>
                </a:solidFill>
                <a:latin typeface="Yu Gothic"/>
                <a:ea typeface="Yu Gothic"/>
                <a:cs typeface="Yu Gothic"/>
              </a:defRPr>
            </a:lvl7pPr>
            <a:lvl8pPr algn="l">
              <a:defRPr sz="2250" b="0">
                <a:solidFill>
                  <a:srgbClr val="172C40"/>
                </a:solidFill>
                <a:latin typeface="Yu Gothic"/>
                <a:ea typeface="Yu Gothic"/>
                <a:cs typeface="Yu Gothic"/>
              </a:defRPr>
            </a:lvl8pPr>
            <a:lvl9pPr algn="l">
              <a:defRPr sz="2250" b="0">
                <a:solidFill>
                  <a:srgbClr val="172C40"/>
                </a:solidFill>
                <a:latin typeface="Yu Gothic"/>
                <a:ea typeface="Yu Gothic"/>
                <a:cs typeface="Yu Gothic"/>
              </a:defRPr>
            </a:lvl9pPr>
          </a:lstStyle>
          <a:p xmlns:a="http://schemas.openxmlformats.org/drawingml/2006/main">
            <a:pPr algn="l">
              <a:defRPr sz="2250" b="0">
                <a:solidFill>
                  <a:srgbClr val="172C40"/>
                </a:solidFill>
                <a:latin typeface="Yu Gothic"/>
                <a:ea typeface="Yu Gothic"/>
                <a:cs typeface="Yu Gothic"/>
              </a:defRPr>
            </a:pPr>
            <a:r>
              <a:rPr sz="2250" b="0">
                <a:solidFill>
                  <a:srgbClr val="172C40"/>
                </a:solidFill>
                <a:latin typeface="Yu Gothic"/>
                <a:ea typeface="Yu Gothic"/>
                <a:cs typeface="Yu Gothic"/>
              </a:rPr>
              <a:t>owner は Bullet に必要なので Bullet に置く。</a:t>
            </a:r>
          </a:p>
        </p:txBody>
      </p:sp>
      <p:sp>
        <p:nvSpPr>
          <p:cNvPr id="7" name="03">
            <a:extLst xmlns:a="http://schemas.openxmlformats.org/drawingml/2006/main">
              <a:ext uri="{FF2B5EF4-FFF2-40B4-BE49-F238E27FC236}">
                <a16:creationId xmlns:a16="http://schemas.microsoft.com/office/drawing/2014/main" id="{FB133FE5-40C8-4E0B-B64E-DD279C8546BE}"/>
              </a:ext>
            </a:extLst>
          </p:cNvPr>
          <p:cNvSpPr>
            <a:spLocks xmlns:a="http://schemas.openxmlformats.org/drawingml/2006/main" noGrp="1"/>
          </p:cNvSpPr>
          <p:nvPr/>
        </p:nvSpPr>
        <p:spPr>
          <a:xfrm xmlns:a="http://schemas.openxmlformats.org/drawingml/2006/main">
            <a:off x="590550" y="4238625"/>
            <a:ext cx="7048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087C62"/>
                </a:solidFill>
                <a:latin typeface="Yu Gothic"/>
                <a:ea typeface="Yu Gothic"/>
                <a:cs typeface="Yu Gothic"/>
              </a:defRPr>
            </a:defPPr>
            <a:lvl1pPr algn="l">
              <a:defRPr sz="2400" b="1">
                <a:solidFill>
                  <a:srgbClr val="087C62"/>
                </a:solidFill>
                <a:latin typeface="Yu Gothic"/>
                <a:ea typeface="Yu Gothic"/>
                <a:cs typeface="Yu Gothic"/>
              </a:defRPr>
            </a:lvl1pPr>
            <a:lvl2pPr algn="l">
              <a:defRPr sz="2400" b="1">
                <a:solidFill>
                  <a:srgbClr val="087C62"/>
                </a:solidFill>
                <a:latin typeface="Yu Gothic"/>
                <a:ea typeface="Yu Gothic"/>
                <a:cs typeface="Yu Gothic"/>
              </a:defRPr>
            </a:lvl2pPr>
            <a:lvl3pPr algn="l">
              <a:defRPr sz="2400" b="1">
                <a:solidFill>
                  <a:srgbClr val="087C62"/>
                </a:solidFill>
                <a:latin typeface="Yu Gothic"/>
                <a:ea typeface="Yu Gothic"/>
                <a:cs typeface="Yu Gothic"/>
              </a:defRPr>
            </a:lvl3pPr>
            <a:lvl4pPr algn="l">
              <a:defRPr sz="2400" b="1">
                <a:solidFill>
                  <a:srgbClr val="087C62"/>
                </a:solidFill>
                <a:latin typeface="Yu Gothic"/>
                <a:ea typeface="Yu Gothic"/>
                <a:cs typeface="Yu Gothic"/>
              </a:defRPr>
            </a:lvl4pPr>
            <a:lvl5pPr algn="l">
              <a:defRPr sz="2400" b="1">
                <a:solidFill>
                  <a:srgbClr val="087C62"/>
                </a:solidFill>
                <a:latin typeface="Yu Gothic"/>
                <a:ea typeface="Yu Gothic"/>
                <a:cs typeface="Yu Gothic"/>
              </a:defRPr>
            </a:lvl5pPr>
            <a:lvl6pPr algn="l">
              <a:defRPr sz="2400" b="1">
                <a:solidFill>
                  <a:srgbClr val="087C62"/>
                </a:solidFill>
                <a:latin typeface="Yu Gothic"/>
                <a:ea typeface="Yu Gothic"/>
                <a:cs typeface="Yu Gothic"/>
              </a:defRPr>
            </a:lvl6pPr>
            <a:lvl7pPr algn="l">
              <a:defRPr sz="2400" b="1">
                <a:solidFill>
                  <a:srgbClr val="087C62"/>
                </a:solidFill>
                <a:latin typeface="Yu Gothic"/>
                <a:ea typeface="Yu Gothic"/>
                <a:cs typeface="Yu Gothic"/>
              </a:defRPr>
            </a:lvl7pPr>
            <a:lvl8pPr algn="l">
              <a:defRPr sz="2400" b="1">
                <a:solidFill>
                  <a:srgbClr val="087C62"/>
                </a:solidFill>
                <a:latin typeface="Yu Gothic"/>
                <a:ea typeface="Yu Gothic"/>
                <a:cs typeface="Yu Gothic"/>
              </a:defRPr>
            </a:lvl8pPr>
            <a:lvl9pPr algn="l">
              <a:defRPr sz="2400" b="1">
                <a:solidFill>
                  <a:srgbClr val="087C62"/>
                </a:solidFill>
                <a:latin typeface="Yu Gothic"/>
                <a:ea typeface="Yu Gothic"/>
                <a:cs typeface="Yu Gothic"/>
              </a:defRPr>
            </a:lvl9pPr>
          </a:lstStyle>
          <a:p xmlns:a="http://schemas.openxmlformats.org/drawingml/2006/main">
            <a:pPr algn="l">
              <a:defRPr sz="2400" b="1">
                <a:solidFill>
                  <a:srgbClr val="087C62"/>
                </a:solidFill>
                <a:latin typeface="Yu Gothic"/>
                <a:ea typeface="Yu Gothic"/>
                <a:cs typeface="Yu Gothic"/>
              </a:defRPr>
            </a:pPr>
            <a:r>
              <a:rPr sz="2400" b="1">
                <a:solidFill>
                  <a:srgbClr val="087C62"/>
                </a:solidFill>
                <a:latin typeface="Yu Gothic"/>
                <a:ea typeface="Yu Gothic"/>
                <a:cs typeface="Yu Gothic"/>
              </a:rPr>
              <a:t>03</a:t>
            </a:r>
          </a:p>
        </p:txBody>
      </p:sp>
      <p:sp>
        <p:nvSpPr>
          <p:cNvPr id="8" name="可変リストを各インスタンスで独立させるなら __init__ 内で作る。">
            <a:extLst xmlns:a="http://schemas.openxmlformats.org/drawingml/2006/main">
              <a:ext uri="{FF2B5EF4-FFF2-40B4-BE49-F238E27FC236}">
                <a16:creationId xmlns:a16="http://schemas.microsoft.com/office/drawing/2014/main" id="{38663B8D-C2A5-4733-896B-CA11328749BA}"/>
              </a:ext>
            </a:extLst>
          </p:cNvPr>
          <p:cNvSpPr>
            <a:spLocks xmlns:a="http://schemas.openxmlformats.org/drawingml/2006/main" noGrp="1"/>
          </p:cNvSpPr>
          <p:nvPr/>
        </p:nvSpPr>
        <p:spPr>
          <a:xfrm xmlns:a="http://schemas.openxmlformats.org/drawingml/2006/main">
            <a:off x="1571625" y="4238625"/>
            <a:ext cx="9858375"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0">
                <a:solidFill>
                  <a:srgbClr val="172C40"/>
                </a:solidFill>
                <a:latin typeface="Yu Gothic"/>
                <a:ea typeface="Yu Gothic"/>
                <a:cs typeface="Yu Gothic"/>
              </a:defRPr>
            </a:defPPr>
            <a:lvl1pPr algn="l">
              <a:defRPr sz="2250" b="0">
                <a:solidFill>
                  <a:srgbClr val="172C40"/>
                </a:solidFill>
                <a:latin typeface="Yu Gothic"/>
                <a:ea typeface="Yu Gothic"/>
                <a:cs typeface="Yu Gothic"/>
              </a:defRPr>
            </a:lvl1pPr>
            <a:lvl2pPr algn="l">
              <a:defRPr sz="2250" b="0">
                <a:solidFill>
                  <a:srgbClr val="172C40"/>
                </a:solidFill>
                <a:latin typeface="Yu Gothic"/>
                <a:ea typeface="Yu Gothic"/>
                <a:cs typeface="Yu Gothic"/>
              </a:defRPr>
            </a:lvl2pPr>
            <a:lvl3pPr algn="l">
              <a:defRPr sz="2250" b="0">
                <a:solidFill>
                  <a:srgbClr val="172C40"/>
                </a:solidFill>
                <a:latin typeface="Yu Gothic"/>
                <a:ea typeface="Yu Gothic"/>
                <a:cs typeface="Yu Gothic"/>
              </a:defRPr>
            </a:lvl3pPr>
            <a:lvl4pPr algn="l">
              <a:defRPr sz="2250" b="0">
                <a:solidFill>
                  <a:srgbClr val="172C40"/>
                </a:solidFill>
                <a:latin typeface="Yu Gothic"/>
                <a:ea typeface="Yu Gothic"/>
                <a:cs typeface="Yu Gothic"/>
              </a:defRPr>
            </a:lvl4pPr>
            <a:lvl5pPr algn="l">
              <a:defRPr sz="2250" b="0">
                <a:solidFill>
                  <a:srgbClr val="172C40"/>
                </a:solidFill>
                <a:latin typeface="Yu Gothic"/>
                <a:ea typeface="Yu Gothic"/>
                <a:cs typeface="Yu Gothic"/>
              </a:defRPr>
            </a:lvl5pPr>
            <a:lvl6pPr algn="l">
              <a:defRPr sz="2250" b="0">
                <a:solidFill>
                  <a:srgbClr val="172C40"/>
                </a:solidFill>
                <a:latin typeface="Yu Gothic"/>
                <a:ea typeface="Yu Gothic"/>
                <a:cs typeface="Yu Gothic"/>
              </a:defRPr>
            </a:lvl6pPr>
            <a:lvl7pPr algn="l">
              <a:defRPr sz="2250" b="0">
                <a:solidFill>
                  <a:srgbClr val="172C40"/>
                </a:solidFill>
                <a:latin typeface="Yu Gothic"/>
                <a:ea typeface="Yu Gothic"/>
                <a:cs typeface="Yu Gothic"/>
              </a:defRPr>
            </a:lvl7pPr>
            <a:lvl8pPr algn="l">
              <a:defRPr sz="2250" b="0">
                <a:solidFill>
                  <a:srgbClr val="172C40"/>
                </a:solidFill>
                <a:latin typeface="Yu Gothic"/>
                <a:ea typeface="Yu Gothic"/>
                <a:cs typeface="Yu Gothic"/>
              </a:defRPr>
            </a:lvl8pPr>
            <a:lvl9pPr algn="l">
              <a:defRPr sz="2250" b="0">
                <a:solidFill>
                  <a:srgbClr val="172C40"/>
                </a:solidFill>
                <a:latin typeface="Yu Gothic"/>
                <a:ea typeface="Yu Gothic"/>
                <a:cs typeface="Yu Gothic"/>
              </a:defRPr>
            </a:lvl9pPr>
          </a:lstStyle>
          <a:p xmlns:a="http://schemas.openxmlformats.org/drawingml/2006/main">
            <a:pPr algn="l">
              <a:defRPr sz="2250" b="0">
                <a:solidFill>
                  <a:srgbClr val="172C40"/>
                </a:solidFill>
                <a:latin typeface="Yu Gothic"/>
                <a:ea typeface="Yu Gothic"/>
                <a:cs typeface="Yu Gothic"/>
              </a:defRPr>
            </a:pPr>
            <a:r>
              <a:rPr sz="2250" b="0">
                <a:solidFill>
                  <a:srgbClr val="172C40"/>
                </a:solidFill>
                <a:latin typeface="Yu Gothic"/>
                <a:ea typeface="Yu Gothic"/>
                <a:cs typeface="Yu Gothic"/>
              </a:rPr>
              <a:t>可変リストを各インスタンスで独立させるなら __init__ 内で作る。</a:t>
            </a:r>
          </a:p>
        </p:txBody>
      </p:sp>
      <p:sp>
        <p:nvSpPr>
          <p:cNvPr id="9" name="12">
            <a:extLst xmlns:a="http://schemas.openxmlformats.org/drawingml/2006/main">
              <a:ext uri="{FF2B5EF4-FFF2-40B4-BE49-F238E27FC236}">
                <a16:creationId xmlns:a16="http://schemas.microsoft.com/office/drawing/2014/main" id="{1EF6EE9C-FAFE-47A8-B062-FD60E80BE8AC}"/>
              </a:ext>
            </a:extLst>
          </p:cNvPr>
          <p:cNvSpPr>
            <a:spLocks xmlns:a="http://schemas.openxmlformats.org/drawingml/2006/main" noGrp="1"/>
          </p:cNvSpPr>
          <p:nvPr/>
        </p:nvSpPr>
        <p:spPr>
          <a:xfrm xmlns:a="http://schemas.openxmlformats.org/drawingml/2006/main">
            <a:off x="11163300" y="6543675"/>
            <a:ext cx="4572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526879"/>
                </a:solidFill>
                <a:latin typeface="Yu Gothic"/>
                <a:ea typeface="Yu Gothic"/>
                <a:cs typeface="Yu Gothic"/>
              </a:defRPr>
            </a:defPPr>
            <a:lvl1pPr algn="l">
              <a:defRPr sz="1200" b="0">
                <a:solidFill>
                  <a:srgbClr val="526879"/>
                </a:solidFill>
                <a:latin typeface="Yu Gothic"/>
                <a:ea typeface="Yu Gothic"/>
                <a:cs typeface="Yu Gothic"/>
              </a:defRPr>
            </a:lvl1pPr>
            <a:lvl2pPr algn="l">
              <a:defRPr sz="1200" b="0">
                <a:solidFill>
                  <a:srgbClr val="526879"/>
                </a:solidFill>
                <a:latin typeface="Yu Gothic"/>
                <a:ea typeface="Yu Gothic"/>
                <a:cs typeface="Yu Gothic"/>
              </a:defRPr>
            </a:lvl2pPr>
            <a:lvl3pPr algn="l">
              <a:defRPr sz="1200" b="0">
                <a:solidFill>
                  <a:srgbClr val="526879"/>
                </a:solidFill>
                <a:latin typeface="Yu Gothic"/>
                <a:ea typeface="Yu Gothic"/>
                <a:cs typeface="Yu Gothic"/>
              </a:defRPr>
            </a:lvl3pPr>
            <a:lvl4pPr algn="l">
              <a:defRPr sz="1200" b="0">
                <a:solidFill>
                  <a:srgbClr val="526879"/>
                </a:solidFill>
                <a:latin typeface="Yu Gothic"/>
                <a:ea typeface="Yu Gothic"/>
                <a:cs typeface="Yu Gothic"/>
              </a:defRPr>
            </a:lvl4pPr>
            <a:lvl5pPr algn="l">
              <a:defRPr sz="1200" b="0">
                <a:solidFill>
                  <a:srgbClr val="526879"/>
                </a:solidFill>
                <a:latin typeface="Yu Gothic"/>
                <a:ea typeface="Yu Gothic"/>
                <a:cs typeface="Yu Gothic"/>
              </a:defRPr>
            </a:lvl5pPr>
            <a:lvl6pPr algn="l">
              <a:defRPr sz="1200" b="0">
                <a:solidFill>
                  <a:srgbClr val="526879"/>
                </a:solidFill>
                <a:latin typeface="Yu Gothic"/>
                <a:ea typeface="Yu Gothic"/>
                <a:cs typeface="Yu Gothic"/>
              </a:defRPr>
            </a:lvl6pPr>
            <a:lvl7pPr algn="l">
              <a:defRPr sz="1200" b="0">
                <a:solidFill>
                  <a:srgbClr val="526879"/>
                </a:solidFill>
                <a:latin typeface="Yu Gothic"/>
                <a:ea typeface="Yu Gothic"/>
                <a:cs typeface="Yu Gothic"/>
              </a:defRPr>
            </a:lvl7pPr>
            <a:lvl8pPr algn="l">
              <a:defRPr sz="1200" b="0">
                <a:solidFill>
                  <a:srgbClr val="526879"/>
                </a:solidFill>
                <a:latin typeface="Yu Gothic"/>
                <a:ea typeface="Yu Gothic"/>
                <a:cs typeface="Yu Gothic"/>
              </a:defRPr>
            </a:lvl8pPr>
            <a:lvl9pPr algn="l">
              <a:defRPr sz="1200" b="0">
                <a:solidFill>
                  <a:srgbClr val="526879"/>
                </a:solidFill>
                <a:latin typeface="Yu Gothic"/>
                <a:ea typeface="Yu Gothic"/>
                <a:cs typeface="Yu Gothic"/>
              </a:defRPr>
            </a:lvl9pPr>
          </a:lstStyle>
          <a:p xmlns:a="http://schemas.openxmlformats.org/drawingml/2006/main">
            <a:pPr algn="l">
              <a:defRPr sz="1200" b="0">
                <a:solidFill>
                  <a:srgbClr val="526879"/>
                </a:solidFill>
                <a:latin typeface="Yu Gothic"/>
                <a:ea typeface="Yu Gothic"/>
                <a:cs typeface="Yu Gothic"/>
              </a:defRPr>
            </a:pPr>
            <a:r>
              <a:rPr sz="1200" b="0">
                <a:solidFill>
                  <a:srgbClr val="526879"/>
                </a:solidFill>
                <a:latin typeface="Yu Gothic"/>
                <a:ea typeface="Yu Gothic"/>
                <a:cs typeface="Yu Gothic"/>
              </a:rPr>
              <a:t>12</a:t>
            </a:r>
          </a:p>
        </p:txBody>
      </p:sp>
    </p:spTree>
    <p:extLst>
      <p:ext uri="{BB962C8B-B14F-4D97-AF65-F5344CB8AC3E}">
        <p14:creationId xmlns:p14="http://schemas.microsoft.com/office/powerpoint/2010/main" val="1591808976"/>
      </p:ext>
    </p:extLst>
  </p:cSld>
</p:sld>
</file>

<file path=ppt/slides/slide13.xml><?xml version="1.0" encoding="utf-8"?>
<p:sld xmlns:p="http://schemas.openxmlformats.org/presentationml/2006/main">
  <p:cSld>
    <p:bg>
      <p:bgPr>
        <a:solidFill xmlns:a="http://schemas.openxmlformats.org/drawingml/2006/main">
          <a:srgbClr val="0B1422"/>
        </a:solidFill>
      </p:bgPr>
    </p:bg>
    <p:spTree>
      <p:nvGrpSpPr>
        <p:cNvPr id="1" name=""/>
        <p:cNvGrpSpPr/>
        <p:nvPr/>
      </p:nvGrpSpPr>
      <p:grpSpPr>
        <a:xfrm xmlns:a="http://schemas.openxmlformats.org/drawingml/2006/main"/>
      </p:grpSpPr>
      <p:sp>
        <p:nvSpPr>
          <p:cNvPr id="12" name="オーバーライドによる動作の拡張">
            <a:extLst xmlns:a="http://schemas.openxmlformats.org/drawingml/2006/main">
              <a:ext uri="{FF2B5EF4-FFF2-40B4-BE49-F238E27FC236}">
                <a16:creationId xmlns:a16="http://schemas.microsoft.com/office/drawing/2014/main" id="{A589A73A-CC00-4672-8402-C5E845572092}"/>
              </a:ext>
            </a:extLst>
          </p:cNvPr>
          <p:cNvSpPr>
            <a:spLocks xmlns:a="http://schemas.openxmlformats.org/drawingml/2006/main" noGrp="1"/>
          </p:cNvSpPr>
          <p:nvPr/>
        </p:nvSpPr>
        <p:spPr>
          <a:xfrm xmlns:a="http://schemas.openxmlformats.org/drawingml/2006/main">
            <a:off x="561975" y="400050"/>
            <a:ext cx="110490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EDF4FB"/>
                </a:solidFill>
                <a:latin typeface="Yu Gothic"/>
                <a:ea typeface="Yu Gothic"/>
                <a:cs typeface="Yu Gothic"/>
              </a:defRPr>
            </a:defPPr>
            <a:lvl1pPr algn="l">
              <a:defRPr sz="3300" b="1">
                <a:solidFill>
                  <a:srgbClr val="EDF4FB"/>
                </a:solidFill>
                <a:latin typeface="Yu Gothic"/>
                <a:ea typeface="Yu Gothic"/>
                <a:cs typeface="Yu Gothic"/>
              </a:defRPr>
            </a:lvl1pPr>
            <a:lvl2pPr algn="l">
              <a:defRPr sz="3300" b="1">
                <a:solidFill>
                  <a:srgbClr val="EDF4FB"/>
                </a:solidFill>
                <a:latin typeface="Yu Gothic"/>
                <a:ea typeface="Yu Gothic"/>
                <a:cs typeface="Yu Gothic"/>
              </a:defRPr>
            </a:lvl2pPr>
            <a:lvl3pPr algn="l">
              <a:defRPr sz="3300" b="1">
                <a:solidFill>
                  <a:srgbClr val="EDF4FB"/>
                </a:solidFill>
                <a:latin typeface="Yu Gothic"/>
                <a:ea typeface="Yu Gothic"/>
                <a:cs typeface="Yu Gothic"/>
              </a:defRPr>
            </a:lvl3pPr>
            <a:lvl4pPr algn="l">
              <a:defRPr sz="3300" b="1">
                <a:solidFill>
                  <a:srgbClr val="EDF4FB"/>
                </a:solidFill>
                <a:latin typeface="Yu Gothic"/>
                <a:ea typeface="Yu Gothic"/>
                <a:cs typeface="Yu Gothic"/>
              </a:defRPr>
            </a:lvl4pPr>
            <a:lvl5pPr algn="l">
              <a:defRPr sz="3300" b="1">
                <a:solidFill>
                  <a:srgbClr val="EDF4FB"/>
                </a:solidFill>
                <a:latin typeface="Yu Gothic"/>
                <a:ea typeface="Yu Gothic"/>
                <a:cs typeface="Yu Gothic"/>
              </a:defRPr>
            </a:lvl5pPr>
            <a:lvl6pPr algn="l">
              <a:defRPr sz="3300" b="1">
                <a:solidFill>
                  <a:srgbClr val="EDF4FB"/>
                </a:solidFill>
                <a:latin typeface="Yu Gothic"/>
                <a:ea typeface="Yu Gothic"/>
                <a:cs typeface="Yu Gothic"/>
              </a:defRPr>
            </a:lvl6pPr>
            <a:lvl7pPr algn="l">
              <a:defRPr sz="3300" b="1">
                <a:solidFill>
                  <a:srgbClr val="EDF4FB"/>
                </a:solidFill>
                <a:latin typeface="Yu Gothic"/>
                <a:ea typeface="Yu Gothic"/>
                <a:cs typeface="Yu Gothic"/>
              </a:defRPr>
            </a:lvl7pPr>
            <a:lvl8pPr algn="l">
              <a:defRPr sz="3300" b="1">
                <a:solidFill>
                  <a:srgbClr val="EDF4FB"/>
                </a:solidFill>
                <a:latin typeface="Yu Gothic"/>
                <a:ea typeface="Yu Gothic"/>
                <a:cs typeface="Yu Gothic"/>
              </a:defRPr>
            </a:lvl8pPr>
            <a:lvl9pPr algn="l">
              <a:defRPr sz="3300" b="1">
                <a:solidFill>
                  <a:srgbClr val="EDF4FB"/>
                </a:solidFill>
                <a:latin typeface="Yu Gothic"/>
                <a:ea typeface="Yu Gothic"/>
                <a:cs typeface="Yu Gothic"/>
              </a:defRPr>
            </a:lvl9pPr>
          </a:lstStyle>
          <a:p xmlns:a="http://schemas.openxmlformats.org/drawingml/2006/main">
            <a:pPr algn="l">
              <a:defRPr sz="3300" b="1">
                <a:solidFill>
                  <a:srgbClr val="EDF4FB"/>
                </a:solidFill>
                <a:latin typeface="Yu Gothic"/>
                <a:ea typeface="Yu Gothic"/>
                <a:cs typeface="Yu Gothic"/>
              </a:defRPr>
            </a:pPr>
            <a:r>
              <a:rPr sz="3300" b="1">
                <a:solidFill>
                  <a:srgbClr val="EDF4FB"/>
                </a:solidFill>
                <a:latin typeface="Yu Gothic"/>
                <a:ea typeface="Yu Gothic"/>
                <a:cs typeface="Yu Gothic"/>
              </a:rPr>
              <a:t>オーバーライドによる動作の拡張</a:t>
            </a:r>
          </a:p>
        </p:txBody>
      </p:sp>
      <p:sp>
        <p:nvSpPr>
          <p:cNvPr id="2" name="元の Bullet.update の抜粋">
            <a:extLst xmlns:a="http://schemas.openxmlformats.org/drawingml/2006/main">
              <a:ext uri="{FF2B5EF4-FFF2-40B4-BE49-F238E27FC236}">
                <a16:creationId xmlns:a16="http://schemas.microsoft.com/office/drawing/2014/main" id="{3C9F053A-1F84-4EB9-AE28-9B9A3E047CA2}"/>
              </a:ext>
            </a:extLst>
          </p:cNvPr>
          <p:cNvSpPr>
            <a:spLocks xmlns:a="http://schemas.openxmlformats.org/drawingml/2006/main" noGrp="1"/>
          </p:cNvSpPr>
          <p:nvPr/>
        </p:nvSpPr>
        <p:spPr>
          <a:xfrm xmlns:a="http://schemas.openxmlformats.org/drawingml/2006/main">
            <a:off x="581025" y="1123950"/>
            <a:ext cx="1100137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68EDBE"/>
                </a:solidFill>
                <a:latin typeface="Yu Gothic"/>
                <a:ea typeface="Yu Gothic"/>
                <a:cs typeface="Yu Gothic"/>
              </a:defRPr>
            </a:defPPr>
            <a:lvl1pPr algn="l">
              <a:defRPr sz="1800" b="0">
                <a:solidFill>
                  <a:srgbClr val="68EDBE"/>
                </a:solidFill>
                <a:latin typeface="Yu Gothic"/>
                <a:ea typeface="Yu Gothic"/>
                <a:cs typeface="Yu Gothic"/>
              </a:defRPr>
            </a:lvl1pPr>
            <a:lvl2pPr algn="l">
              <a:defRPr sz="1800" b="0">
                <a:solidFill>
                  <a:srgbClr val="68EDBE"/>
                </a:solidFill>
                <a:latin typeface="Yu Gothic"/>
                <a:ea typeface="Yu Gothic"/>
                <a:cs typeface="Yu Gothic"/>
              </a:defRPr>
            </a:lvl2pPr>
            <a:lvl3pPr algn="l">
              <a:defRPr sz="1800" b="0">
                <a:solidFill>
                  <a:srgbClr val="68EDBE"/>
                </a:solidFill>
                <a:latin typeface="Yu Gothic"/>
                <a:ea typeface="Yu Gothic"/>
                <a:cs typeface="Yu Gothic"/>
              </a:defRPr>
            </a:lvl3pPr>
            <a:lvl4pPr algn="l">
              <a:defRPr sz="1800" b="0">
                <a:solidFill>
                  <a:srgbClr val="68EDBE"/>
                </a:solidFill>
                <a:latin typeface="Yu Gothic"/>
                <a:ea typeface="Yu Gothic"/>
                <a:cs typeface="Yu Gothic"/>
              </a:defRPr>
            </a:lvl4pPr>
            <a:lvl5pPr algn="l">
              <a:defRPr sz="1800" b="0">
                <a:solidFill>
                  <a:srgbClr val="68EDBE"/>
                </a:solidFill>
                <a:latin typeface="Yu Gothic"/>
                <a:ea typeface="Yu Gothic"/>
                <a:cs typeface="Yu Gothic"/>
              </a:defRPr>
            </a:lvl5pPr>
            <a:lvl6pPr algn="l">
              <a:defRPr sz="1800" b="0">
                <a:solidFill>
                  <a:srgbClr val="68EDBE"/>
                </a:solidFill>
                <a:latin typeface="Yu Gothic"/>
                <a:ea typeface="Yu Gothic"/>
                <a:cs typeface="Yu Gothic"/>
              </a:defRPr>
            </a:lvl6pPr>
            <a:lvl7pPr algn="l">
              <a:defRPr sz="1800" b="0">
                <a:solidFill>
                  <a:srgbClr val="68EDBE"/>
                </a:solidFill>
                <a:latin typeface="Yu Gothic"/>
                <a:ea typeface="Yu Gothic"/>
                <a:cs typeface="Yu Gothic"/>
              </a:defRPr>
            </a:lvl7pPr>
            <a:lvl8pPr algn="l">
              <a:defRPr sz="1800" b="0">
                <a:solidFill>
                  <a:srgbClr val="68EDBE"/>
                </a:solidFill>
                <a:latin typeface="Yu Gothic"/>
                <a:ea typeface="Yu Gothic"/>
                <a:cs typeface="Yu Gothic"/>
              </a:defRPr>
            </a:lvl8pPr>
            <a:lvl9pPr algn="l">
              <a:defRPr sz="1800" b="0">
                <a:solidFill>
                  <a:srgbClr val="68EDBE"/>
                </a:solidFill>
                <a:latin typeface="Yu Gothic"/>
                <a:ea typeface="Yu Gothic"/>
                <a:cs typeface="Yu Gothic"/>
              </a:defRPr>
            </a:lvl9pPr>
          </a:lstStyle>
          <a:p xmlns:a="http://schemas.openxmlformats.org/drawingml/2006/main">
            <a:pPr algn="l">
              <a:defRPr sz="1800" b="0">
                <a:solidFill>
                  <a:srgbClr val="68EDBE"/>
                </a:solidFill>
                <a:latin typeface="Yu Gothic"/>
                <a:ea typeface="Yu Gothic"/>
                <a:cs typeface="Yu Gothic"/>
              </a:defRPr>
            </a:pPr>
            <a:r>
              <a:rPr sz="1800" b="0">
                <a:solidFill>
                  <a:srgbClr val="68EDBE"/>
                </a:solidFill>
                <a:latin typeface="Yu Gothic"/>
                <a:ea typeface="Yu Gothic"/>
                <a:cs typeface="Yu Gothic"/>
              </a:rPr>
              <a:t>元の Bullet.update の抜粋</a:t>
            </a:r>
          </a:p>
        </p:txBody>
      </p:sp>
      <p:sp>
        <p:nvSpPr>
          <p:cNvPr id="3" name="class Bullet(Actor):">
            <a:extLst xmlns:a="http://schemas.openxmlformats.org/drawingml/2006/main">
              <a:ext uri="{FF2B5EF4-FFF2-40B4-BE49-F238E27FC236}">
                <a16:creationId xmlns:a16="http://schemas.microsoft.com/office/drawing/2014/main" id="{C6069D84-87D1-4E1E-ABDB-D3FD2D8DE755}"/>
              </a:ext>
            </a:extLst>
          </p:cNvPr>
          <p:cNvSpPr>
            <a:spLocks xmlns:a="http://schemas.openxmlformats.org/drawingml/2006/main" noGrp="1"/>
          </p:cNvSpPr>
          <p:nvPr/>
        </p:nvSpPr>
        <p:spPr>
          <a:xfrm xmlns:a="http://schemas.openxmlformats.org/drawingml/2006/main">
            <a:off x="590550" y="1838325"/>
            <a:ext cx="10953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EDF4FB"/>
                </a:solidFill>
                <a:latin typeface="Consolas"/>
                <a:ea typeface="Consolas"/>
                <a:cs typeface="Consolas"/>
              </a:defRPr>
            </a:defPPr>
            <a:lvl1pPr algn="l">
              <a:defRPr sz="1950" b="0">
                <a:solidFill>
                  <a:srgbClr val="EDF4FB"/>
                </a:solidFill>
                <a:latin typeface="Consolas"/>
                <a:ea typeface="Consolas"/>
                <a:cs typeface="Consolas"/>
              </a:defRPr>
            </a:lvl1pPr>
            <a:lvl2pPr algn="l">
              <a:defRPr sz="1950" b="0">
                <a:solidFill>
                  <a:srgbClr val="EDF4FB"/>
                </a:solidFill>
                <a:latin typeface="Consolas"/>
                <a:ea typeface="Consolas"/>
                <a:cs typeface="Consolas"/>
              </a:defRPr>
            </a:lvl2pPr>
            <a:lvl3pPr algn="l">
              <a:defRPr sz="1950" b="0">
                <a:solidFill>
                  <a:srgbClr val="EDF4FB"/>
                </a:solidFill>
                <a:latin typeface="Consolas"/>
                <a:ea typeface="Consolas"/>
                <a:cs typeface="Consolas"/>
              </a:defRPr>
            </a:lvl3pPr>
            <a:lvl4pPr algn="l">
              <a:defRPr sz="1950" b="0">
                <a:solidFill>
                  <a:srgbClr val="EDF4FB"/>
                </a:solidFill>
                <a:latin typeface="Consolas"/>
                <a:ea typeface="Consolas"/>
                <a:cs typeface="Consolas"/>
              </a:defRPr>
            </a:lvl4pPr>
            <a:lvl5pPr algn="l">
              <a:defRPr sz="1950" b="0">
                <a:solidFill>
                  <a:srgbClr val="EDF4FB"/>
                </a:solidFill>
                <a:latin typeface="Consolas"/>
                <a:ea typeface="Consolas"/>
                <a:cs typeface="Consolas"/>
              </a:defRPr>
            </a:lvl5pPr>
            <a:lvl6pPr algn="l">
              <a:defRPr sz="1950" b="0">
                <a:solidFill>
                  <a:srgbClr val="EDF4FB"/>
                </a:solidFill>
                <a:latin typeface="Consolas"/>
                <a:ea typeface="Consolas"/>
                <a:cs typeface="Consolas"/>
              </a:defRPr>
            </a:lvl6pPr>
            <a:lvl7pPr algn="l">
              <a:defRPr sz="1950" b="0">
                <a:solidFill>
                  <a:srgbClr val="EDF4FB"/>
                </a:solidFill>
                <a:latin typeface="Consolas"/>
                <a:ea typeface="Consolas"/>
                <a:cs typeface="Consolas"/>
              </a:defRPr>
            </a:lvl7pPr>
            <a:lvl8pPr algn="l">
              <a:defRPr sz="1950" b="0">
                <a:solidFill>
                  <a:srgbClr val="EDF4FB"/>
                </a:solidFill>
                <a:latin typeface="Consolas"/>
                <a:ea typeface="Consolas"/>
                <a:cs typeface="Consolas"/>
              </a:defRPr>
            </a:lvl8pPr>
            <a:lvl9pPr algn="l">
              <a:defRPr sz="1950" b="0">
                <a:solidFill>
                  <a:srgbClr val="EDF4FB"/>
                </a:solidFill>
                <a:latin typeface="Consolas"/>
                <a:ea typeface="Consolas"/>
                <a:cs typeface="Consolas"/>
              </a:defRPr>
            </a:lvl9pPr>
          </a:lstStyle>
          <a:p xmlns:a="http://schemas.openxmlformats.org/drawingml/2006/main">
            <a:pPr algn="l">
              <a:defRPr sz="1950" b="0">
                <a:solidFill>
                  <a:srgbClr val="EDF4FB"/>
                </a:solidFill>
                <a:latin typeface="Consolas"/>
                <a:ea typeface="Consolas"/>
                <a:cs typeface="Consolas"/>
              </a:defRPr>
            </a:pPr>
            <a:r>
              <a:rPr sz="1950" b="0">
                <a:solidFill>
                  <a:srgbClr val="EDF4FB"/>
                </a:solidFill>
                <a:latin typeface="Consolas"/>
                <a:ea typeface="Consolas"/>
                <a:cs typeface="Consolas"/>
              </a:rPr>
              <a:t>class Bullet(Actor):</a:t>
            </a:r>
          </a:p>
        </p:txBody>
      </p:sp>
      <p:sp>
        <p:nvSpPr>
          <p:cNvPr id="4" name="    def update(self, dt):">
            <a:extLst xmlns:a="http://schemas.openxmlformats.org/drawingml/2006/main">
              <a:ext uri="{FF2B5EF4-FFF2-40B4-BE49-F238E27FC236}">
                <a16:creationId xmlns:a16="http://schemas.microsoft.com/office/drawing/2014/main" id="{BD25BCDE-79CA-4D49-B551-6EF1025D7EF5}"/>
              </a:ext>
            </a:extLst>
          </p:cNvPr>
          <p:cNvSpPr>
            <a:spLocks xmlns:a="http://schemas.openxmlformats.org/drawingml/2006/main" noGrp="1"/>
          </p:cNvSpPr>
          <p:nvPr/>
        </p:nvSpPr>
        <p:spPr>
          <a:xfrm xmlns:a="http://schemas.openxmlformats.org/drawingml/2006/main">
            <a:off x="590550" y="2143125"/>
            <a:ext cx="10953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EDF4FB"/>
                </a:solidFill>
                <a:latin typeface="Consolas"/>
                <a:ea typeface="Consolas"/>
                <a:cs typeface="Consolas"/>
              </a:defRPr>
            </a:defPPr>
            <a:lvl1pPr algn="l">
              <a:defRPr sz="1950" b="0">
                <a:solidFill>
                  <a:srgbClr val="EDF4FB"/>
                </a:solidFill>
                <a:latin typeface="Consolas"/>
                <a:ea typeface="Consolas"/>
                <a:cs typeface="Consolas"/>
              </a:defRPr>
            </a:lvl1pPr>
            <a:lvl2pPr algn="l">
              <a:defRPr sz="1950" b="0">
                <a:solidFill>
                  <a:srgbClr val="EDF4FB"/>
                </a:solidFill>
                <a:latin typeface="Consolas"/>
                <a:ea typeface="Consolas"/>
                <a:cs typeface="Consolas"/>
              </a:defRPr>
            </a:lvl2pPr>
            <a:lvl3pPr algn="l">
              <a:defRPr sz="1950" b="0">
                <a:solidFill>
                  <a:srgbClr val="EDF4FB"/>
                </a:solidFill>
                <a:latin typeface="Consolas"/>
                <a:ea typeface="Consolas"/>
                <a:cs typeface="Consolas"/>
              </a:defRPr>
            </a:lvl3pPr>
            <a:lvl4pPr algn="l">
              <a:defRPr sz="1950" b="0">
                <a:solidFill>
                  <a:srgbClr val="EDF4FB"/>
                </a:solidFill>
                <a:latin typeface="Consolas"/>
                <a:ea typeface="Consolas"/>
                <a:cs typeface="Consolas"/>
              </a:defRPr>
            </a:lvl4pPr>
            <a:lvl5pPr algn="l">
              <a:defRPr sz="1950" b="0">
                <a:solidFill>
                  <a:srgbClr val="EDF4FB"/>
                </a:solidFill>
                <a:latin typeface="Consolas"/>
                <a:ea typeface="Consolas"/>
                <a:cs typeface="Consolas"/>
              </a:defRPr>
            </a:lvl5pPr>
            <a:lvl6pPr algn="l">
              <a:defRPr sz="1950" b="0">
                <a:solidFill>
                  <a:srgbClr val="EDF4FB"/>
                </a:solidFill>
                <a:latin typeface="Consolas"/>
                <a:ea typeface="Consolas"/>
                <a:cs typeface="Consolas"/>
              </a:defRPr>
            </a:lvl6pPr>
            <a:lvl7pPr algn="l">
              <a:defRPr sz="1950" b="0">
                <a:solidFill>
                  <a:srgbClr val="EDF4FB"/>
                </a:solidFill>
                <a:latin typeface="Consolas"/>
                <a:ea typeface="Consolas"/>
                <a:cs typeface="Consolas"/>
              </a:defRPr>
            </a:lvl7pPr>
            <a:lvl8pPr algn="l">
              <a:defRPr sz="1950" b="0">
                <a:solidFill>
                  <a:srgbClr val="EDF4FB"/>
                </a:solidFill>
                <a:latin typeface="Consolas"/>
                <a:ea typeface="Consolas"/>
                <a:cs typeface="Consolas"/>
              </a:defRPr>
            </a:lvl8pPr>
            <a:lvl9pPr algn="l">
              <a:defRPr sz="1950" b="0">
                <a:solidFill>
                  <a:srgbClr val="EDF4FB"/>
                </a:solidFill>
                <a:latin typeface="Consolas"/>
                <a:ea typeface="Consolas"/>
                <a:cs typeface="Consolas"/>
              </a:defRPr>
            </a:lvl9pPr>
          </a:lstStyle>
          <a:p xmlns:a="http://schemas.openxmlformats.org/drawingml/2006/main">
            <a:pPr algn="l">
              <a:defRPr sz="1950" b="0">
                <a:solidFill>
                  <a:srgbClr val="EDF4FB"/>
                </a:solidFill>
                <a:latin typeface="Consolas"/>
                <a:ea typeface="Consolas"/>
                <a:cs typeface="Consolas"/>
              </a:defRPr>
            </a:pPr>
            <a:r>
              <a:rPr sz="1950" b="0">
                <a:solidFill>
                  <a:srgbClr val="EDF4FB"/>
                </a:solidFill>
                <a:latin typeface="Consolas"/>
                <a:ea typeface="Consolas"/>
                <a:cs typeface="Consolas"/>
              </a:rPr>
              <a:t>    def update(self, dt):</a:t>
            </a:r>
          </a:p>
        </p:txBody>
      </p:sp>
      <p:sp>
        <p:nvSpPr>
          <p:cNvPr id="5" name="        super().update(dt)">
            <a:extLst xmlns:a="http://schemas.openxmlformats.org/drawingml/2006/main">
              <a:ext uri="{FF2B5EF4-FFF2-40B4-BE49-F238E27FC236}">
                <a16:creationId xmlns:a16="http://schemas.microsoft.com/office/drawing/2014/main" id="{8A46DA4D-E2E4-4752-B137-1AF2C932EC05}"/>
              </a:ext>
            </a:extLst>
          </p:cNvPr>
          <p:cNvSpPr>
            <a:spLocks xmlns:a="http://schemas.openxmlformats.org/drawingml/2006/main" noGrp="1"/>
          </p:cNvSpPr>
          <p:nvPr/>
        </p:nvSpPr>
        <p:spPr>
          <a:xfrm xmlns:a="http://schemas.openxmlformats.org/drawingml/2006/main">
            <a:off x="590550" y="2447925"/>
            <a:ext cx="10953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EDF4FB"/>
                </a:solidFill>
                <a:latin typeface="Consolas"/>
                <a:ea typeface="Consolas"/>
                <a:cs typeface="Consolas"/>
              </a:defRPr>
            </a:defPPr>
            <a:lvl1pPr algn="l">
              <a:defRPr sz="1950" b="0">
                <a:solidFill>
                  <a:srgbClr val="EDF4FB"/>
                </a:solidFill>
                <a:latin typeface="Consolas"/>
                <a:ea typeface="Consolas"/>
                <a:cs typeface="Consolas"/>
              </a:defRPr>
            </a:lvl1pPr>
            <a:lvl2pPr algn="l">
              <a:defRPr sz="1950" b="0">
                <a:solidFill>
                  <a:srgbClr val="EDF4FB"/>
                </a:solidFill>
                <a:latin typeface="Consolas"/>
                <a:ea typeface="Consolas"/>
                <a:cs typeface="Consolas"/>
              </a:defRPr>
            </a:lvl2pPr>
            <a:lvl3pPr algn="l">
              <a:defRPr sz="1950" b="0">
                <a:solidFill>
                  <a:srgbClr val="EDF4FB"/>
                </a:solidFill>
                <a:latin typeface="Consolas"/>
                <a:ea typeface="Consolas"/>
                <a:cs typeface="Consolas"/>
              </a:defRPr>
            </a:lvl3pPr>
            <a:lvl4pPr algn="l">
              <a:defRPr sz="1950" b="0">
                <a:solidFill>
                  <a:srgbClr val="EDF4FB"/>
                </a:solidFill>
                <a:latin typeface="Consolas"/>
                <a:ea typeface="Consolas"/>
                <a:cs typeface="Consolas"/>
              </a:defRPr>
            </a:lvl4pPr>
            <a:lvl5pPr algn="l">
              <a:defRPr sz="1950" b="0">
                <a:solidFill>
                  <a:srgbClr val="EDF4FB"/>
                </a:solidFill>
                <a:latin typeface="Consolas"/>
                <a:ea typeface="Consolas"/>
                <a:cs typeface="Consolas"/>
              </a:defRPr>
            </a:lvl5pPr>
            <a:lvl6pPr algn="l">
              <a:defRPr sz="1950" b="0">
                <a:solidFill>
                  <a:srgbClr val="EDF4FB"/>
                </a:solidFill>
                <a:latin typeface="Consolas"/>
                <a:ea typeface="Consolas"/>
                <a:cs typeface="Consolas"/>
              </a:defRPr>
            </a:lvl6pPr>
            <a:lvl7pPr algn="l">
              <a:defRPr sz="1950" b="0">
                <a:solidFill>
                  <a:srgbClr val="EDF4FB"/>
                </a:solidFill>
                <a:latin typeface="Consolas"/>
                <a:ea typeface="Consolas"/>
                <a:cs typeface="Consolas"/>
              </a:defRPr>
            </a:lvl7pPr>
            <a:lvl8pPr algn="l">
              <a:defRPr sz="1950" b="0">
                <a:solidFill>
                  <a:srgbClr val="EDF4FB"/>
                </a:solidFill>
                <a:latin typeface="Consolas"/>
                <a:ea typeface="Consolas"/>
                <a:cs typeface="Consolas"/>
              </a:defRPr>
            </a:lvl8pPr>
            <a:lvl9pPr algn="l">
              <a:defRPr sz="1950" b="0">
                <a:solidFill>
                  <a:srgbClr val="EDF4FB"/>
                </a:solidFill>
                <a:latin typeface="Consolas"/>
                <a:ea typeface="Consolas"/>
                <a:cs typeface="Consolas"/>
              </a:defRPr>
            </a:lvl9pPr>
          </a:lstStyle>
          <a:p xmlns:a="http://schemas.openxmlformats.org/drawingml/2006/main">
            <a:pPr algn="l">
              <a:defRPr sz="1950" b="0">
                <a:solidFill>
                  <a:srgbClr val="EDF4FB"/>
                </a:solidFill>
                <a:latin typeface="Consolas"/>
                <a:ea typeface="Consolas"/>
                <a:cs typeface="Consolas"/>
              </a:defRPr>
            </a:pPr>
            <a:r>
              <a:rPr sz="1950" b="0">
                <a:solidFill>
                  <a:srgbClr val="EDF4FB"/>
                </a:solidFill>
                <a:latin typeface="Consolas"/>
                <a:ea typeface="Consolas"/>
                <a:cs typeface="Consolas"/>
              </a:rPr>
              <a:t>        super().update(dt)</a:t>
            </a:r>
          </a:p>
        </p:txBody>
      </p:sp>
      <p:sp>
        <p:nvSpPr>
          <p:cNvPr id="6" name="        if self.rect.bottom &lt; PLAY_AREA.top:">
            <a:extLst xmlns:a="http://schemas.openxmlformats.org/drawingml/2006/main">
              <a:ext uri="{FF2B5EF4-FFF2-40B4-BE49-F238E27FC236}">
                <a16:creationId xmlns:a16="http://schemas.microsoft.com/office/drawing/2014/main" id="{76B923A4-4A9E-4F68-B6BD-881467008F23}"/>
              </a:ext>
            </a:extLst>
          </p:cNvPr>
          <p:cNvSpPr>
            <a:spLocks xmlns:a="http://schemas.openxmlformats.org/drawingml/2006/main" noGrp="1"/>
          </p:cNvSpPr>
          <p:nvPr/>
        </p:nvSpPr>
        <p:spPr>
          <a:xfrm xmlns:a="http://schemas.openxmlformats.org/drawingml/2006/main">
            <a:off x="590550" y="2752725"/>
            <a:ext cx="10953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EDF4FB"/>
                </a:solidFill>
                <a:latin typeface="Consolas"/>
                <a:ea typeface="Consolas"/>
                <a:cs typeface="Consolas"/>
              </a:defRPr>
            </a:defPPr>
            <a:lvl1pPr algn="l">
              <a:defRPr sz="1950" b="0">
                <a:solidFill>
                  <a:srgbClr val="EDF4FB"/>
                </a:solidFill>
                <a:latin typeface="Consolas"/>
                <a:ea typeface="Consolas"/>
                <a:cs typeface="Consolas"/>
              </a:defRPr>
            </a:lvl1pPr>
            <a:lvl2pPr algn="l">
              <a:defRPr sz="1950" b="0">
                <a:solidFill>
                  <a:srgbClr val="EDF4FB"/>
                </a:solidFill>
                <a:latin typeface="Consolas"/>
                <a:ea typeface="Consolas"/>
                <a:cs typeface="Consolas"/>
              </a:defRPr>
            </a:lvl2pPr>
            <a:lvl3pPr algn="l">
              <a:defRPr sz="1950" b="0">
                <a:solidFill>
                  <a:srgbClr val="EDF4FB"/>
                </a:solidFill>
                <a:latin typeface="Consolas"/>
                <a:ea typeface="Consolas"/>
                <a:cs typeface="Consolas"/>
              </a:defRPr>
            </a:lvl3pPr>
            <a:lvl4pPr algn="l">
              <a:defRPr sz="1950" b="0">
                <a:solidFill>
                  <a:srgbClr val="EDF4FB"/>
                </a:solidFill>
                <a:latin typeface="Consolas"/>
                <a:ea typeface="Consolas"/>
                <a:cs typeface="Consolas"/>
              </a:defRPr>
            </a:lvl4pPr>
            <a:lvl5pPr algn="l">
              <a:defRPr sz="1950" b="0">
                <a:solidFill>
                  <a:srgbClr val="EDF4FB"/>
                </a:solidFill>
                <a:latin typeface="Consolas"/>
                <a:ea typeface="Consolas"/>
                <a:cs typeface="Consolas"/>
              </a:defRPr>
            </a:lvl5pPr>
            <a:lvl6pPr algn="l">
              <a:defRPr sz="1950" b="0">
                <a:solidFill>
                  <a:srgbClr val="EDF4FB"/>
                </a:solidFill>
                <a:latin typeface="Consolas"/>
                <a:ea typeface="Consolas"/>
                <a:cs typeface="Consolas"/>
              </a:defRPr>
            </a:lvl6pPr>
            <a:lvl7pPr algn="l">
              <a:defRPr sz="1950" b="0">
                <a:solidFill>
                  <a:srgbClr val="EDF4FB"/>
                </a:solidFill>
                <a:latin typeface="Consolas"/>
                <a:ea typeface="Consolas"/>
                <a:cs typeface="Consolas"/>
              </a:defRPr>
            </a:lvl7pPr>
            <a:lvl8pPr algn="l">
              <a:defRPr sz="1950" b="0">
                <a:solidFill>
                  <a:srgbClr val="EDF4FB"/>
                </a:solidFill>
                <a:latin typeface="Consolas"/>
                <a:ea typeface="Consolas"/>
                <a:cs typeface="Consolas"/>
              </a:defRPr>
            </a:lvl8pPr>
            <a:lvl9pPr algn="l">
              <a:defRPr sz="1950" b="0">
                <a:solidFill>
                  <a:srgbClr val="EDF4FB"/>
                </a:solidFill>
                <a:latin typeface="Consolas"/>
                <a:ea typeface="Consolas"/>
                <a:cs typeface="Consolas"/>
              </a:defRPr>
            </a:lvl9pPr>
          </a:lstStyle>
          <a:p xmlns:a="http://schemas.openxmlformats.org/drawingml/2006/main">
            <a:pPr algn="l">
              <a:defRPr sz="1950" b="0">
                <a:solidFill>
                  <a:srgbClr val="EDF4FB"/>
                </a:solidFill>
                <a:latin typeface="Consolas"/>
                <a:ea typeface="Consolas"/>
                <a:cs typeface="Consolas"/>
              </a:defRPr>
            </a:pPr>
            <a:r>
              <a:rPr sz="1950" b="0">
                <a:solidFill>
                  <a:srgbClr val="EDF4FB"/>
                </a:solidFill>
                <a:latin typeface="Consolas"/>
                <a:ea typeface="Consolas"/>
                <a:cs typeface="Consolas"/>
              </a:rPr>
              <a:t>        if self.rect.bottom &lt; PLAY_AREA.top:</a:t>
            </a:r>
          </a:p>
        </p:txBody>
      </p:sp>
      <p:sp>
        <p:nvSpPr>
          <p:cNvPr id="7" name="            self.kill()">
            <a:extLst xmlns:a="http://schemas.openxmlformats.org/drawingml/2006/main">
              <a:ext uri="{FF2B5EF4-FFF2-40B4-BE49-F238E27FC236}">
                <a16:creationId xmlns:a16="http://schemas.microsoft.com/office/drawing/2014/main" id="{80F6AEC9-26F2-4908-A2D6-2BEB4F7FFA40}"/>
              </a:ext>
            </a:extLst>
          </p:cNvPr>
          <p:cNvSpPr>
            <a:spLocks xmlns:a="http://schemas.openxmlformats.org/drawingml/2006/main" noGrp="1"/>
          </p:cNvSpPr>
          <p:nvPr/>
        </p:nvSpPr>
        <p:spPr>
          <a:xfrm xmlns:a="http://schemas.openxmlformats.org/drawingml/2006/main">
            <a:off x="590550" y="3057525"/>
            <a:ext cx="10953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EDF4FB"/>
                </a:solidFill>
                <a:latin typeface="Consolas"/>
                <a:ea typeface="Consolas"/>
                <a:cs typeface="Consolas"/>
              </a:defRPr>
            </a:defPPr>
            <a:lvl1pPr algn="l">
              <a:defRPr sz="1950" b="0">
                <a:solidFill>
                  <a:srgbClr val="EDF4FB"/>
                </a:solidFill>
                <a:latin typeface="Consolas"/>
                <a:ea typeface="Consolas"/>
                <a:cs typeface="Consolas"/>
              </a:defRPr>
            </a:lvl1pPr>
            <a:lvl2pPr algn="l">
              <a:defRPr sz="1950" b="0">
                <a:solidFill>
                  <a:srgbClr val="EDF4FB"/>
                </a:solidFill>
                <a:latin typeface="Consolas"/>
                <a:ea typeface="Consolas"/>
                <a:cs typeface="Consolas"/>
              </a:defRPr>
            </a:lvl2pPr>
            <a:lvl3pPr algn="l">
              <a:defRPr sz="1950" b="0">
                <a:solidFill>
                  <a:srgbClr val="EDF4FB"/>
                </a:solidFill>
                <a:latin typeface="Consolas"/>
                <a:ea typeface="Consolas"/>
                <a:cs typeface="Consolas"/>
              </a:defRPr>
            </a:lvl3pPr>
            <a:lvl4pPr algn="l">
              <a:defRPr sz="1950" b="0">
                <a:solidFill>
                  <a:srgbClr val="EDF4FB"/>
                </a:solidFill>
                <a:latin typeface="Consolas"/>
                <a:ea typeface="Consolas"/>
                <a:cs typeface="Consolas"/>
              </a:defRPr>
            </a:lvl4pPr>
            <a:lvl5pPr algn="l">
              <a:defRPr sz="1950" b="0">
                <a:solidFill>
                  <a:srgbClr val="EDF4FB"/>
                </a:solidFill>
                <a:latin typeface="Consolas"/>
                <a:ea typeface="Consolas"/>
                <a:cs typeface="Consolas"/>
              </a:defRPr>
            </a:lvl5pPr>
            <a:lvl6pPr algn="l">
              <a:defRPr sz="1950" b="0">
                <a:solidFill>
                  <a:srgbClr val="EDF4FB"/>
                </a:solidFill>
                <a:latin typeface="Consolas"/>
                <a:ea typeface="Consolas"/>
                <a:cs typeface="Consolas"/>
              </a:defRPr>
            </a:lvl6pPr>
            <a:lvl7pPr algn="l">
              <a:defRPr sz="1950" b="0">
                <a:solidFill>
                  <a:srgbClr val="EDF4FB"/>
                </a:solidFill>
                <a:latin typeface="Consolas"/>
                <a:ea typeface="Consolas"/>
                <a:cs typeface="Consolas"/>
              </a:defRPr>
            </a:lvl7pPr>
            <a:lvl8pPr algn="l">
              <a:defRPr sz="1950" b="0">
                <a:solidFill>
                  <a:srgbClr val="EDF4FB"/>
                </a:solidFill>
                <a:latin typeface="Consolas"/>
                <a:ea typeface="Consolas"/>
                <a:cs typeface="Consolas"/>
              </a:defRPr>
            </a:lvl8pPr>
            <a:lvl9pPr algn="l">
              <a:defRPr sz="1950" b="0">
                <a:solidFill>
                  <a:srgbClr val="EDF4FB"/>
                </a:solidFill>
                <a:latin typeface="Consolas"/>
                <a:ea typeface="Consolas"/>
                <a:cs typeface="Consolas"/>
              </a:defRPr>
            </a:lvl9pPr>
          </a:lstStyle>
          <a:p xmlns:a="http://schemas.openxmlformats.org/drawingml/2006/main">
            <a:pPr algn="l">
              <a:defRPr sz="1950" b="0">
                <a:solidFill>
                  <a:srgbClr val="EDF4FB"/>
                </a:solidFill>
                <a:latin typeface="Consolas"/>
                <a:ea typeface="Consolas"/>
                <a:cs typeface="Consolas"/>
              </a:defRPr>
            </a:pPr>
            <a:r>
              <a:rPr sz="1950" b="0">
                <a:solidFill>
                  <a:srgbClr val="EDF4FB"/>
                </a:solidFill>
                <a:latin typeface="Consolas"/>
                <a:ea typeface="Consolas"/>
                <a:cs typeface="Consolas"/>
              </a:rPr>
              <a:t>            self.kill()</a:t>
            </a:r>
          </a:p>
        </p:txBody>
      </p:sp>
      <p:sp>
        <p:nvSpPr>
          <p:cNvPr id="8" name="Bullet が update を定義するため、最初に Bullet.update が動く。">
            <a:extLst xmlns:a="http://schemas.openxmlformats.org/drawingml/2006/main">
              <a:ext uri="{FF2B5EF4-FFF2-40B4-BE49-F238E27FC236}">
                <a16:creationId xmlns:a16="http://schemas.microsoft.com/office/drawing/2014/main" id="{D9849703-3EFC-4477-B6A8-A84E994541E8}"/>
              </a:ext>
            </a:extLst>
          </p:cNvPr>
          <p:cNvSpPr>
            <a:spLocks xmlns:a="http://schemas.openxmlformats.org/drawingml/2006/main" noGrp="1"/>
          </p:cNvSpPr>
          <p:nvPr/>
        </p:nvSpPr>
        <p:spPr>
          <a:xfrm xmlns:a="http://schemas.openxmlformats.org/drawingml/2006/main">
            <a:off x="590550" y="5524500"/>
            <a:ext cx="523875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68EDBE"/>
                </a:solidFill>
                <a:latin typeface="Yu Gothic"/>
                <a:ea typeface="Yu Gothic"/>
                <a:cs typeface="Yu Gothic"/>
              </a:defRPr>
            </a:defPPr>
            <a:lvl1pPr algn="l">
              <a:defRPr sz="1725" b="0">
                <a:solidFill>
                  <a:srgbClr val="68EDBE"/>
                </a:solidFill>
                <a:latin typeface="Yu Gothic"/>
                <a:ea typeface="Yu Gothic"/>
                <a:cs typeface="Yu Gothic"/>
              </a:defRPr>
            </a:lvl1pPr>
            <a:lvl2pPr algn="l">
              <a:defRPr sz="1725" b="0">
                <a:solidFill>
                  <a:srgbClr val="68EDBE"/>
                </a:solidFill>
                <a:latin typeface="Yu Gothic"/>
                <a:ea typeface="Yu Gothic"/>
                <a:cs typeface="Yu Gothic"/>
              </a:defRPr>
            </a:lvl2pPr>
            <a:lvl3pPr algn="l">
              <a:defRPr sz="1725" b="0">
                <a:solidFill>
                  <a:srgbClr val="68EDBE"/>
                </a:solidFill>
                <a:latin typeface="Yu Gothic"/>
                <a:ea typeface="Yu Gothic"/>
                <a:cs typeface="Yu Gothic"/>
              </a:defRPr>
            </a:lvl3pPr>
            <a:lvl4pPr algn="l">
              <a:defRPr sz="1725" b="0">
                <a:solidFill>
                  <a:srgbClr val="68EDBE"/>
                </a:solidFill>
                <a:latin typeface="Yu Gothic"/>
                <a:ea typeface="Yu Gothic"/>
                <a:cs typeface="Yu Gothic"/>
              </a:defRPr>
            </a:lvl4pPr>
            <a:lvl5pPr algn="l">
              <a:defRPr sz="1725" b="0">
                <a:solidFill>
                  <a:srgbClr val="68EDBE"/>
                </a:solidFill>
                <a:latin typeface="Yu Gothic"/>
                <a:ea typeface="Yu Gothic"/>
                <a:cs typeface="Yu Gothic"/>
              </a:defRPr>
            </a:lvl5pPr>
            <a:lvl6pPr algn="l">
              <a:defRPr sz="1725" b="0">
                <a:solidFill>
                  <a:srgbClr val="68EDBE"/>
                </a:solidFill>
                <a:latin typeface="Yu Gothic"/>
                <a:ea typeface="Yu Gothic"/>
                <a:cs typeface="Yu Gothic"/>
              </a:defRPr>
            </a:lvl6pPr>
            <a:lvl7pPr algn="l">
              <a:defRPr sz="1725" b="0">
                <a:solidFill>
                  <a:srgbClr val="68EDBE"/>
                </a:solidFill>
                <a:latin typeface="Yu Gothic"/>
                <a:ea typeface="Yu Gothic"/>
                <a:cs typeface="Yu Gothic"/>
              </a:defRPr>
            </a:lvl7pPr>
            <a:lvl8pPr algn="l">
              <a:defRPr sz="1725" b="0">
                <a:solidFill>
                  <a:srgbClr val="68EDBE"/>
                </a:solidFill>
                <a:latin typeface="Yu Gothic"/>
                <a:ea typeface="Yu Gothic"/>
                <a:cs typeface="Yu Gothic"/>
              </a:defRPr>
            </a:lvl8pPr>
            <a:lvl9pPr algn="l">
              <a:defRPr sz="1725" b="0">
                <a:solidFill>
                  <a:srgbClr val="68EDBE"/>
                </a:solidFill>
                <a:latin typeface="Yu Gothic"/>
                <a:ea typeface="Yu Gothic"/>
                <a:cs typeface="Yu Gothic"/>
              </a:defRPr>
            </a:lvl9pPr>
          </a:lstStyle>
          <a:p xmlns:a="http://schemas.openxmlformats.org/drawingml/2006/main">
            <a:pPr algn="l">
              <a:defRPr sz="1725" b="0">
                <a:solidFill>
                  <a:srgbClr val="68EDBE"/>
                </a:solidFill>
                <a:latin typeface="Yu Gothic"/>
                <a:ea typeface="Yu Gothic"/>
                <a:cs typeface="Yu Gothic"/>
              </a:defRPr>
            </a:pPr>
            <a:r>
              <a:rPr sz="1725" b="0">
                <a:solidFill>
                  <a:srgbClr val="68EDBE"/>
                </a:solidFill>
                <a:latin typeface="Yu Gothic"/>
                <a:ea typeface="Yu Gothic"/>
                <a:cs typeface="Yu Gothic"/>
              </a:rPr>
              <a:t>Bullet が update を定義するため、最初に Bullet.update が動く。</a:t>
            </a:r>
          </a:p>
        </p:txBody>
      </p:sp>
      <p:sp>
        <p:nvSpPr>
          <p:cNvPr id="9" name="super() で移動した後に画面外を判定する。">
            <a:extLst xmlns:a="http://schemas.openxmlformats.org/drawingml/2006/main">
              <a:ext uri="{FF2B5EF4-FFF2-40B4-BE49-F238E27FC236}">
                <a16:creationId xmlns:a16="http://schemas.microsoft.com/office/drawing/2014/main" id="{763F52B6-2CAA-4530-A646-64AE208A7508}"/>
              </a:ext>
            </a:extLst>
          </p:cNvPr>
          <p:cNvSpPr>
            <a:spLocks xmlns:a="http://schemas.openxmlformats.org/drawingml/2006/main" noGrp="1"/>
          </p:cNvSpPr>
          <p:nvPr/>
        </p:nvSpPr>
        <p:spPr>
          <a:xfrm xmlns:a="http://schemas.openxmlformats.org/drawingml/2006/main">
            <a:off x="6305550" y="5524500"/>
            <a:ext cx="523875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68EDBE"/>
                </a:solidFill>
                <a:latin typeface="Yu Gothic"/>
                <a:ea typeface="Yu Gothic"/>
                <a:cs typeface="Yu Gothic"/>
              </a:defRPr>
            </a:defPPr>
            <a:lvl1pPr algn="l">
              <a:defRPr sz="1725" b="0">
                <a:solidFill>
                  <a:srgbClr val="68EDBE"/>
                </a:solidFill>
                <a:latin typeface="Yu Gothic"/>
                <a:ea typeface="Yu Gothic"/>
                <a:cs typeface="Yu Gothic"/>
              </a:defRPr>
            </a:lvl1pPr>
            <a:lvl2pPr algn="l">
              <a:defRPr sz="1725" b="0">
                <a:solidFill>
                  <a:srgbClr val="68EDBE"/>
                </a:solidFill>
                <a:latin typeface="Yu Gothic"/>
                <a:ea typeface="Yu Gothic"/>
                <a:cs typeface="Yu Gothic"/>
              </a:defRPr>
            </a:lvl2pPr>
            <a:lvl3pPr algn="l">
              <a:defRPr sz="1725" b="0">
                <a:solidFill>
                  <a:srgbClr val="68EDBE"/>
                </a:solidFill>
                <a:latin typeface="Yu Gothic"/>
                <a:ea typeface="Yu Gothic"/>
                <a:cs typeface="Yu Gothic"/>
              </a:defRPr>
            </a:lvl3pPr>
            <a:lvl4pPr algn="l">
              <a:defRPr sz="1725" b="0">
                <a:solidFill>
                  <a:srgbClr val="68EDBE"/>
                </a:solidFill>
                <a:latin typeface="Yu Gothic"/>
                <a:ea typeface="Yu Gothic"/>
                <a:cs typeface="Yu Gothic"/>
              </a:defRPr>
            </a:lvl4pPr>
            <a:lvl5pPr algn="l">
              <a:defRPr sz="1725" b="0">
                <a:solidFill>
                  <a:srgbClr val="68EDBE"/>
                </a:solidFill>
                <a:latin typeface="Yu Gothic"/>
                <a:ea typeface="Yu Gothic"/>
                <a:cs typeface="Yu Gothic"/>
              </a:defRPr>
            </a:lvl5pPr>
            <a:lvl6pPr algn="l">
              <a:defRPr sz="1725" b="0">
                <a:solidFill>
                  <a:srgbClr val="68EDBE"/>
                </a:solidFill>
                <a:latin typeface="Yu Gothic"/>
                <a:ea typeface="Yu Gothic"/>
                <a:cs typeface="Yu Gothic"/>
              </a:defRPr>
            </a:lvl6pPr>
            <a:lvl7pPr algn="l">
              <a:defRPr sz="1725" b="0">
                <a:solidFill>
                  <a:srgbClr val="68EDBE"/>
                </a:solidFill>
                <a:latin typeface="Yu Gothic"/>
                <a:ea typeface="Yu Gothic"/>
                <a:cs typeface="Yu Gothic"/>
              </a:defRPr>
            </a:lvl7pPr>
            <a:lvl8pPr algn="l">
              <a:defRPr sz="1725" b="0">
                <a:solidFill>
                  <a:srgbClr val="68EDBE"/>
                </a:solidFill>
                <a:latin typeface="Yu Gothic"/>
                <a:ea typeface="Yu Gothic"/>
                <a:cs typeface="Yu Gothic"/>
              </a:defRPr>
            </a:lvl8pPr>
            <a:lvl9pPr algn="l">
              <a:defRPr sz="1725" b="0">
                <a:solidFill>
                  <a:srgbClr val="68EDBE"/>
                </a:solidFill>
                <a:latin typeface="Yu Gothic"/>
                <a:ea typeface="Yu Gothic"/>
                <a:cs typeface="Yu Gothic"/>
              </a:defRPr>
            </a:lvl9pPr>
          </a:lstStyle>
          <a:p xmlns:a="http://schemas.openxmlformats.org/drawingml/2006/main">
            <a:pPr algn="l">
              <a:defRPr sz="1725" b="0">
                <a:solidFill>
                  <a:srgbClr val="68EDBE"/>
                </a:solidFill>
                <a:latin typeface="Yu Gothic"/>
                <a:ea typeface="Yu Gothic"/>
                <a:cs typeface="Yu Gothic"/>
              </a:defRPr>
            </a:pPr>
            <a:r>
              <a:rPr sz="1725" b="0">
                <a:solidFill>
                  <a:srgbClr val="68EDBE"/>
                </a:solidFill>
                <a:latin typeface="Yu Gothic"/>
                <a:ea typeface="Yu Gothic"/>
                <a:cs typeface="Yu Gothic"/>
              </a:rPr>
              <a:t>super() で移動した後に画面外を判定する。</a:t>
            </a:r>
          </a:p>
        </p:txBody>
      </p:sp>
      <p:sp>
        <p:nvSpPr>
          <p:cNvPr id="10" name="actors.py / week7_demo.py">
            <a:extLst xmlns:a="http://schemas.openxmlformats.org/drawingml/2006/main">
              <a:ext uri="{FF2B5EF4-FFF2-40B4-BE49-F238E27FC236}">
                <a16:creationId xmlns:a16="http://schemas.microsoft.com/office/drawing/2014/main" id="{9590E48E-B8B9-4666-AF17-00C237FB5C0A}"/>
              </a:ext>
            </a:extLst>
          </p:cNvPr>
          <p:cNvSpPr>
            <a:spLocks xmlns:a="http://schemas.openxmlformats.org/drawingml/2006/main" noGrp="1"/>
          </p:cNvSpPr>
          <p:nvPr/>
        </p:nvSpPr>
        <p:spPr>
          <a:xfrm xmlns:a="http://schemas.openxmlformats.org/drawingml/2006/main">
            <a:off x="590550" y="6543675"/>
            <a:ext cx="10287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EDF4FB"/>
                </a:solidFill>
                <a:latin typeface="Consolas"/>
                <a:ea typeface="Consolas"/>
                <a:cs typeface="Consolas"/>
              </a:defRPr>
            </a:defPPr>
            <a:lvl1pPr algn="l">
              <a:defRPr sz="1200" b="0">
                <a:solidFill>
                  <a:srgbClr val="EDF4FB"/>
                </a:solidFill>
                <a:latin typeface="Consolas"/>
                <a:ea typeface="Consolas"/>
                <a:cs typeface="Consolas"/>
              </a:defRPr>
            </a:lvl1pPr>
            <a:lvl2pPr algn="l">
              <a:defRPr sz="1200" b="0">
                <a:solidFill>
                  <a:srgbClr val="EDF4FB"/>
                </a:solidFill>
                <a:latin typeface="Consolas"/>
                <a:ea typeface="Consolas"/>
                <a:cs typeface="Consolas"/>
              </a:defRPr>
            </a:lvl2pPr>
            <a:lvl3pPr algn="l">
              <a:defRPr sz="1200" b="0">
                <a:solidFill>
                  <a:srgbClr val="EDF4FB"/>
                </a:solidFill>
                <a:latin typeface="Consolas"/>
                <a:ea typeface="Consolas"/>
                <a:cs typeface="Consolas"/>
              </a:defRPr>
            </a:lvl3pPr>
            <a:lvl4pPr algn="l">
              <a:defRPr sz="1200" b="0">
                <a:solidFill>
                  <a:srgbClr val="EDF4FB"/>
                </a:solidFill>
                <a:latin typeface="Consolas"/>
                <a:ea typeface="Consolas"/>
                <a:cs typeface="Consolas"/>
              </a:defRPr>
            </a:lvl4pPr>
            <a:lvl5pPr algn="l">
              <a:defRPr sz="1200" b="0">
                <a:solidFill>
                  <a:srgbClr val="EDF4FB"/>
                </a:solidFill>
                <a:latin typeface="Consolas"/>
                <a:ea typeface="Consolas"/>
                <a:cs typeface="Consolas"/>
              </a:defRPr>
            </a:lvl5pPr>
            <a:lvl6pPr algn="l">
              <a:defRPr sz="1200" b="0">
                <a:solidFill>
                  <a:srgbClr val="EDF4FB"/>
                </a:solidFill>
                <a:latin typeface="Consolas"/>
                <a:ea typeface="Consolas"/>
                <a:cs typeface="Consolas"/>
              </a:defRPr>
            </a:lvl6pPr>
            <a:lvl7pPr algn="l">
              <a:defRPr sz="1200" b="0">
                <a:solidFill>
                  <a:srgbClr val="EDF4FB"/>
                </a:solidFill>
                <a:latin typeface="Consolas"/>
                <a:ea typeface="Consolas"/>
                <a:cs typeface="Consolas"/>
              </a:defRPr>
            </a:lvl7pPr>
            <a:lvl8pPr algn="l">
              <a:defRPr sz="1200" b="0">
                <a:solidFill>
                  <a:srgbClr val="EDF4FB"/>
                </a:solidFill>
                <a:latin typeface="Consolas"/>
                <a:ea typeface="Consolas"/>
                <a:cs typeface="Consolas"/>
              </a:defRPr>
            </a:lvl8pPr>
            <a:lvl9pPr algn="l">
              <a:defRPr sz="1200" b="0">
                <a:solidFill>
                  <a:srgbClr val="EDF4FB"/>
                </a:solidFill>
                <a:latin typeface="Consolas"/>
                <a:ea typeface="Consolas"/>
                <a:cs typeface="Consolas"/>
              </a:defRPr>
            </a:lvl9pPr>
          </a:lstStyle>
          <a:p xmlns:a="http://schemas.openxmlformats.org/drawingml/2006/main">
            <a:pPr algn="l">
              <a:defRPr sz="1200" b="0">
                <a:solidFill>
                  <a:srgbClr val="EDF4FB"/>
                </a:solidFill>
                <a:latin typeface="Consolas"/>
                <a:ea typeface="Consolas"/>
                <a:cs typeface="Consolas"/>
              </a:defRPr>
            </a:pPr>
            <a:r>
              <a:rPr sz="1200" b="0">
                <a:solidFill>
                  <a:srgbClr val="EDF4FB"/>
                </a:solidFill>
                <a:latin typeface="Consolas"/>
                <a:ea typeface="Consolas"/>
                <a:cs typeface="Consolas"/>
              </a:rPr>
              <a:t>actors.py / week7_demo.py</a:t>
            </a:r>
          </a:p>
        </p:txBody>
      </p:sp>
      <p:sp>
        <p:nvSpPr>
          <p:cNvPr id="11" name="13">
            <a:extLst xmlns:a="http://schemas.openxmlformats.org/drawingml/2006/main">
              <a:ext uri="{FF2B5EF4-FFF2-40B4-BE49-F238E27FC236}">
                <a16:creationId xmlns:a16="http://schemas.microsoft.com/office/drawing/2014/main" id="{D926F0C6-D2D9-4410-BFD0-D26BE39E5644}"/>
              </a:ext>
            </a:extLst>
          </p:cNvPr>
          <p:cNvSpPr>
            <a:spLocks xmlns:a="http://schemas.openxmlformats.org/drawingml/2006/main" noGrp="1"/>
          </p:cNvSpPr>
          <p:nvPr/>
        </p:nvSpPr>
        <p:spPr>
          <a:xfrm xmlns:a="http://schemas.openxmlformats.org/drawingml/2006/main">
            <a:off x="11163300" y="6543675"/>
            <a:ext cx="4572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EDF4FB"/>
                </a:solidFill>
                <a:latin typeface="Yu Gothic"/>
                <a:ea typeface="Yu Gothic"/>
                <a:cs typeface="Yu Gothic"/>
              </a:defRPr>
            </a:defPPr>
            <a:lvl1pPr algn="l">
              <a:defRPr sz="1200" b="0">
                <a:solidFill>
                  <a:srgbClr val="EDF4FB"/>
                </a:solidFill>
                <a:latin typeface="Yu Gothic"/>
                <a:ea typeface="Yu Gothic"/>
                <a:cs typeface="Yu Gothic"/>
              </a:defRPr>
            </a:lvl1pPr>
            <a:lvl2pPr algn="l">
              <a:defRPr sz="1200" b="0">
                <a:solidFill>
                  <a:srgbClr val="EDF4FB"/>
                </a:solidFill>
                <a:latin typeface="Yu Gothic"/>
                <a:ea typeface="Yu Gothic"/>
                <a:cs typeface="Yu Gothic"/>
              </a:defRPr>
            </a:lvl2pPr>
            <a:lvl3pPr algn="l">
              <a:defRPr sz="1200" b="0">
                <a:solidFill>
                  <a:srgbClr val="EDF4FB"/>
                </a:solidFill>
                <a:latin typeface="Yu Gothic"/>
                <a:ea typeface="Yu Gothic"/>
                <a:cs typeface="Yu Gothic"/>
              </a:defRPr>
            </a:lvl3pPr>
            <a:lvl4pPr algn="l">
              <a:defRPr sz="1200" b="0">
                <a:solidFill>
                  <a:srgbClr val="EDF4FB"/>
                </a:solidFill>
                <a:latin typeface="Yu Gothic"/>
                <a:ea typeface="Yu Gothic"/>
                <a:cs typeface="Yu Gothic"/>
              </a:defRPr>
            </a:lvl4pPr>
            <a:lvl5pPr algn="l">
              <a:defRPr sz="1200" b="0">
                <a:solidFill>
                  <a:srgbClr val="EDF4FB"/>
                </a:solidFill>
                <a:latin typeface="Yu Gothic"/>
                <a:ea typeface="Yu Gothic"/>
                <a:cs typeface="Yu Gothic"/>
              </a:defRPr>
            </a:lvl5pPr>
            <a:lvl6pPr algn="l">
              <a:defRPr sz="1200" b="0">
                <a:solidFill>
                  <a:srgbClr val="EDF4FB"/>
                </a:solidFill>
                <a:latin typeface="Yu Gothic"/>
                <a:ea typeface="Yu Gothic"/>
                <a:cs typeface="Yu Gothic"/>
              </a:defRPr>
            </a:lvl6pPr>
            <a:lvl7pPr algn="l">
              <a:defRPr sz="1200" b="0">
                <a:solidFill>
                  <a:srgbClr val="EDF4FB"/>
                </a:solidFill>
                <a:latin typeface="Yu Gothic"/>
                <a:ea typeface="Yu Gothic"/>
                <a:cs typeface="Yu Gothic"/>
              </a:defRPr>
            </a:lvl7pPr>
            <a:lvl8pPr algn="l">
              <a:defRPr sz="1200" b="0">
                <a:solidFill>
                  <a:srgbClr val="EDF4FB"/>
                </a:solidFill>
                <a:latin typeface="Yu Gothic"/>
                <a:ea typeface="Yu Gothic"/>
                <a:cs typeface="Yu Gothic"/>
              </a:defRPr>
            </a:lvl8pPr>
            <a:lvl9pPr algn="l">
              <a:defRPr sz="1200" b="0">
                <a:solidFill>
                  <a:srgbClr val="EDF4FB"/>
                </a:solidFill>
                <a:latin typeface="Yu Gothic"/>
                <a:ea typeface="Yu Gothic"/>
                <a:cs typeface="Yu Gothic"/>
              </a:defRPr>
            </a:lvl9pPr>
          </a:lstStyle>
          <a:p xmlns:a="http://schemas.openxmlformats.org/drawingml/2006/main">
            <a:pPr algn="l">
              <a:defRPr sz="1200" b="0">
                <a:solidFill>
                  <a:srgbClr val="EDF4FB"/>
                </a:solidFill>
                <a:latin typeface="Yu Gothic"/>
                <a:ea typeface="Yu Gothic"/>
                <a:cs typeface="Yu Gothic"/>
              </a:defRPr>
            </a:pPr>
            <a:r>
              <a:rPr sz="1200" b="0">
                <a:solidFill>
                  <a:srgbClr val="EDF4FB"/>
                </a:solidFill>
                <a:latin typeface="Yu Gothic"/>
                <a:ea typeface="Yu Gothic"/>
                <a:cs typeface="Yu Gothic"/>
              </a:rPr>
              <a:t>13</a:t>
            </a:r>
          </a:p>
        </p:txBody>
      </p:sp>
    </p:spTree>
    <p:extLst>
      <p:ext uri="{BB962C8B-B14F-4D97-AF65-F5344CB8AC3E}">
        <p14:creationId xmlns:p14="http://schemas.microsoft.com/office/powerpoint/2010/main" val="2000707100"/>
      </p:ext>
    </p:extLst>
  </p:cSld>
</p:sld>
</file>

<file path=ppt/slides/slide14.xml><?xml version="1.0" encoding="utf-8"?>
<p:sld xmlns:p="http://schemas.openxmlformats.org/presentationml/2006/main">
  <p:cSld>
    <p:bg>
      <p:bgPr>
        <a:solidFill xmlns:a="http://schemas.openxmlformats.org/drawingml/2006/main">
          <a:srgbClr val="F5F7FA"/>
        </a:solidFill>
      </p:bgPr>
    </p:bg>
    <p:spTree>
      <p:nvGrpSpPr>
        <p:cNvPr id="1" name=""/>
        <p:cNvGrpSpPr/>
        <p:nvPr/>
      </p:nvGrpSpPr>
      <p:grpSpPr>
        <a:xfrm xmlns:a="http://schemas.openxmlformats.org/drawingml/2006/main"/>
      </p:grpSpPr>
      <p:sp>
        <p:nvSpPr>
          <p:cNvPr id="10" name="super() の意味">
            <a:extLst xmlns:a="http://schemas.openxmlformats.org/drawingml/2006/main">
              <a:ext uri="{FF2B5EF4-FFF2-40B4-BE49-F238E27FC236}">
                <a16:creationId xmlns:a16="http://schemas.microsoft.com/office/drawing/2014/main" id="{D9A79E9E-E334-4C28-88C1-F504E43E3A4C}"/>
              </a:ext>
            </a:extLst>
          </p:cNvPr>
          <p:cNvSpPr>
            <a:spLocks xmlns:a="http://schemas.openxmlformats.org/drawingml/2006/main" noGrp="1"/>
          </p:cNvSpPr>
          <p:nvPr/>
        </p:nvSpPr>
        <p:spPr>
          <a:xfrm xmlns:a="http://schemas.openxmlformats.org/drawingml/2006/main">
            <a:off x="561975" y="400050"/>
            <a:ext cx="110490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72C40"/>
                </a:solidFill>
                <a:latin typeface="Yu Gothic"/>
                <a:ea typeface="Yu Gothic"/>
                <a:cs typeface="Yu Gothic"/>
              </a:defRPr>
            </a:defPPr>
            <a:lvl1pPr algn="l">
              <a:defRPr sz="3300" b="1">
                <a:solidFill>
                  <a:srgbClr val="172C40"/>
                </a:solidFill>
                <a:latin typeface="Yu Gothic"/>
                <a:ea typeface="Yu Gothic"/>
                <a:cs typeface="Yu Gothic"/>
              </a:defRPr>
            </a:lvl1pPr>
            <a:lvl2pPr algn="l">
              <a:defRPr sz="3300" b="1">
                <a:solidFill>
                  <a:srgbClr val="172C40"/>
                </a:solidFill>
                <a:latin typeface="Yu Gothic"/>
                <a:ea typeface="Yu Gothic"/>
                <a:cs typeface="Yu Gothic"/>
              </a:defRPr>
            </a:lvl2pPr>
            <a:lvl3pPr algn="l">
              <a:defRPr sz="3300" b="1">
                <a:solidFill>
                  <a:srgbClr val="172C40"/>
                </a:solidFill>
                <a:latin typeface="Yu Gothic"/>
                <a:ea typeface="Yu Gothic"/>
                <a:cs typeface="Yu Gothic"/>
              </a:defRPr>
            </a:lvl3pPr>
            <a:lvl4pPr algn="l">
              <a:defRPr sz="3300" b="1">
                <a:solidFill>
                  <a:srgbClr val="172C40"/>
                </a:solidFill>
                <a:latin typeface="Yu Gothic"/>
                <a:ea typeface="Yu Gothic"/>
                <a:cs typeface="Yu Gothic"/>
              </a:defRPr>
            </a:lvl4pPr>
            <a:lvl5pPr algn="l">
              <a:defRPr sz="3300" b="1">
                <a:solidFill>
                  <a:srgbClr val="172C40"/>
                </a:solidFill>
                <a:latin typeface="Yu Gothic"/>
                <a:ea typeface="Yu Gothic"/>
                <a:cs typeface="Yu Gothic"/>
              </a:defRPr>
            </a:lvl5pPr>
            <a:lvl6pPr algn="l">
              <a:defRPr sz="3300" b="1">
                <a:solidFill>
                  <a:srgbClr val="172C40"/>
                </a:solidFill>
                <a:latin typeface="Yu Gothic"/>
                <a:ea typeface="Yu Gothic"/>
                <a:cs typeface="Yu Gothic"/>
              </a:defRPr>
            </a:lvl6pPr>
            <a:lvl7pPr algn="l">
              <a:defRPr sz="3300" b="1">
                <a:solidFill>
                  <a:srgbClr val="172C40"/>
                </a:solidFill>
                <a:latin typeface="Yu Gothic"/>
                <a:ea typeface="Yu Gothic"/>
                <a:cs typeface="Yu Gothic"/>
              </a:defRPr>
            </a:lvl7pPr>
            <a:lvl8pPr algn="l">
              <a:defRPr sz="3300" b="1">
                <a:solidFill>
                  <a:srgbClr val="172C40"/>
                </a:solidFill>
                <a:latin typeface="Yu Gothic"/>
                <a:ea typeface="Yu Gothic"/>
                <a:cs typeface="Yu Gothic"/>
              </a:defRPr>
            </a:lvl8pPr>
            <a:lvl9pPr algn="l">
              <a:defRPr sz="3300" b="1">
                <a:solidFill>
                  <a:srgbClr val="172C40"/>
                </a:solidFill>
                <a:latin typeface="Yu Gothic"/>
                <a:ea typeface="Yu Gothic"/>
                <a:cs typeface="Yu Gothic"/>
              </a:defRPr>
            </a:lvl9pPr>
          </a:lstStyle>
          <a:p xmlns:a="http://schemas.openxmlformats.org/drawingml/2006/main">
            <a:pPr algn="l">
              <a:defRPr sz="3300" b="1">
                <a:solidFill>
                  <a:srgbClr val="172C40"/>
                </a:solidFill>
                <a:latin typeface="Yu Gothic"/>
                <a:ea typeface="Yu Gothic"/>
                <a:cs typeface="Yu Gothic"/>
              </a:defRPr>
            </a:pPr>
            <a:r>
              <a:rPr sz="3300" b="1">
                <a:solidFill>
                  <a:srgbClr val="172C40"/>
                </a:solidFill>
                <a:latin typeface="Yu Gothic"/>
                <a:ea typeface="Yu Gothic"/>
                <a:cs typeface="Yu Gothic"/>
              </a:rPr>
              <a:t>super() の意味</a:t>
            </a:r>
          </a:p>
        </p:txBody>
      </p:sp>
      <p:sp>
        <p:nvSpPr>
          <p:cNvPr id="2" name="メソッド解決順序に沿って探索を続ける">
            <a:extLst xmlns:a="http://schemas.openxmlformats.org/drawingml/2006/main">
              <a:ext uri="{FF2B5EF4-FFF2-40B4-BE49-F238E27FC236}">
                <a16:creationId xmlns:a16="http://schemas.microsoft.com/office/drawing/2014/main" id="{049E92F7-A76C-47E7-B8C5-1FFF48E1C7A7}"/>
              </a:ext>
            </a:extLst>
          </p:cNvPr>
          <p:cNvSpPr>
            <a:spLocks xmlns:a="http://schemas.openxmlformats.org/drawingml/2006/main" noGrp="1"/>
          </p:cNvSpPr>
          <p:nvPr/>
        </p:nvSpPr>
        <p:spPr>
          <a:xfrm xmlns:a="http://schemas.openxmlformats.org/drawingml/2006/main">
            <a:off x="581025" y="1123950"/>
            <a:ext cx="1100137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526879"/>
                </a:solidFill>
                <a:latin typeface="Yu Gothic"/>
                <a:ea typeface="Yu Gothic"/>
                <a:cs typeface="Yu Gothic"/>
              </a:defRPr>
            </a:defPPr>
            <a:lvl1pPr algn="l">
              <a:defRPr sz="1800" b="0">
                <a:solidFill>
                  <a:srgbClr val="526879"/>
                </a:solidFill>
                <a:latin typeface="Yu Gothic"/>
                <a:ea typeface="Yu Gothic"/>
                <a:cs typeface="Yu Gothic"/>
              </a:defRPr>
            </a:lvl1pPr>
            <a:lvl2pPr algn="l">
              <a:defRPr sz="1800" b="0">
                <a:solidFill>
                  <a:srgbClr val="526879"/>
                </a:solidFill>
                <a:latin typeface="Yu Gothic"/>
                <a:ea typeface="Yu Gothic"/>
                <a:cs typeface="Yu Gothic"/>
              </a:defRPr>
            </a:lvl2pPr>
            <a:lvl3pPr algn="l">
              <a:defRPr sz="1800" b="0">
                <a:solidFill>
                  <a:srgbClr val="526879"/>
                </a:solidFill>
                <a:latin typeface="Yu Gothic"/>
                <a:ea typeface="Yu Gothic"/>
                <a:cs typeface="Yu Gothic"/>
              </a:defRPr>
            </a:lvl3pPr>
            <a:lvl4pPr algn="l">
              <a:defRPr sz="1800" b="0">
                <a:solidFill>
                  <a:srgbClr val="526879"/>
                </a:solidFill>
                <a:latin typeface="Yu Gothic"/>
                <a:ea typeface="Yu Gothic"/>
                <a:cs typeface="Yu Gothic"/>
              </a:defRPr>
            </a:lvl4pPr>
            <a:lvl5pPr algn="l">
              <a:defRPr sz="1800" b="0">
                <a:solidFill>
                  <a:srgbClr val="526879"/>
                </a:solidFill>
                <a:latin typeface="Yu Gothic"/>
                <a:ea typeface="Yu Gothic"/>
                <a:cs typeface="Yu Gothic"/>
              </a:defRPr>
            </a:lvl5pPr>
            <a:lvl6pPr algn="l">
              <a:defRPr sz="1800" b="0">
                <a:solidFill>
                  <a:srgbClr val="526879"/>
                </a:solidFill>
                <a:latin typeface="Yu Gothic"/>
                <a:ea typeface="Yu Gothic"/>
                <a:cs typeface="Yu Gothic"/>
              </a:defRPr>
            </a:lvl6pPr>
            <a:lvl7pPr algn="l">
              <a:defRPr sz="1800" b="0">
                <a:solidFill>
                  <a:srgbClr val="526879"/>
                </a:solidFill>
                <a:latin typeface="Yu Gothic"/>
                <a:ea typeface="Yu Gothic"/>
                <a:cs typeface="Yu Gothic"/>
              </a:defRPr>
            </a:lvl7pPr>
            <a:lvl8pPr algn="l">
              <a:defRPr sz="1800" b="0">
                <a:solidFill>
                  <a:srgbClr val="526879"/>
                </a:solidFill>
                <a:latin typeface="Yu Gothic"/>
                <a:ea typeface="Yu Gothic"/>
                <a:cs typeface="Yu Gothic"/>
              </a:defRPr>
            </a:lvl8pPr>
            <a:lvl9pPr algn="l">
              <a:defRPr sz="1800" b="0">
                <a:solidFill>
                  <a:srgbClr val="526879"/>
                </a:solidFill>
                <a:latin typeface="Yu Gothic"/>
                <a:ea typeface="Yu Gothic"/>
                <a:cs typeface="Yu Gothic"/>
              </a:defRPr>
            </a:lvl9pPr>
          </a:lstStyle>
          <a:p xmlns:a="http://schemas.openxmlformats.org/drawingml/2006/main">
            <a:pPr algn="l">
              <a:defRPr sz="1800" b="0">
                <a:solidFill>
                  <a:srgbClr val="526879"/>
                </a:solidFill>
                <a:latin typeface="Yu Gothic"/>
                <a:ea typeface="Yu Gothic"/>
                <a:cs typeface="Yu Gothic"/>
              </a:defRPr>
            </a:pPr>
            <a:r>
              <a:rPr sz="1800" b="0">
                <a:solidFill>
                  <a:srgbClr val="526879"/>
                </a:solidFill>
                <a:latin typeface="Yu Gothic"/>
                <a:ea typeface="Yu Gothic"/>
                <a:cs typeface="Yu Gothic"/>
              </a:rPr>
              <a:t>メソッド解決順序に沿って探索を続ける</a:t>
            </a:r>
          </a:p>
        </p:txBody>
      </p:sp>
      <p:sp>
        <p:nvSpPr>
          <p:cNvPr id="3" name="01">
            <a:extLst xmlns:a="http://schemas.openxmlformats.org/drawingml/2006/main">
              <a:ext uri="{FF2B5EF4-FFF2-40B4-BE49-F238E27FC236}">
                <a16:creationId xmlns:a16="http://schemas.microsoft.com/office/drawing/2014/main" id="{4C731057-FDD5-4A12-BB39-498BAD89D88B}"/>
              </a:ext>
            </a:extLst>
          </p:cNvPr>
          <p:cNvSpPr>
            <a:spLocks xmlns:a="http://schemas.openxmlformats.org/drawingml/2006/main" noGrp="1"/>
          </p:cNvSpPr>
          <p:nvPr/>
        </p:nvSpPr>
        <p:spPr>
          <a:xfrm xmlns:a="http://schemas.openxmlformats.org/drawingml/2006/main">
            <a:off x="590550" y="1971675"/>
            <a:ext cx="7048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087C62"/>
                </a:solidFill>
                <a:latin typeface="Yu Gothic"/>
                <a:ea typeface="Yu Gothic"/>
                <a:cs typeface="Yu Gothic"/>
              </a:defRPr>
            </a:defPPr>
            <a:lvl1pPr algn="l">
              <a:defRPr sz="2400" b="1">
                <a:solidFill>
                  <a:srgbClr val="087C62"/>
                </a:solidFill>
                <a:latin typeface="Yu Gothic"/>
                <a:ea typeface="Yu Gothic"/>
                <a:cs typeface="Yu Gothic"/>
              </a:defRPr>
            </a:lvl1pPr>
            <a:lvl2pPr algn="l">
              <a:defRPr sz="2400" b="1">
                <a:solidFill>
                  <a:srgbClr val="087C62"/>
                </a:solidFill>
                <a:latin typeface="Yu Gothic"/>
                <a:ea typeface="Yu Gothic"/>
                <a:cs typeface="Yu Gothic"/>
              </a:defRPr>
            </a:lvl2pPr>
            <a:lvl3pPr algn="l">
              <a:defRPr sz="2400" b="1">
                <a:solidFill>
                  <a:srgbClr val="087C62"/>
                </a:solidFill>
                <a:latin typeface="Yu Gothic"/>
                <a:ea typeface="Yu Gothic"/>
                <a:cs typeface="Yu Gothic"/>
              </a:defRPr>
            </a:lvl3pPr>
            <a:lvl4pPr algn="l">
              <a:defRPr sz="2400" b="1">
                <a:solidFill>
                  <a:srgbClr val="087C62"/>
                </a:solidFill>
                <a:latin typeface="Yu Gothic"/>
                <a:ea typeface="Yu Gothic"/>
                <a:cs typeface="Yu Gothic"/>
              </a:defRPr>
            </a:lvl4pPr>
            <a:lvl5pPr algn="l">
              <a:defRPr sz="2400" b="1">
                <a:solidFill>
                  <a:srgbClr val="087C62"/>
                </a:solidFill>
                <a:latin typeface="Yu Gothic"/>
                <a:ea typeface="Yu Gothic"/>
                <a:cs typeface="Yu Gothic"/>
              </a:defRPr>
            </a:lvl5pPr>
            <a:lvl6pPr algn="l">
              <a:defRPr sz="2400" b="1">
                <a:solidFill>
                  <a:srgbClr val="087C62"/>
                </a:solidFill>
                <a:latin typeface="Yu Gothic"/>
                <a:ea typeface="Yu Gothic"/>
                <a:cs typeface="Yu Gothic"/>
              </a:defRPr>
            </a:lvl6pPr>
            <a:lvl7pPr algn="l">
              <a:defRPr sz="2400" b="1">
                <a:solidFill>
                  <a:srgbClr val="087C62"/>
                </a:solidFill>
                <a:latin typeface="Yu Gothic"/>
                <a:ea typeface="Yu Gothic"/>
                <a:cs typeface="Yu Gothic"/>
              </a:defRPr>
            </a:lvl7pPr>
            <a:lvl8pPr algn="l">
              <a:defRPr sz="2400" b="1">
                <a:solidFill>
                  <a:srgbClr val="087C62"/>
                </a:solidFill>
                <a:latin typeface="Yu Gothic"/>
                <a:ea typeface="Yu Gothic"/>
                <a:cs typeface="Yu Gothic"/>
              </a:defRPr>
            </a:lvl8pPr>
            <a:lvl9pPr algn="l">
              <a:defRPr sz="2400" b="1">
                <a:solidFill>
                  <a:srgbClr val="087C62"/>
                </a:solidFill>
                <a:latin typeface="Yu Gothic"/>
                <a:ea typeface="Yu Gothic"/>
                <a:cs typeface="Yu Gothic"/>
              </a:defRPr>
            </a:lvl9pPr>
          </a:lstStyle>
          <a:p xmlns:a="http://schemas.openxmlformats.org/drawingml/2006/main">
            <a:pPr algn="l">
              <a:defRPr sz="2400" b="1">
                <a:solidFill>
                  <a:srgbClr val="087C62"/>
                </a:solidFill>
                <a:latin typeface="Yu Gothic"/>
                <a:ea typeface="Yu Gothic"/>
                <a:cs typeface="Yu Gothic"/>
              </a:defRPr>
            </a:pPr>
            <a:r>
              <a:rPr sz="2400" b="1">
                <a:solidFill>
                  <a:srgbClr val="087C62"/>
                </a:solidFill>
                <a:latin typeface="Yu Gothic"/>
                <a:ea typeface="Yu Gothic"/>
                <a:cs typeface="Yu Gothic"/>
              </a:rPr>
              <a:t>01</a:t>
            </a:r>
          </a:p>
        </p:txBody>
      </p:sp>
      <p:sp>
        <p:nvSpPr>
          <p:cNvPr id="4" name="super() は現在のクラスの次から MRO をたどるプロキシを返す。">
            <a:extLst xmlns:a="http://schemas.openxmlformats.org/drawingml/2006/main">
              <a:ext uri="{FF2B5EF4-FFF2-40B4-BE49-F238E27FC236}">
                <a16:creationId xmlns:a16="http://schemas.microsoft.com/office/drawing/2014/main" id="{F4DBF2AC-FAFF-437B-B54E-01DA927F0016}"/>
              </a:ext>
            </a:extLst>
          </p:cNvPr>
          <p:cNvSpPr>
            <a:spLocks xmlns:a="http://schemas.openxmlformats.org/drawingml/2006/main" noGrp="1"/>
          </p:cNvSpPr>
          <p:nvPr/>
        </p:nvSpPr>
        <p:spPr>
          <a:xfrm xmlns:a="http://schemas.openxmlformats.org/drawingml/2006/main">
            <a:off x="1571625" y="1971675"/>
            <a:ext cx="9858375"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0">
                <a:solidFill>
                  <a:srgbClr val="172C40"/>
                </a:solidFill>
                <a:latin typeface="Yu Gothic"/>
                <a:ea typeface="Yu Gothic"/>
                <a:cs typeface="Yu Gothic"/>
              </a:defRPr>
            </a:defPPr>
            <a:lvl1pPr algn="l">
              <a:defRPr sz="2250" b="0">
                <a:solidFill>
                  <a:srgbClr val="172C40"/>
                </a:solidFill>
                <a:latin typeface="Yu Gothic"/>
                <a:ea typeface="Yu Gothic"/>
                <a:cs typeface="Yu Gothic"/>
              </a:defRPr>
            </a:lvl1pPr>
            <a:lvl2pPr algn="l">
              <a:defRPr sz="2250" b="0">
                <a:solidFill>
                  <a:srgbClr val="172C40"/>
                </a:solidFill>
                <a:latin typeface="Yu Gothic"/>
                <a:ea typeface="Yu Gothic"/>
                <a:cs typeface="Yu Gothic"/>
              </a:defRPr>
            </a:lvl2pPr>
            <a:lvl3pPr algn="l">
              <a:defRPr sz="2250" b="0">
                <a:solidFill>
                  <a:srgbClr val="172C40"/>
                </a:solidFill>
                <a:latin typeface="Yu Gothic"/>
                <a:ea typeface="Yu Gothic"/>
                <a:cs typeface="Yu Gothic"/>
              </a:defRPr>
            </a:lvl3pPr>
            <a:lvl4pPr algn="l">
              <a:defRPr sz="2250" b="0">
                <a:solidFill>
                  <a:srgbClr val="172C40"/>
                </a:solidFill>
                <a:latin typeface="Yu Gothic"/>
                <a:ea typeface="Yu Gothic"/>
                <a:cs typeface="Yu Gothic"/>
              </a:defRPr>
            </a:lvl4pPr>
            <a:lvl5pPr algn="l">
              <a:defRPr sz="2250" b="0">
                <a:solidFill>
                  <a:srgbClr val="172C40"/>
                </a:solidFill>
                <a:latin typeface="Yu Gothic"/>
                <a:ea typeface="Yu Gothic"/>
                <a:cs typeface="Yu Gothic"/>
              </a:defRPr>
            </a:lvl5pPr>
            <a:lvl6pPr algn="l">
              <a:defRPr sz="2250" b="0">
                <a:solidFill>
                  <a:srgbClr val="172C40"/>
                </a:solidFill>
                <a:latin typeface="Yu Gothic"/>
                <a:ea typeface="Yu Gothic"/>
                <a:cs typeface="Yu Gothic"/>
              </a:defRPr>
            </a:lvl6pPr>
            <a:lvl7pPr algn="l">
              <a:defRPr sz="2250" b="0">
                <a:solidFill>
                  <a:srgbClr val="172C40"/>
                </a:solidFill>
                <a:latin typeface="Yu Gothic"/>
                <a:ea typeface="Yu Gothic"/>
                <a:cs typeface="Yu Gothic"/>
              </a:defRPr>
            </a:lvl7pPr>
            <a:lvl8pPr algn="l">
              <a:defRPr sz="2250" b="0">
                <a:solidFill>
                  <a:srgbClr val="172C40"/>
                </a:solidFill>
                <a:latin typeface="Yu Gothic"/>
                <a:ea typeface="Yu Gothic"/>
                <a:cs typeface="Yu Gothic"/>
              </a:defRPr>
            </a:lvl8pPr>
            <a:lvl9pPr algn="l">
              <a:defRPr sz="2250" b="0">
                <a:solidFill>
                  <a:srgbClr val="172C40"/>
                </a:solidFill>
                <a:latin typeface="Yu Gothic"/>
                <a:ea typeface="Yu Gothic"/>
                <a:cs typeface="Yu Gothic"/>
              </a:defRPr>
            </a:lvl9pPr>
          </a:lstStyle>
          <a:p xmlns:a="http://schemas.openxmlformats.org/drawingml/2006/main">
            <a:pPr algn="l">
              <a:defRPr sz="2250" b="0">
                <a:solidFill>
                  <a:srgbClr val="172C40"/>
                </a:solidFill>
                <a:latin typeface="Yu Gothic"/>
                <a:ea typeface="Yu Gothic"/>
                <a:cs typeface="Yu Gothic"/>
              </a:defRPr>
            </a:pPr>
            <a:r>
              <a:rPr sz="2250" b="0">
                <a:solidFill>
                  <a:srgbClr val="172C40"/>
                </a:solidFill>
                <a:latin typeface="Yu Gothic"/>
                <a:ea typeface="Yu Gothic"/>
                <a:cs typeface="Yu Gothic"/>
              </a:rPr>
              <a:t>super() は現在のクラスの次から MRO をたどるプロキシを返す。</a:t>
            </a:r>
          </a:p>
        </p:txBody>
      </p:sp>
      <p:sp>
        <p:nvSpPr>
          <p:cNvPr id="5" name="02">
            <a:extLst xmlns:a="http://schemas.openxmlformats.org/drawingml/2006/main">
              <a:ext uri="{FF2B5EF4-FFF2-40B4-BE49-F238E27FC236}">
                <a16:creationId xmlns:a16="http://schemas.microsoft.com/office/drawing/2014/main" id="{6BA4D5B0-8E88-49CE-9CE7-3CA1ABC2156F}"/>
              </a:ext>
            </a:extLst>
          </p:cNvPr>
          <p:cNvSpPr>
            <a:spLocks xmlns:a="http://schemas.openxmlformats.org/drawingml/2006/main" noGrp="1"/>
          </p:cNvSpPr>
          <p:nvPr/>
        </p:nvSpPr>
        <p:spPr>
          <a:xfrm xmlns:a="http://schemas.openxmlformats.org/drawingml/2006/main">
            <a:off x="590550" y="3105150"/>
            <a:ext cx="7048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087C62"/>
                </a:solidFill>
                <a:latin typeface="Yu Gothic"/>
                <a:ea typeface="Yu Gothic"/>
                <a:cs typeface="Yu Gothic"/>
              </a:defRPr>
            </a:defPPr>
            <a:lvl1pPr algn="l">
              <a:defRPr sz="2400" b="1">
                <a:solidFill>
                  <a:srgbClr val="087C62"/>
                </a:solidFill>
                <a:latin typeface="Yu Gothic"/>
                <a:ea typeface="Yu Gothic"/>
                <a:cs typeface="Yu Gothic"/>
              </a:defRPr>
            </a:lvl1pPr>
            <a:lvl2pPr algn="l">
              <a:defRPr sz="2400" b="1">
                <a:solidFill>
                  <a:srgbClr val="087C62"/>
                </a:solidFill>
                <a:latin typeface="Yu Gothic"/>
                <a:ea typeface="Yu Gothic"/>
                <a:cs typeface="Yu Gothic"/>
              </a:defRPr>
            </a:lvl2pPr>
            <a:lvl3pPr algn="l">
              <a:defRPr sz="2400" b="1">
                <a:solidFill>
                  <a:srgbClr val="087C62"/>
                </a:solidFill>
                <a:latin typeface="Yu Gothic"/>
                <a:ea typeface="Yu Gothic"/>
                <a:cs typeface="Yu Gothic"/>
              </a:defRPr>
            </a:lvl3pPr>
            <a:lvl4pPr algn="l">
              <a:defRPr sz="2400" b="1">
                <a:solidFill>
                  <a:srgbClr val="087C62"/>
                </a:solidFill>
                <a:latin typeface="Yu Gothic"/>
                <a:ea typeface="Yu Gothic"/>
                <a:cs typeface="Yu Gothic"/>
              </a:defRPr>
            </a:lvl4pPr>
            <a:lvl5pPr algn="l">
              <a:defRPr sz="2400" b="1">
                <a:solidFill>
                  <a:srgbClr val="087C62"/>
                </a:solidFill>
                <a:latin typeface="Yu Gothic"/>
                <a:ea typeface="Yu Gothic"/>
                <a:cs typeface="Yu Gothic"/>
              </a:defRPr>
            </a:lvl5pPr>
            <a:lvl6pPr algn="l">
              <a:defRPr sz="2400" b="1">
                <a:solidFill>
                  <a:srgbClr val="087C62"/>
                </a:solidFill>
                <a:latin typeface="Yu Gothic"/>
                <a:ea typeface="Yu Gothic"/>
                <a:cs typeface="Yu Gothic"/>
              </a:defRPr>
            </a:lvl6pPr>
            <a:lvl7pPr algn="l">
              <a:defRPr sz="2400" b="1">
                <a:solidFill>
                  <a:srgbClr val="087C62"/>
                </a:solidFill>
                <a:latin typeface="Yu Gothic"/>
                <a:ea typeface="Yu Gothic"/>
                <a:cs typeface="Yu Gothic"/>
              </a:defRPr>
            </a:lvl7pPr>
            <a:lvl8pPr algn="l">
              <a:defRPr sz="2400" b="1">
                <a:solidFill>
                  <a:srgbClr val="087C62"/>
                </a:solidFill>
                <a:latin typeface="Yu Gothic"/>
                <a:ea typeface="Yu Gothic"/>
                <a:cs typeface="Yu Gothic"/>
              </a:defRPr>
            </a:lvl8pPr>
            <a:lvl9pPr algn="l">
              <a:defRPr sz="2400" b="1">
                <a:solidFill>
                  <a:srgbClr val="087C62"/>
                </a:solidFill>
                <a:latin typeface="Yu Gothic"/>
                <a:ea typeface="Yu Gothic"/>
                <a:cs typeface="Yu Gothic"/>
              </a:defRPr>
            </a:lvl9pPr>
          </a:lstStyle>
          <a:p xmlns:a="http://schemas.openxmlformats.org/drawingml/2006/main">
            <a:pPr algn="l">
              <a:defRPr sz="2400" b="1">
                <a:solidFill>
                  <a:srgbClr val="087C62"/>
                </a:solidFill>
                <a:latin typeface="Yu Gothic"/>
                <a:ea typeface="Yu Gothic"/>
                <a:cs typeface="Yu Gothic"/>
              </a:defRPr>
            </a:pPr>
            <a:r>
              <a:rPr sz="2400" b="1">
                <a:solidFill>
                  <a:srgbClr val="087C62"/>
                </a:solidFill>
                <a:latin typeface="Yu Gothic"/>
                <a:ea typeface="Yu Gothic"/>
                <a:cs typeface="Yu Gothic"/>
              </a:rPr>
              <a:t>02</a:t>
            </a:r>
          </a:p>
        </p:txBody>
      </p:sp>
      <p:sp>
        <p:nvSpPr>
          <p:cNvPr id="6" name="この単一継承の例では Actor.update が見つかる。">
            <a:extLst xmlns:a="http://schemas.openxmlformats.org/drawingml/2006/main">
              <a:ext uri="{FF2B5EF4-FFF2-40B4-BE49-F238E27FC236}">
                <a16:creationId xmlns:a16="http://schemas.microsoft.com/office/drawing/2014/main" id="{050FF386-6FD5-46BE-9D4D-2953DB45D33B}"/>
              </a:ext>
            </a:extLst>
          </p:cNvPr>
          <p:cNvSpPr>
            <a:spLocks xmlns:a="http://schemas.openxmlformats.org/drawingml/2006/main" noGrp="1"/>
          </p:cNvSpPr>
          <p:nvPr/>
        </p:nvSpPr>
        <p:spPr>
          <a:xfrm xmlns:a="http://schemas.openxmlformats.org/drawingml/2006/main">
            <a:off x="1571625" y="3105150"/>
            <a:ext cx="9858375"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0">
                <a:solidFill>
                  <a:srgbClr val="172C40"/>
                </a:solidFill>
                <a:latin typeface="Yu Gothic"/>
                <a:ea typeface="Yu Gothic"/>
                <a:cs typeface="Yu Gothic"/>
              </a:defRPr>
            </a:defPPr>
            <a:lvl1pPr algn="l">
              <a:defRPr sz="2250" b="0">
                <a:solidFill>
                  <a:srgbClr val="172C40"/>
                </a:solidFill>
                <a:latin typeface="Yu Gothic"/>
                <a:ea typeface="Yu Gothic"/>
                <a:cs typeface="Yu Gothic"/>
              </a:defRPr>
            </a:lvl1pPr>
            <a:lvl2pPr algn="l">
              <a:defRPr sz="2250" b="0">
                <a:solidFill>
                  <a:srgbClr val="172C40"/>
                </a:solidFill>
                <a:latin typeface="Yu Gothic"/>
                <a:ea typeface="Yu Gothic"/>
                <a:cs typeface="Yu Gothic"/>
              </a:defRPr>
            </a:lvl2pPr>
            <a:lvl3pPr algn="l">
              <a:defRPr sz="2250" b="0">
                <a:solidFill>
                  <a:srgbClr val="172C40"/>
                </a:solidFill>
                <a:latin typeface="Yu Gothic"/>
                <a:ea typeface="Yu Gothic"/>
                <a:cs typeface="Yu Gothic"/>
              </a:defRPr>
            </a:lvl3pPr>
            <a:lvl4pPr algn="l">
              <a:defRPr sz="2250" b="0">
                <a:solidFill>
                  <a:srgbClr val="172C40"/>
                </a:solidFill>
                <a:latin typeface="Yu Gothic"/>
                <a:ea typeface="Yu Gothic"/>
                <a:cs typeface="Yu Gothic"/>
              </a:defRPr>
            </a:lvl4pPr>
            <a:lvl5pPr algn="l">
              <a:defRPr sz="2250" b="0">
                <a:solidFill>
                  <a:srgbClr val="172C40"/>
                </a:solidFill>
                <a:latin typeface="Yu Gothic"/>
                <a:ea typeface="Yu Gothic"/>
                <a:cs typeface="Yu Gothic"/>
              </a:defRPr>
            </a:lvl5pPr>
            <a:lvl6pPr algn="l">
              <a:defRPr sz="2250" b="0">
                <a:solidFill>
                  <a:srgbClr val="172C40"/>
                </a:solidFill>
                <a:latin typeface="Yu Gothic"/>
                <a:ea typeface="Yu Gothic"/>
                <a:cs typeface="Yu Gothic"/>
              </a:defRPr>
            </a:lvl6pPr>
            <a:lvl7pPr algn="l">
              <a:defRPr sz="2250" b="0">
                <a:solidFill>
                  <a:srgbClr val="172C40"/>
                </a:solidFill>
                <a:latin typeface="Yu Gothic"/>
                <a:ea typeface="Yu Gothic"/>
                <a:cs typeface="Yu Gothic"/>
              </a:defRPr>
            </a:lvl7pPr>
            <a:lvl8pPr algn="l">
              <a:defRPr sz="2250" b="0">
                <a:solidFill>
                  <a:srgbClr val="172C40"/>
                </a:solidFill>
                <a:latin typeface="Yu Gothic"/>
                <a:ea typeface="Yu Gothic"/>
                <a:cs typeface="Yu Gothic"/>
              </a:defRPr>
            </a:lvl8pPr>
            <a:lvl9pPr algn="l">
              <a:defRPr sz="2250" b="0">
                <a:solidFill>
                  <a:srgbClr val="172C40"/>
                </a:solidFill>
                <a:latin typeface="Yu Gothic"/>
                <a:ea typeface="Yu Gothic"/>
                <a:cs typeface="Yu Gothic"/>
              </a:defRPr>
            </a:lvl9pPr>
          </a:lstStyle>
          <a:p xmlns:a="http://schemas.openxmlformats.org/drawingml/2006/main">
            <a:pPr algn="l">
              <a:defRPr sz="2250" b="0">
                <a:solidFill>
                  <a:srgbClr val="172C40"/>
                </a:solidFill>
                <a:latin typeface="Yu Gothic"/>
                <a:ea typeface="Yu Gothic"/>
                <a:cs typeface="Yu Gothic"/>
              </a:defRPr>
            </a:pPr>
            <a:r>
              <a:rPr sz="2250" b="0">
                <a:solidFill>
                  <a:srgbClr val="172C40"/>
                </a:solidFill>
                <a:latin typeface="Yu Gothic"/>
                <a:ea typeface="Yu Gothic"/>
                <a:cs typeface="Yu Gothic"/>
              </a:rPr>
              <a:t>この単一継承の例では Actor.update が見つかる。</a:t>
            </a:r>
          </a:p>
        </p:txBody>
      </p:sp>
      <p:sp>
        <p:nvSpPr>
          <p:cNvPr id="7" name="03">
            <a:extLst xmlns:a="http://schemas.openxmlformats.org/drawingml/2006/main">
              <a:ext uri="{FF2B5EF4-FFF2-40B4-BE49-F238E27FC236}">
                <a16:creationId xmlns:a16="http://schemas.microsoft.com/office/drawing/2014/main" id="{F0F1C810-913D-4A66-8675-1FC6F9FBBC6E}"/>
              </a:ext>
            </a:extLst>
          </p:cNvPr>
          <p:cNvSpPr>
            <a:spLocks xmlns:a="http://schemas.openxmlformats.org/drawingml/2006/main" noGrp="1"/>
          </p:cNvSpPr>
          <p:nvPr/>
        </p:nvSpPr>
        <p:spPr>
          <a:xfrm xmlns:a="http://schemas.openxmlformats.org/drawingml/2006/main">
            <a:off x="590550" y="4238625"/>
            <a:ext cx="7048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087C62"/>
                </a:solidFill>
                <a:latin typeface="Yu Gothic"/>
                <a:ea typeface="Yu Gothic"/>
                <a:cs typeface="Yu Gothic"/>
              </a:defRPr>
            </a:defPPr>
            <a:lvl1pPr algn="l">
              <a:defRPr sz="2400" b="1">
                <a:solidFill>
                  <a:srgbClr val="087C62"/>
                </a:solidFill>
                <a:latin typeface="Yu Gothic"/>
                <a:ea typeface="Yu Gothic"/>
                <a:cs typeface="Yu Gothic"/>
              </a:defRPr>
            </a:lvl1pPr>
            <a:lvl2pPr algn="l">
              <a:defRPr sz="2400" b="1">
                <a:solidFill>
                  <a:srgbClr val="087C62"/>
                </a:solidFill>
                <a:latin typeface="Yu Gothic"/>
                <a:ea typeface="Yu Gothic"/>
                <a:cs typeface="Yu Gothic"/>
              </a:defRPr>
            </a:lvl2pPr>
            <a:lvl3pPr algn="l">
              <a:defRPr sz="2400" b="1">
                <a:solidFill>
                  <a:srgbClr val="087C62"/>
                </a:solidFill>
                <a:latin typeface="Yu Gothic"/>
                <a:ea typeface="Yu Gothic"/>
                <a:cs typeface="Yu Gothic"/>
              </a:defRPr>
            </a:lvl3pPr>
            <a:lvl4pPr algn="l">
              <a:defRPr sz="2400" b="1">
                <a:solidFill>
                  <a:srgbClr val="087C62"/>
                </a:solidFill>
                <a:latin typeface="Yu Gothic"/>
                <a:ea typeface="Yu Gothic"/>
                <a:cs typeface="Yu Gothic"/>
              </a:defRPr>
            </a:lvl4pPr>
            <a:lvl5pPr algn="l">
              <a:defRPr sz="2400" b="1">
                <a:solidFill>
                  <a:srgbClr val="087C62"/>
                </a:solidFill>
                <a:latin typeface="Yu Gothic"/>
                <a:ea typeface="Yu Gothic"/>
                <a:cs typeface="Yu Gothic"/>
              </a:defRPr>
            </a:lvl5pPr>
            <a:lvl6pPr algn="l">
              <a:defRPr sz="2400" b="1">
                <a:solidFill>
                  <a:srgbClr val="087C62"/>
                </a:solidFill>
                <a:latin typeface="Yu Gothic"/>
                <a:ea typeface="Yu Gothic"/>
                <a:cs typeface="Yu Gothic"/>
              </a:defRPr>
            </a:lvl6pPr>
            <a:lvl7pPr algn="l">
              <a:defRPr sz="2400" b="1">
                <a:solidFill>
                  <a:srgbClr val="087C62"/>
                </a:solidFill>
                <a:latin typeface="Yu Gothic"/>
                <a:ea typeface="Yu Gothic"/>
                <a:cs typeface="Yu Gothic"/>
              </a:defRPr>
            </a:lvl7pPr>
            <a:lvl8pPr algn="l">
              <a:defRPr sz="2400" b="1">
                <a:solidFill>
                  <a:srgbClr val="087C62"/>
                </a:solidFill>
                <a:latin typeface="Yu Gothic"/>
                <a:ea typeface="Yu Gothic"/>
                <a:cs typeface="Yu Gothic"/>
              </a:defRPr>
            </a:lvl8pPr>
            <a:lvl9pPr algn="l">
              <a:defRPr sz="2400" b="1">
                <a:solidFill>
                  <a:srgbClr val="087C62"/>
                </a:solidFill>
                <a:latin typeface="Yu Gothic"/>
                <a:ea typeface="Yu Gothic"/>
                <a:cs typeface="Yu Gothic"/>
              </a:defRPr>
            </a:lvl9pPr>
          </a:lstStyle>
          <a:p xmlns:a="http://schemas.openxmlformats.org/drawingml/2006/main">
            <a:pPr algn="l">
              <a:defRPr sz="2400" b="1">
                <a:solidFill>
                  <a:srgbClr val="087C62"/>
                </a:solidFill>
                <a:latin typeface="Yu Gothic"/>
                <a:ea typeface="Yu Gothic"/>
                <a:cs typeface="Yu Gothic"/>
              </a:defRPr>
            </a:pPr>
            <a:r>
              <a:rPr sz="2400" b="1">
                <a:solidFill>
                  <a:srgbClr val="087C62"/>
                </a:solidFill>
                <a:latin typeface="Yu Gothic"/>
                <a:ea typeface="Yu Gothic"/>
                <a:cs typeface="Yu Gothic"/>
              </a:rPr>
              <a:t>03</a:t>
            </a:r>
          </a:p>
        </p:txBody>
      </p:sp>
      <p:sp>
        <p:nvSpPr>
          <p:cNvPr id="8" name="self は元の Bullet のままで、別の Actor は作られない。">
            <a:extLst xmlns:a="http://schemas.openxmlformats.org/drawingml/2006/main">
              <a:ext uri="{FF2B5EF4-FFF2-40B4-BE49-F238E27FC236}">
                <a16:creationId xmlns:a16="http://schemas.microsoft.com/office/drawing/2014/main" id="{7FD222F6-3351-4EB7-B88E-3CE46C83EC0B}"/>
              </a:ext>
            </a:extLst>
          </p:cNvPr>
          <p:cNvSpPr>
            <a:spLocks xmlns:a="http://schemas.openxmlformats.org/drawingml/2006/main" noGrp="1"/>
          </p:cNvSpPr>
          <p:nvPr/>
        </p:nvSpPr>
        <p:spPr>
          <a:xfrm xmlns:a="http://schemas.openxmlformats.org/drawingml/2006/main">
            <a:off x="1571625" y="4238625"/>
            <a:ext cx="9858375"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0">
                <a:solidFill>
                  <a:srgbClr val="172C40"/>
                </a:solidFill>
                <a:latin typeface="Yu Gothic"/>
                <a:ea typeface="Yu Gothic"/>
                <a:cs typeface="Yu Gothic"/>
              </a:defRPr>
            </a:defPPr>
            <a:lvl1pPr algn="l">
              <a:defRPr sz="2250" b="0">
                <a:solidFill>
                  <a:srgbClr val="172C40"/>
                </a:solidFill>
                <a:latin typeface="Yu Gothic"/>
                <a:ea typeface="Yu Gothic"/>
                <a:cs typeface="Yu Gothic"/>
              </a:defRPr>
            </a:lvl1pPr>
            <a:lvl2pPr algn="l">
              <a:defRPr sz="2250" b="0">
                <a:solidFill>
                  <a:srgbClr val="172C40"/>
                </a:solidFill>
                <a:latin typeface="Yu Gothic"/>
                <a:ea typeface="Yu Gothic"/>
                <a:cs typeface="Yu Gothic"/>
              </a:defRPr>
            </a:lvl2pPr>
            <a:lvl3pPr algn="l">
              <a:defRPr sz="2250" b="0">
                <a:solidFill>
                  <a:srgbClr val="172C40"/>
                </a:solidFill>
                <a:latin typeface="Yu Gothic"/>
                <a:ea typeface="Yu Gothic"/>
                <a:cs typeface="Yu Gothic"/>
              </a:defRPr>
            </a:lvl3pPr>
            <a:lvl4pPr algn="l">
              <a:defRPr sz="2250" b="0">
                <a:solidFill>
                  <a:srgbClr val="172C40"/>
                </a:solidFill>
                <a:latin typeface="Yu Gothic"/>
                <a:ea typeface="Yu Gothic"/>
                <a:cs typeface="Yu Gothic"/>
              </a:defRPr>
            </a:lvl4pPr>
            <a:lvl5pPr algn="l">
              <a:defRPr sz="2250" b="0">
                <a:solidFill>
                  <a:srgbClr val="172C40"/>
                </a:solidFill>
                <a:latin typeface="Yu Gothic"/>
                <a:ea typeface="Yu Gothic"/>
                <a:cs typeface="Yu Gothic"/>
              </a:defRPr>
            </a:lvl5pPr>
            <a:lvl6pPr algn="l">
              <a:defRPr sz="2250" b="0">
                <a:solidFill>
                  <a:srgbClr val="172C40"/>
                </a:solidFill>
                <a:latin typeface="Yu Gothic"/>
                <a:ea typeface="Yu Gothic"/>
                <a:cs typeface="Yu Gothic"/>
              </a:defRPr>
            </a:lvl6pPr>
            <a:lvl7pPr algn="l">
              <a:defRPr sz="2250" b="0">
                <a:solidFill>
                  <a:srgbClr val="172C40"/>
                </a:solidFill>
                <a:latin typeface="Yu Gothic"/>
                <a:ea typeface="Yu Gothic"/>
                <a:cs typeface="Yu Gothic"/>
              </a:defRPr>
            </a:lvl7pPr>
            <a:lvl8pPr algn="l">
              <a:defRPr sz="2250" b="0">
                <a:solidFill>
                  <a:srgbClr val="172C40"/>
                </a:solidFill>
                <a:latin typeface="Yu Gothic"/>
                <a:ea typeface="Yu Gothic"/>
                <a:cs typeface="Yu Gothic"/>
              </a:defRPr>
            </a:lvl8pPr>
            <a:lvl9pPr algn="l">
              <a:defRPr sz="2250" b="0">
                <a:solidFill>
                  <a:srgbClr val="172C40"/>
                </a:solidFill>
                <a:latin typeface="Yu Gothic"/>
                <a:ea typeface="Yu Gothic"/>
                <a:cs typeface="Yu Gothic"/>
              </a:defRPr>
            </a:lvl9pPr>
          </a:lstStyle>
          <a:p xmlns:a="http://schemas.openxmlformats.org/drawingml/2006/main">
            <a:pPr algn="l">
              <a:defRPr sz="2250" b="0">
                <a:solidFill>
                  <a:srgbClr val="172C40"/>
                </a:solidFill>
                <a:latin typeface="Yu Gothic"/>
                <a:ea typeface="Yu Gothic"/>
                <a:cs typeface="Yu Gothic"/>
              </a:defRPr>
            </a:pPr>
            <a:r>
              <a:rPr sz="2250" b="0">
                <a:solidFill>
                  <a:srgbClr val="172C40"/>
                </a:solidFill>
                <a:latin typeface="Yu Gothic"/>
                <a:ea typeface="Yu Gothic"/>
                <a:cs typeface="Yu Gothic"/>
              </a:rPr>
              <a:t>self は元の Bullet のままで、別の Actor は作られない。</a:t>
            </a:r>
          </a:p>
        </p:txBody>
      </p:sp>
      <p:sp>
        <p:nvSpPr>
          <p:cNvPr id="9" name="14">
            <a:extLst xmlns:a="http://schemas.openxmlformats.org/drawingml/2006/main">
              <a:ext uri="{FF2B5EF4-FFF2-40B4-BE49-F238E27FC236}">
                <a16:creationId xmlns:a16="http://schemas.microsoft.com/office/drawing/2014/main" id="{E64C847F-C950-4324-A56B-173B0C175343}"/>
              </a:ext>
            </a:extLst>
          </p:cNvPr>
          <p:cNvSpPr>
            <a:spLocks xmlns:a="http://schemas.openxmlformats.org/drawingml/2006/main" noGrp="1"/>
          </p:cNvSpPr>
          <p:nvPr/>
        </p:nvSpPr>
        <p:spPr>
          <a:xfrm xmlns:a="http://schemas.openxmlformats.org/drawingml/2006/main">
            <a:off x="11163300" y="6543675"/>
            <a:ext cx="4572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526879"/>
                </a:solidFill>
                <a:latin typeface="Yu Gothic"/>
                <a:ea typeface="Yu Gothic"/>
                <a:cs typeface="Yu Gothic"/>
              </a:defRPr>
            </a:defPPr>
            <a:lvl1pPr algn="l">
              <a:defRPr sz="1200" b="0">
                <a:solidFill>
                  <a:srgbClr val="526879"/>
                </a:solidFill>
                <a:latin typeface="Yu Gothic"/>
                <a:ea typeface="Yu Gothic"/>
                <a:cs typeface="Yu Gothic"/>
              </a:defRPr>
            </a:lvl1pPr>
            <a:lvl2pPr algn="l">
              <a:defRPr sz="1200" b="0">
                <a:solidFill>
                  <a:srgbClr val="526879"/>
                </a:solidFill>
                <a:latin typeface="Yu Gothic"/>
                <a:ea typeface="Yu Gothic"/>
                <a:cs typeface="Yu Gothic"/>
              </a:defRPr>
            </a:lvl2pPr>
            <a:lvl3pPr algn="l">
              <a:defRPr sz="1200" b="0">
                <a:solidFill>
                  <a:srgbClr val="526879"/>
                </a:solidFill>
                <a:latin typeface="Yu Gothic"/>
                <a:ea typeface="Yu Gothic"/>
                <a:cs typeface="Yu Gothic"/>
              </a:defRPr>
            </a:lvl3pPr>
            <a:lvl4pPr algn="l">
              <a:defRPr sz="1200" b="0">
                <a:solidFill>
                  <a:srgbClr val="526879"/>
                </a:solidFill>
                <a:latin typeface="Yu Gothic"/>
                <a:ea typeface="Yu Gothic"/>
                <a:cs typeface="Yu Gothic"/>
              </a:defRPr>
            </a:lvl4pPr>
            <a:lvl5pPr algn="l">
              <a:defRPr sz="1200" b="0">
                <a:solidFill>
                  <a:srgbClr val="526879"/>
                </a:solidFill>
                <a:latin typeface="Yu Gothic"/>
                <a:ea typeface="Yu Gothic"/>
                <a:cs typeface="Yu Gothic"/>
              </a:defRPr>
            </a:lvl5pPr>
            <a:lvl6pPr algn="l">
              <a:defRPr sz="1200" b="0">
                <a:solidFill>
                  <a:srgbClr val="526879"/>
                </a:solidFill>
                <a:latin typeface="Yu Gothic"/>
                <a:ea typeface="Yu Gothic"/>
                <a:cs typeface="Yu Gothic"/>
              </a:defRPr>
            </a:lvl6pPr>
            <a:lvl7pPr algn="l">
              <a:defRPr sz="1200" b="0">
                <a:solidFill>
                  <a:srgbClr val="526879"/>
                </a:solidFill>
                <a:latin typeface="Yu Gothic"/>
                <a:ea typeface="Yu Gothic"/>
                <a:cs typeface="Yu Gothic"/>
              </a:defRPr>
            </a:lvl7pPr>
            <a:lvl8pPr algn="l">
              <a:defRPr sz="1200" b="0">
                <a:solidFill>
                  <a:srgbClr val="526879"/>
                </a:solidFill>
                <a:latin typeface="Yu Gothic"/>
                <a:ea typeface="Yu Gothic"/>
                <a:cs typeface="Yu Gothic"/>
              </a:defRPr>
            </a:lvl8pPr>
            <a:lvl9pPr algn="l">
              <a:defRPr sz="1200" b="0">
                <a:solidFill>
                  <a:srgbClr val="526879"/>
                </a:solidFill>
                <a:latin typeface="Yu Gothic"/>
                <a:ea typeface="Yu Gothic"/>
                <a:cs typeface="Yu Gothic"/>
              </a:defRPr>
            </a:lvl9pPr>
          </a:lstStyle>
          <a:p xmlns:a="http://schemas.openxmlformats.org/drawingml/2006/main">
            <a:pPr algn="l">
              <a:defRPr sz="1200" b="0">
                <a:solidFill>
                  <a:srgbClr val="526879"/>
                </a:solidFill>
                <a:latin typeface="Yu Gothic"/>
                <a:ea typeface="Yu Gothic"/>
                <a:cs typeface="Yu Gothic"/>
              </a:defRPr>
            </a:pPr>
            <a:r>
              <a:rPr sz="1200" b="0">
                <a:solidFill>
                  <a:srgbClr val="526879"/>
                </a:solidFill>
                <a:latin typeface="Yu Gothic"/>
                <a:ea typeface="Yu Gothic"/>
                <a:cs typeface="Yu Gothic"/>
              </a:rPr>
              <a:t>14</a:t>
            </a:r>
          </a:p>
        </p:txBody>
      </p:sp>
    </p:spTree>
    <p:extLst>
      <p:ext uri="{BB962C8B-B14F-4D97-AF65-F5344CB8AC3E}">
        <p14:creationId xmlns:p14="http://schemas.microsoft.com/office/powerpoint/2010/main" val="2049630374"/>
      </p:ext>
    </p:extLst>
  </p:cSld>
</p:sld>
</file>

<file path=ppt/slides/slide15.xml><?xml version="1.0" encoding="utf-8"?>
<p:sld xmlns:p="http://schemas.openxmlformats.org/presentationml/2006/main">
  <p:cSld>
    <p:bg>
      <p:bgPr>
        <a:solidFill xmlns:a="http://schemas.openxmlformats.org/drawingml/2006/main">
          <a:srgbClr val="0B1422"/>
        </a:solidFill>
      </p:bgPr>
    </p:bg>
    <p:spTree>
      <p:nvGrpSpPr>
        <p:cNvPr id="1" name=""/>
        <p:cNvGrpSpPr/>
        <p:nvPr/>
      </p:nvGrpSpPr>
      <p:grpSpPr>
        <a:xfrm xmlns:a="http://schemas.openxmlformats.org/drawingml/2006/main"/>
      </p:grpSpPr>
      <p:sp>
        <p:nvSpPr>
          <p:cNvPr id="14" name="速い敵の追加">
            <a:extLst xmlns:a="http://schemas.openxmlformats.org/drawingml/2006/main">
              <a:ext uri="{FF2B5EF4-FFF2-40B4-BE49-F238E27FC236}">
                <a16:creationId xmlns:a16="http://schemas.microsoft.com/office/drawing/2014/main" id="{6FFEABC4-164F-4AB4-AE56-8EA32C3B0682}"/>
              </a:ext>
            </a:extLst>
          </p:cNvPr>
          <p:cNvSpPr>
            <a:spLocks xmlns:a="http://schemas.openxmlformats.org/drawingml/2006/main" noGrp="1"/>
          </p:cNvSpPr>
          <p:nvPr/>
        </p:nvSpPr>
        <p:spPr>
          <a:xfrm xmlns:a="http://schemas.openxmlformats.org/drawingml/2006/main">
            <a:off x="561975" y="400050"/>
            <a:ext cx="110490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EDF4FB"/>
                </a:solidFill>
                <a:latin typeface="Yu Gothic"/>
                <a:ea typeface="Yu Gothic"/>
                <a:cs typeface="Yu Gothic"/>
              </a:defRPr>
            </a:defPPr>
            <a:lvl1pPr algn="l">
              <a:defRPr sz="3300" b="1">
                <a:solidFill>
                  <a:srgbClr val="EDF4FB"/>
                </a:solidFill>
                <a:latin typeface="Yu Gothic"/>
                <a:ea typeface="Yu Gothic"/>
                <a:cs typeface="Yu Gothic"/>
              </a:defRPr>
            </a:lvl1pPr>
            <a:lvl2pPr algn="l">
              <a:defRPr sz="3300" b="1">
                <a:solidFill>
                  <a:srgbClr val="EDF4FB"/>
                </a:solidFill>
                <a:latin typeface="Yu Gothic"/>
                <a:ea typeface="Yu Gothic"/>
                <a:cs typeface="Yu Gothic"/>
              </a:defRPr>
            </a:lvl2pPr>
            <a:lvl3pPr algn="l">
              <a:defRPr sz="3300" b="1">
                <a:solidFill>
                  <a:srgbClr val="EDF4FB"/>
                </a:solidFill>
                <a:latin typeface="Yu Gothic"/>
                <a:ea typeface="Yu Gothic"/>
                <a:cs typeface="Yu Gothic"/>
              </a:defRPr>
            </a:lvl3pPr>
            <a:lvl4pPr algn="l">
              <a:defRPr sz="3300" b="1">
                <a:solidFill>
                  <a:srgbClr val="EDF4FB"/>
                </a:solidFill>
                <a:latin typeface="Yu Gothic"/>
                <a:ea typeface="Yu Gothic"/>
                <a:cs typeface="Yu Gothic"/>
              </a:defRPr>
            </a:lvl4pPr>
            <a:lvl5pPr algn="l">
              <a:defRPr sz="3300" b="1">
                <a:solidFill>
                  <a:srgbClr val="EDF4FB"/>
                </a:solidFill>
                <a:latin typeface="Yu Gothic"/>
                <a:ea typeface="Yu Gothic"/>
                <a:cs typeface="Yu Gothic"/>
              </a:defRPr>
            </a:lvl5pPr>
            <a:lvl6pPr algn="l">
              <a:defRPr sz="3300" b="1">
                <a:solidFill>
                  <a:srgbClr val="EDF4FB"/>
                </a:solidFill>
                <a:latin typeface="Yu Gothic"/>
                <a:ea typeface="Yu Gothic"/>
                <a:cs typeface="Yu Gothic"/>
              </a:defRPr>
            </a:lvl6pPr>
            <a:lvl7pPr algn="l">
              <a:defRPr sz="3300" b="1">
                <a:solidFill>
                  <a:srgbClr val="EDF4FB"/>
                </a:solidFill>
                <a:latin typeface="Yu Gothic"/>
                <a:ea typeface="Yu Gothic"/>
                <a:cs typeface="Yu Gothic"/>
              </a:defRPr>
            </a:lvl7pPr>
            <a:lvl8pPr algn="l">
              <a:defRPr sz="3300" b="1">
                <a:solidFill>
                  <a:srgbClr val="EDF4FB"/>
                </a:solidFill>
                <a:latin typeface="Yu Gothic"/>
                <a:ea typeface="Yu Gothic"/>
                <a:cs typeface="Yu Gothic"/>
              </a:defRPr>
            </a:lvl8pPr>
            <a:lvl9pPr algn="l">
              <a:defRPr sz="3300" b="1">
                <a:solidFill>
                  <a:srgbClr val="EDF4FB"/>
                </a:solidFill>
                <a:latin typeface="Yu Gothic"/>
                <a:ea typeface="Yu Gothic"/>
                <a:cs typeface="Yu Gothic"/>
              </a:defRPr>
            </a:lvl9pPr>
          </a:lstStyle>
          <a:p xmlns:a="http://schemas.openxmlformats.org/drawingml/2006/main">
            <a:pPr algn="l">
              <a:defRPr sz="3300" b="1">
                <a:solidFill>
                  <a:srgbClr val="EDF4FB"/>
                </a:solidFill>
                <a:latin typeface="Yu Gothic"/>
                <a:ea typeface="Yu Gothic"/>
                <a:cs typeface="Yu Gothic"/>
              </a:defRPr>
            </a:pPr>
            <a:r>
              <a:rPr sz="3300" b="1">
                <a:solidFill>
                  <a:srgbClr val="EDF4FB"/>
                </a:solidFill>
                <a:latin typeface="Yu Gothic"/>
                <a:ea typeface="Yu Gothic"/>
                <a:cs typeface="Yu Gothic"/>
              </a:rPr>
              <a:t>速い敵の追加</a:t>
            </a:r>
          </a:p>
        </p:txBody>
      </p:sp>
      <p:sp>
        <p:nvSpPr>
          <p:cNvPr id="2" name="元の actors.py と組み合わせ、既定値だけを変更する">
            <a:extLst xmlns:a="http://schemas.openxmlformats.org/drawingml/2006/main">
              <a:ext uri="{FF2B5EF4-FFF2-40B4-BE49-F238E27FC236}">
                <a16:creationId xmlns:a16="http://schemas.microsoft.com/office/drawing/2014/main" id="{58A21DFE-A6D4-4013-A58B-09BA73B4475E}"/>
              </a:ext>
            </a:extLst>
          </p:cNvPr>
          <p:cNvSpPr>
            <a:spLocks xmlns:a="http://schemas.openxmlformats.org/drawingml/2006/main" noGrp="1"/>
          </p:cNvSpPr>
          <p:nvPr/>
        </p:nvSpPr>
        <p:spPr>
          <a:xfrm xmlns:a="http://schemas.openxmlformats.org/drawingml/2006/main">
            <a:off x="581025" y="1123950"/>
            <a:ext cx="1100137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68EDBE"/>
                </a:solidFill>
                <a:latin typeface="Yu Gothic"/>
                <a:ea typeface="Yu Gothic"/>
                <a:cs typeface="Yu Gothic"/>
              </a:defRPr>
            </a:defPPr>
            <a:lvl1pPr algn="l">
              <a:defRPr sz="1800" b="0">
                <a:solidFill>
                  <a:srgbClr val="68EDBE"/>
                </a:solidFill>
                <a:latin typeface="Yu Gothic"/>
                <a:ea typeface="Yu Gothic"/>
                <a:cs typeface="Yu Gothic"/>
              </a:defRPr>
            </a:lvl1pPr>
            <a:lvl2pPr algn="l">
              <a:defRPr sz="1800" b="0">
                <a:solidFill>
                  <a:srgbClr val="68EDBE"/>
                </a:solidFill>
                <a:latin typeface="Yu Gothic"/>
                <a:ea typeface="Yu Gothic"/>
                <a:cs typeface="Yu Gothic"/>
              </a:defRPr>
            </a:lvl2pPr>
            <a:lvl3pPr algn="l">
              <a:defRPr sz="1800" b="0">
                <a:solidFill>
                  <a:srgbClr val="68EDBE"/>
                </a:solidFill>
                <a:latin typeface="Yu Gothic"/>
                <a:ea typeface="Yu Gothic"/>
                <a:cs typeface="Yu Gothic"/>
              </a:defRPr>
            </a:lvl3pPr>
            <a:lvl4pPr algn="l">
              <a:defRPr sz="1800" b="0">
                <a:solidFill>
                  <a:srgbClr val="68EDBE"/>
                </a:solidFill>
                <a:latin typeface="Yu Gothic"/>
                <a:ea typeface="Yu Gothic"/>
                <a:cs typeface="Yu Gothic"/>
              </a:defRPr>
            </a:lvl4pPr>
            <a:lvl5pPr algn="l">
              <a:defRPr sz="1800" b="0">
                <a:solidFill>
                  <a:srgbClr val="68EDBE"/>
                </a:solidFill>
                <a:latin typeface="Yu Gothic"/>
                <a:ea typeface="Yu Gothic"/>
                <a:cs typeface="Yu Gothic"/>
              </a:defRPr>
            </a:lvl5pPr>
            <a:lvl6pPr algn="l">
              <a:defRPr sz="1800" b="0">
                <a:solidFill>
                  <a:srgbClr val="68EDBE"/>
                </a:solidFill>
                <a:latin typeface="Yu Gothic"/>
                <a:ea typeface="Yu Gothic"/>
                <a:cs typeface="Yu Gothic"/>
              </a:defRPr>
            </a:lvl6pPr>
            <a:lvl7pPr algn="l">
              <a:defRPr sz="1800" b="0">
                <a:solidFill>
                  <a:srgbClr val="68EDBE"/>
                </a:solidFill>
                <a:latin typeface="Yu Gothic"/>
                <a:ea typeface="Yu Gothic"/>
                <a:cs typeface="Yu Gothic"/>
              </a:defRPr>
            </a:lvl7pPr>
            <a:lvl8pPr algn="l">
              <a:defRPr sz="1800" b="0">
                <a:solidFill>
                  <a:srgbClr val="68EDBE"/>
                </a:solidFill>
                <a:latin typeface="Yu Gothic"/>
                <a:ea typeface="Yu Gothic"/>
                <a:cs typeface="Yu Gothic"/>
              </a:defRPr>
            </a:lvl8pPr>
            <a:lvl9pPr algn="l">
              <a:defRPr sz="1800" b="0">
                <a:solidFill>
                  <a:srgbClr val="68EDBE"/>
                </a:solidFill>
                <a:latin typeface="Yu Gothic"/>
                <a:ea typeface="Yu Gothic"/>
                <a:cs typeface="Yu Gothic"/>
              </a:defRPr>
            </a:lvl9pPr>
          </a:lstStyle>
          <a:p xmlns:a="http://schemas.openxmlformats.org/drawingml/2006/main">
            <a:pPr algn="l">
              <a:defRPr sz="1800" b="0">
                <a:solidFill>
                  <a:srgbClr val="68EDBE"/>
                </a:solidFill>
                <a:latin typeface="Yu Gothic"/>
                <a:ea typeface="Yu Gothic"/>
                <a:cs typeface="Yu Gothic"/>
              </a:defRPr>
            </a:pPr>
            <a:r>
              <a:rPr sz="1800" b="0">
                <a:solidFill>
                  <a:srgbClr val="68EDBE"/>
                </a:solidFill>
                <a:latin typeface="Yu Gothic"/>
                <a:ea typeface="Yu Gothic"/>
                <a:cs typeface="Yu Gothic"/>
              </a:rPr>
              <a:t>元の actors.py と組み合わせ、既定値だけを変更する</a:t>
            </a:r>
          </a:p>
        </p:txBody>
      </p:sp>
      <p:sp>
        <p:nvSpPr>
          <p:cNvPr id="3" name="class FastEnemy(Enemy):">
            <a:extLst xmlns:a="http://schemas.openxmlformats.org/drawingml/2006/main">
              <a:ext uri="{FF2B5EF4-FFF2-40B4-BE49-F238E27FC236}">
                <a16:creationId xmlns:a16="http://schemas.microsoft.com/office/drawing/2014/main" id="{3790D485-4469-482F-BD1E-2ACC7C5AA0ED}"/>
              </a:ext>
            </a:extLst>
          </p:cNvPr>
          <p:cNvSpPr>
            <a:spLocks xmlns:a="http://schemas.openxmlformats.org/drawingml/2006/main" noGrp="1"/>
          </p:cNvSpPr>
          <p:nvPr/>
        </p:nvSpPr>
        <p:spPr>
          <a:xfrm xmlns:a="http://schemas.openxmlformats.org/drawingml/2006/main">
            <a:off x="590550" y="1838325"/>
            <a:ext cx="10953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EDF4FB"/>
                </a:solidFill>
                <a:latin typeface="Consolas"/>
                <a:ea typeface="Consolas"/>
                <a:cs typeface="Consolas"/>
              </a:defRPr>
            </a:defPPr>
            <a:lvl1pPr algn="l">
              <a:defRPr sz="1950" b="0">
                <a:solidFill>
                  <a:srgbClr val="EDF4FB"/>
                </a:solidFill>
                <a:latin typeface="Consolas"/>
                <a:ea typeface="Consolas"/>
                <a:cs typeface="Consolas"/>
              </a:defRPr>
            </a:lvl1pPr>
            <a:lvl2pPr algn="l">
              <a:defRPr sz="1950" b="0">
                <a:solidFill>
                  <a:srgbClr val="EDF4FB"/>
                </a:solidFill>
                <a:latin typeface="Consolas"/>
                <a:ea typeface="Consolas"/>
                <a:cs typeface="Consolas"/>
              </a:defRPr>
            </a:lvl2pPr>
            <a:lvl3pPr algn="l">
              <a:defRPr sz="1950" b="0">
                <a:solidFill>
                  <a:srgbClr val="EDF4FB"/>
                </a:solidFill>
                <a:latin typeface="Consolas"/>
                <a:ea typeface="Consolas"/>
                <a:cs typeface="Consolas"/>
              </a:defRPr>
            </a:lvl3pPr>
            <a:lvl4pPr algn="l">
              <a:defRPr sz="1950" b="0">
                <a:solidFill>
                  <a:srgbClr val="EDF4FB"/>
                </a:solidFill>
                <a:latin typeface="Consolas"/>
                <a:ea typeface="Consolas"/>
                <a:cs typeface="Consolas"/>
              </a:defRPr>
            </a:lvl4pPr>
            <a:lvl5pPr algn="l">
              <a:defRPr sz="1950" b="0">
                <a:solidFill>
                  <a:srgbClr val="EDF4FB"/>
                </a:solidFill>
                <a:latin typeface="Consolas"/>
                <a:ea typeface="Consolas"/>
                <a:cs typeface="Consolas"/>
              </a:defRPr>
            </a:lvl5pPr>
            <a:lvl6pPr algn="l">
              <a:defRPr sz="1950" b="0">
                <a:solidFill>
                  <a:srgbClr val="EDF4FB"/>
                </a:solidFill>
                <a:latin typeface="Consolas"/>
                <a:ea typeface="Consolas"/>
                <a:cs typeface="Consolas"/>
              </a:defRPr>
            </a:lvl6pPr>
            <a:lvl7pPr algn="l">
              <a:defRPr sz="1950" b="0">
                <a:solidFill>
                  <a:srgbClr val="EDF4FB"/>
                </a:solidFill>
                <a:latin typeface="Consolas"/>
                <a:ea typeface="Consolas"/>
                <a:cs typeface="Consolas"/>
              </a:defRPr>
            </a:lvl7pPr>
            <a:lvl8pPr algn="l">
              <a:defRPr sz="1950" b="0">
                <a:solidFill>
                  <a:srgbClr val="EDF4FB"/>
                </a:solidFill>
                <a:latin typeface="Consolas"/>
                <a:ea typeface="Consolas"/>
                <a:cs typeface="Consolas"/>
              </a:defRPr>
            </a:lvl8pPr>
            <a:lvl9pPr algn="l">
              <a:defRPr sz="1950" b="0">
                <a:solidFill>
                  <a:srgbClr val="EDF4FB"/>
                </a:solidFill>
                <a:latin typeface="Consolas"/>
                <a:ea typeface="Consolas"/>
                <a:cs typeface="Consolas"/>
              </a:defRPr>
            </a:lvl9pPr>
          </a:lstStyle>
          <a:p xmlns:a="http://schemas.openxmlformats.org/drawingml/2006/main">
            <a:pPr algn="l">
              <a:defRPr sz="1950" b="0">
                <a:solidFill>
                  <a:srgbClr val="EDF4FB"/>
                </a:solidFill>
                <a:latin typeface="Consolas"/>
                <a:ea typeface="Consolas"/>
                <a:cs typeface="Consolas"/>
              </a:defRPr>
            </a:pPr>
            <a:r>
              <a:rPr sz="1950" b="0">
                <a:solidFill>
                  <a:srgbClr val="EDF4FB"/>
                </a:solidFill>
                <a:latin typeface="Consolas"/>
                <a:ea typeface="Consolas"/>
                <a:cs typeface="Consolas"/>
              </a:rPr>
              <a:t>class FastEnemy(Enemy):</a:t>
            </a:r>
          </a:p>
        </p:txBody>
      </p:sp>
      <p:sp>
        <p:nvSpPr>
          <p:cNvPr id="4" name="    def __init__(self, name, position):">
            <a:extLst xmlns:a="http://schemas.openxmlformats.org/drawingml/2006/main">
              <a:ext uri="{FF2B5EF4-FFF2-40B4-BE49-F238E27FC236}">
                <a16:creationId xmlns:a16="http://schemas.microsoft.com/office/drawing/2014/main" id="{4F1CC471-02BA-4147-91BA-EE7744A92C83}"/>
              </a:ext>
            </a:extLst>
          </p:cNvPr>
          <p:cNvSpPr>
            <a:spLocks xmlns:a="http://schemas.openxmlformats.org/drawingml/2006/main" noGrp="1"/>
          </p:cNvSpPr>
          <p:nvPr/>
        </p:nvSpPr>
        <p:spPr>
          <a:xfrm xmlns:a="http://schemas.openxmlformats.org/drawingml/2006/main">
            <a:off x="590550" y="2143125"/>
            <a:ext cx="10953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EDF4FB"/>
                </a:solidFill>
                <a:latin typeface="Consolas"/>
                <a:ea typeface="Consolas"/>
                <a:cs typeface="Consolas"/>
              </a:defRPr>
            </a:defPPr>
            <a:lvl1pPr algn="l">
              <a:defRPr sz="1950" b="0">
                <a:solidFill>
                  <a:srgbClr val="EDF4FB"/>
                </a:solidFill>
                <a:latin typeface="Consolas"/>
                <a:ea typeface="Consolas"/>
                <a:cs typeface="Consolas"/>
              </a:defRPr>
            </a:lvl1pPr>
            <a:lvl2pPr algn="l">
              <a:defRPr sz="1950" b="0">
                <a:solidFill>
                  <a:srgbClr val="EDF4FB"/>
                </a:solidFill>
                <a:latin typeface="Consolas"/>
                <a:ea typeface="Consolas"/>
                <a:cs typeface="Consolas"/>
              </a:defRPr>
            </a:lvl2pPr>
            <a:lvl3pPr algn="l">
              <a:defRPr sz="1950" b="0">
                <a:solidFill>
                  <a:srgbClr val="EDF4FB"/>
                </a:solidFill>
                <a:latin typeface="Consolas"/>
                <a:ea typeface="Consolas"/>
                <a:cs typeface="Consolas"/>
              </a:defRPr>
            </a:lvl3pPr>
            <a:lvl4pPr algn="l">
              <a:defRPr sz="1950" b="0">
                <a:solidFill>
                  <a:srgbClr val="EDF4FB"/>
                </a:solidFill>
                <a:latin typeface="Consolas"/>
                <a:ea typeface="Consolas"/>
                <a:cs typeface="Consolas"/>
              </a:defRPr>
            </a:lvl4pPr>
            <a:lvl5pPr algn="l">
              <a:defRPr sz="1950" b="0">
                <a:solidFill>
                  <a:srgbClr val="EDF4FB"/>
                </a:solidFill>
                <a:latin typeface="Consolas"/>
                <a:ea typeface="Consolas"/>
                <a:cs typeface="Consolas"/>
              </a:defRPr>
            </a:lvl5pPr>
            <a:lvl6pPr algn="l">
              <a:defRPr sz="1950" b="0">
                <a:solidFill>
                  <a:srgbClr val="EDF4FB"/>
                </a:solidFill>
                <a:latin typeface="Consolas"/>
                <a:ea typeface="Consolas"/>
                <a:cs typeface="Consolas"/>
              </a:defRPr>
            </a:lvl6pPr>
            <a:lvl7pPr algn="l">
              <a:defRPr sz="1950" b="0">
                <a:solidFill>
                  <a:srgbClr val="EDF4FB"/>
                </a:solidFill>
                <a:latin typeface="Consolas"/>
                <a:ea typeface="Consolas"/>
                <a:cs typeface="Consolas"/>
              </a:defRPr>
            </a:lvl7pPr>
            <a:lvl8pPr algn="l">
              <a:defRPr sz="1950" b="0">
                <a:solidFill>
                  <a:srgbClr val="EDF4FB"/>
                </a:solidFill>
                <a:latin typeface="Consolas"/>
                <a:ea typeface="Consolas"/>
                <a:cs typeface="Consolas"/>
              </a:defRPr>
            </a:lvl8pPr>
            <a:lvl9pPr algn="l">
              <a:defRPr sz="1950" b="0">
                <a:solidFill>
                  <a:srgbClr val="EDF4FB"/>
                </a:solidFill>
                <a:latin typeface="Consolas"/>
                <a:ea typeface="Consolas"/>
                <a:cs typeface="Consolas"/>
              </a:defRPr>
            </a:lvl9pPr>
          </a:lstStyle>
          <a:p xmlns:a="http://schemas.openxmlformats.org/drawingml/2006/main">
            <a:pPr algn="l">
              <a:defRPr sz="1950" b="0">
                <a:solidFill>
                  <a:srgbClr val="EDF4FB"/>
                </a:solidFill>
                <a:latin typeface="Consolas"/>
                <a:ea typeface="Consolas"/>
                <a:cs typeface="Consolas"/>
              </a:defRPr>
            </a:pPr>
            <a:r>
              <a:rPr sz="1950" b="0">
                <a:solidFill>
                  <a:srgbClr val="EDF4FB"/>
                </a:solidFill>
                <a:latin typeface="Consolas"/>
                <a:ea typeface="Consolas"/>
                <a:cs typeface="Consolas"/>
              </a:rPr>
              <a:t>    def __init__(self, name, position):</a:t>
            </a:r>
          </a:p>
        </p:txBody>
      </p:sp>
      <p:sp>
        <p:nvSpPr>
          <p:cNvPr id="5" name="        super().__init__(name, position, speed=160)">
            <a:extLst xmlns:a="http://schemas.openxmlformats.org/drawingml/2006/main">
              <a:ext uri="{FF2B5EF4-FFF2-40B4-BE49-F238E27FC236}">
                <a16:creationId xmlns:a16="http://schemas.microsoft.com/office/drawing/2014/main" id="{EF10ED52-5F27-4038-9C14-4F1D39A3CC71}"/>
              </a:ext>
            </a:extLst>
          </p:cNvPr>
          <p:cNvSpPr>
            <a:spLocks xmlns:a="http://schemas.openxmlformats.org/drawingml/2006/main" noGrp="1"/>
          </p:cNvSpPr>
          <p:nvPr/>
        </p:nvSpPr>
        <p:spPr>
          <a:xfrm xmlns:a="http://schemas.openxmlformats.org/drawingml/2006/main">
            <a:off x="590550" y="2447925"/>
            <a:ext cx="10953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EDF4FB"/>
                </a:solidFill>
                <a:latin typeface="Consolas"/>
                <a:ea typeface="Consolas"/>
                <a:cs typeface="Consolas"/>
              </a:defRPr>
            </a:defPPr>
            <a:lvl1pPr algn="l">
              <a:defRPr sz="1950" b="0">
                <a:solidFill>
                  <a:srgbClr val="EDF4FB"/>
                </a:solidFill>
                <a:latin typeface="Consolas"/>
                <a:ea typeface="Consolas"/>
                <a:cs typeface="Consolas"/>
              </a:defRPr>
            </a:lvl1pPr>
            <a:lvl2pPr algn="l">
              <a:defRPr sz="1950" b="0">
                <a:solidFill>
                  <a:srgbClr val="EDF4FB"/>
                </a:solidFill>
                <a:latin typeface="Consolas"/>
                <a:ea typeface="Consolas"/>
                <a:cs typeface="Consolas"/>
              </a:defRPr>
            </a:lvl2pPr>
            <a:lvl3pPr algn="l">
              <a:defRPr sz="1950" b="0">
                <a:solidFill>
                  <a:srgbClr val="EDF4FB"/>
                </a:solidFill>
                <a:latin typeface="Consolas"/>
                <a:ea typeface="Consolas"/>
                <a:cs typeface="Consolas"/>
              </a:defRPr>
            </a:lvl3pPr>
            <a:lvl4pPr algn="l">
              <a:defRPr sz="1950" b="0">
                <a:solidFill>
                  <a:srgbClr val="EDF4FB"/>
                </a:solidFill>
                <a:latin typeface="Consolas"/>
                <a:ea typeface="Consolas"/>
                <a:cs typeface="Consolas"/>
              </a:defRPr>
            </a:lvl4pPr>
            <a:lvl5pPr algn="l">
              <a:defRPr sz="1950" b="0">
                <a:solidFill>
                  <a:srgbClr val="EDF4FB"/>
                </a:solidFill>
                <a:latin typeface="Consolas"/>
                <a:ea typeface="Consolas"/>
                <a:cs typeface="Consolas"/>
              </a:defRPr>
            </a:lvl5pPr>
            <a:lvl6pPr algn="l">
              <a:defRPr sz="1950" b="0">
                <a:solidFill>
                  <a:srgbClr val="EDF4FB"/>
                </a:solidFill>
                <a:latin typeface="Consolas"/>
                <a:ea typeface="Consolas"/>
                <a:cs typeface="Consolas"/>
              </a:defRPr>
            </a:lvl6pPr>
            <a:lvl7pPr algn="l">
              <a:defRPr sz="1950" b="0">
                <a:solidFill>
                  <a:srgbClr val="EDF4FB"/>
                </a:solidFill>
                <a:latin typeface="Consolas"/>
                <a:ea typeface="Consolas"/>
                <a:cs typeface="Consolas"/>
              </a:defRPr>
            </a:lvl7pPr>
            <a:lvl8pPr algn="l">
              <a:defRPr sz="1950" b="0">
                <a:solidFill>
                  <a:srgbClr val="EDF4FB"/>
                </a:solidFill>
                <a:latin typeface="Consolas"/>
                <a:ea typeface="Consolas"/>
                <a:cs typeface="Consolas"/>
              </a:defRPr>
            </a:lvl8pPr>
            <a:lvl9pPr algn="l">
              <a:defRPr sz="1950" b="0">
                <a:solidFill>
                  <a:srgbClr val="EDF4FB"/>
                </a:solidFill>
                <a:latin typeface="Consolas"/>
                <a:ea typeface="Consolas"/>
                <a:cs typeface="Consolas"/>
              </a:defRPr>
            </a:lvl9pPr>
          </a:lstStyle>
          <a:p xmlns:a="http://schemas.openxmlformats.org/drawingml/2006/main">
            <a:pPr algn="l">
              <a:defRPr sz="1950" b="0">
                <a:solidFill>
                  <a:srgbClr val="EDF4FB"/>
                </a:solidFill>
                <a:latin typeface="Consolas"/>
                <a:ea typeface="Consolas"/>
                <a:cs typeface="Consolas"/>
              </a:defRPr>
            </a:pPr>
            <a:r>
              <a:rPr sz="1950" b="0">
                <a:solidFill>
                  <a:srgbClr val="EDF4FB"/>
                </a:solidFill>
                <a:latin typeface="Consolas"/>
                <a:ea typeface="Consolas"/>
                <a:cs typeface="Consolas"/>
              </a:rPr>
              <a:t>        super().__init__(name, position, speed=160)</a:t>
            </a:r>
          </a:p>
        </p:txBody>
      </p:sp>
      <p:sp>
        <p:nvSpPr>
          <p:cNvPr id="6" name="">
            <a:extLst xmlns:a="http://schemas.openxmlformats.org/drawingml/2006/main">
              <a:ext uri="{FF2B5EF4-FFF2-40B4-BE49-F238E27FC236}">
                <a16:creationId xmlns:a16="http://schemas.microsoft.com/office/drawing/2014/main" id="{881614BE-2F5F-4BE4-8894-AB32C2335446}"/>
              </a:ext>
            </a:extLst>
          </p:cNvPr>
          <p:cNvSpPr>
            <a:spLocks xmlns:a="http://schemas.openxmlformats.org/drawingml/2006/main" noGrp="1"/>
          </p:cNvSpPr>
          <p:nvPr/>
        </p:nvSpPr>
        <p:spPr>
          <a:xfrm xmlns:a="http://schemas.openxmlformats.org/drawingml/2006/main">
            <a:off x="590550" y="2752725"/>
            <a:ext cx="10953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EDF4FB"/>
                </a:solidFill>
                <a:latin typeface="Consolas"/>
                <a:ea typeface="Consolas"/>
                <a:cs typeface="Consolas"/>
              </a:defRPr>
            </a:defPPr>
            <a:lvl1pPr algn="l">
              <a:defRPr sz="1950" b="0">
                <a:solidFill>
                  <a:srgbClr val="EDF4FB"/>
                </a:solidFill>
                <a:latin typeface="Consolas"/>
                <a:ea typeface="Consolas"/>
                <a:cs typeface="Consolas"/>
              </a:defRPr>
            </a:lvl1pPr>
            <a:lvl2pPr algn="l">
              <a:defRPr sz="1950" b="0">
                <a:solidFill>
                  <a:srgbClr val="EDF4FB"/>
                </a:solidFill>
                <a:latin typeface="Consolas"/>
                <a:ea typeface="Consolas"/>
                <a:cs typeface="Consolas"/>
              </a:defRPr>
            </a:lvl2pPr>
            <a:lvl3pPr algn="l">
              <a:defRPr sz="1950" b="0">
                <a:solidFill>
                  <a:srgbClr val="EDF4FB"/>
                </a:solidFill>
                <a:latin typeface="Consolas"/>
                <a:ea typeface="Consolas"/>
                <a:cs typeface="Consolas"/>
              </a:defRPr>
            </a:lvl3pPr>
            <a:lvl4pPr algn="l">
              <a:defRPr sz="1950" b="0">
                <a:solidFill>
                  <a:srgbClr val="EDF4FB"/>
                </a:solidFill>
                <a:latin typeface="Consolas"/>
                <a:ea typeface="Consolas"/>
                <a:cs typeface="Consolas"/>
              </a:defRPr>
            </a:lvl4pPr>
            <a:lvl5pPr algn="l">
              <a:defRPr sz="1950" b="0">
                <a:solidFill>
                  <a:srgbClr val="EDF4FB"/>
                </a:solidFill>
                <a:latin typeface="Consolas"/>
                <a:ea typeface="Consolas"/>
                <a:cs typeface="Consolas"/>
              </a:defRPr>
            </a:lvl5pPr>
            <a:lvl6pPr algn="l">
              <a:defRPr sz="1950" b="0">
                <a:solidFill>
                  <a:srgbClr val="EDF4FB"/>
                </a:solidFill>
                <a:latin typeface="Consolas"/>
                <a:ea typeface="Consolas"/>
                <a:cs typeface="Consolas"/>
              </a:defRPr>
            </a:lvl6pPr>
            <a:lvl7pPr algn="l">
              <a:defRPr sz="1950" b="0">
                <a:solidFill>
                  <a:srgbClr val="EDF4FB"/>
                </a:solidFill>
                <a:latin typeface="Consolas"/>
                <a:ea typeface="Consolas"/>
                <a:cs typeface="Consolas"/>
              </a:defRPr>
            </a:lvl7pPr>
            <a:lvl8pPr algn="l">
              <a:defRPr sz="1950" b="0">
                <a:solidFill>
                  <a:srgbClr val="EDF4FB"/>
                </a:solidFill>
                <a:latin typeface="Consolas"/>
                <a:ea typeface="Consolas"/>
                <a:cs typeface="Consolas"/>
              </a:defRPr>
            </a:lvl8pPr>
            <a:lvl9pPr algn="l">
              <a:defRPr sz="1950" b="0">
                <a:solidFill>
                  <a:srgbClr val="EDF4FB"/>
                </a:solidFill>
                <a:latin typeface="Consolas"/>
                <a:ea typeface="Consolas"/>
                <a:cs typeface="Consolas"/>
              </a:defRPr>
            </a:lvl9pPr>
          </a:lstStyle>
          <a:p xmlns:a="http://schemas.openxmlformats.org/drawingml/2006/main">
            <a:r>
              <a:t/>
            </a:r>
          </a:p>
        </p:txBody>
      </p:sp>
      <p:sp>
        <p:nvSpPr>
          <p:cNvPr id="7" name="fast = FastEnemy(&quot;F01&quot;, (200, 100))">
            <a:extLst xmlns:a="http://schemas.openxmlformats.org/drawingml/2006/main">
              <a:ext uri="{FF2B5EF4-FFF2-40B4-BE49-F238E27FC236}">
                <a16:creationId xmlns:a16="http://schemas.microsoft.com/office/drawing/2014/main" id="{34C88617-554C-4C3C-93EB-B707D4C6288F}"/>
              </a:ext>
            </a:extLst>
          </p:cNvPr>
          <p:cNvSpPr>
            <a:spLocks xmlns:a="http://schemas.openxmlformats.org/drawingml/2006/main" noGrp="1"/>
          </p:cNvSpPr>
          <p:nvPr/>
        </p:nvSpPr>
        <p:spPr>
          <a:xfrm xmlns:a="http://schemas.openxmlformats.org/drawingml/2006/main">
            <a:off x="590550" y="3057525"/>
            <a:ext cx="10953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EDF4FB"/>
                </a:solidFill>
                <a:latin typeface="Consolas"/>
                <a:ea typeface="Consolas"/>
                <a:cs typeface="Consolas"/>
              </a:defRPr>
            </a:defPPr>
            <a:lvl1pPr algn="l">
              <a:defRPr sz="1950" b="0">
                <a:solidFill>
                  <a:srgbClr val="EDF4FB"/>
                </a:solidFill>
                <a:latin typeface="Consolas"/>
                <a:ea typeface="Consolas"/>
                <a:cs typeface="Consolas"/>
              </a:defRPr>
            </a:lvl1pPr>
            <a:lvl2pPr algn="l">
              <a:defRPr sz="1950" b="0">
                <a:solidFill>
                  <a:srgbClr val="EDF4FB"/>
                </a:solidFill>
                <a:latin typeface="Consolas"/>
                <a:ea typeface="Consolas"/>
                <a:cs typeface="Consolas"/>
              </a:defRPr>
            </a:lvl2pPr>
            <a:lvl3pPr algn="l">
              <a:defRPr sz="1950" b="0">
                <a:solidFill>
                  <a:srgbClr val="EDF4FB"/>
                </a:solidFill>
                <a:latin typeface="Consolas"/>
                <a:ea typeface="Consolas"/>
                <a:cs typeface="Consolas"/>
              </a:defRPr>
            </a:lvl3pPr>
            <a:lvl4pPr algn="l">
              <a:defRPr sz="1950" b="0">
                <a:solidFill>
                  <a:srgbClr val="EDF4FB"/>
                </a:solidFill>
                <a:latin typeface="Consolas"/>
                <a:ea typeface="Consolas"/>
                <a:cs typeface="Consolas"/>
              </a:defRPr>
            </a:lvl4pPr>
            <a:lvl5pPr algn="l">
              <a:defRPr sz="1950" b="0">
                <a:solidFill>
                  <a:srgbClr val="EDF4FB"/>
                </a:solidFill>
                <a:latin typeface="Consolas"/>
                <a:ea typeface="Consolas"/>
                <a:cs typeface="Consolas"/>
              </a:defRPr>
            </a:lvl5pPr>
            <a:lvl6pPr algn="l">
              <a:defRPr sz="1950" b="0">
                <a:solidFill>
                  <a:srgbClr val="EDF4FB"/>
                </a:solidFill>
                <a:latin typeface="Consolas"/>
                <a:ea typeface="Consolas"/>
                <a:cs typeface="Consolas"/>
              </a:defRPr>
            </a:lvl6pPr>
            <a:lvl7pPr algn="l">
              <a:defRPr sz="1950" b="0">
                <a:solidFill>
                  <a:srgbClr val="EDF4FB"/>
                </a:solidFill>
                <a:latin typeface="Consolas"/>
                <a:ea typeface="Consolas"/>
                <a:cs typeface="Consolas"/>
              </a:defRPr>
            </a:lvl7pPr>
            <a:lvl8pPr algn="l">
              <a:defRPr sz="1950" b="0">
                <a:solidFill>
                  <a:srgbClr val="EDF4FB"/>
                </a:solidFill>
                <a:latin typeface="Consolas"/>
                <a:ea typeface="Consolas"/>
                <a:cs typeface="Consolas"/>
              </a:defRPr>
            </a:lvl8pPr>
            <a:lvl9pPr algn="l">
              <a:defRPr sz="1950" b="0">
                <a:solidFill>
                  <a:srgbClr val="EDF4FB"/>
                </a:solidFill>
                <a:latin typeface="Consolas"/>
                <a:ea typeface="Consolas"/>
                <a:cs typeface="Consolas"/>
              </a:defRPr>
            </a:lvl9pPr>
          </a:lstStyle>
          <a:p xmlns:a="http://schemas.openxmlformats.org/drawingml/2006/main">
            <a:pPr algn="l">
              <a:defRPr sz="1950" b="0">
                <a:solidFill>
                  <a:srgbClr val="EDF4FB"/>
                </a:solidFill>
                <a:latin typeface="Consolas"/>
                <a:ea typeface="Consolas"/>
                <a:cs typeface="Consolas"/>
              </a:defRPr>
            </a:pPr>
            <a:r>
              <a:rPr sz="1950" b="0">
                <a:solidFill>
                  <a:srgbClr val="EDF4FB"/>
                </a:solidFill>
                <a:latin typeface="Consolas"/>
                <a:ea typeface="Consolas"/>
                <a:cs typeface="Consolas"/>
              </a:rPr>
              <a:t>fast = FastEnemy("F01", (200, 100))</a:t>
            </a:r>
          </a:p>
        </p:txBody>
      </p:sp>
      <p:sp>
        <p:nvSpPr>
          <p:cNvPr id="8" name="fast.update(0.25)">
            <a:extLst xmlns:a="http://schemas.openxmlformats.org/drawingml/2006/main">
              <a:ext uri="{FF2B5EF4-FFF2-40B4-BE49-F238E27FC236}">
                <a16:creationId xmlns:a16="http://schemas.microsoft.com/office/drawing/2014/main" id="{2FEFA86E-8600-4FFE-9A96-BF1FE376CA1E}"/>
              </a:ext>
            </a:extLst>
          </p:cNvPr>
          <p:cNvSpPr>
            <a:spLocks xmlns:a="http://schemas.openxmlformats.org/drawingml/2006/main" noGrp="1"/>
          </p:cNvSpPr>
          <p:nvPr/>
        </p:nvSpPr>
        <p:spPr>
          <a:xfrm xmlns:a="http://schemas.openxmlformats.org/drawingml/2006/main">
            <a:off x="590550" y="3362325"/>
            <a:ext cx="10953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EDF4FB"/>
                </a:solidFill>
                <a:latin typeface="Consolas"/>
                <a:ea typeface="Consolas"/>
                <a:cs typeface="Consolas"/>
              </a:defRPr>
            </a:defPPr>
            <a:lvl1pPr algn="l">
              <a:defRPr sz="1950" b="0">
                <a:solidFill>
                  <a:srgbClr val="EDF4FB"/>
                </a:solidFill>
                <a:latin typeface="Consolas"/>
                <a:ea typeface="Consolas"/>
                <a:cs typeface="Consolas"/>
              </a:defRPr>
            </a:lvl1pPr>
            <a:lvl2pPr algn="l">
              <a:defRPr sz="1950" b="0">
                <a:solidFill>
                  <a:srgbClr val="EDF4FB"/>
                </a:solidFill>
                <a:latin typeface="Consolas"/>
                <a:ea typeface="Consolas"/>
                <a:cs typeface="Consolas"/>
              </a:defRPr>
            </a:lvl2pPr>
            <a:lvl3pPr algn="l">
              <a:defRPr sz="1950" b="0">
                <a:solidFill>
                  <a:srgbClr val="EDF4FB"/>
                </a:solidFill>
                <a:latin typeface="Consolas"/>
                <a:ea typeface="Consolas"/>
                <a:cs typeface="Consolas"/>
              </a:defRPr>
            </a:lvl3pPr>
            <a:lvl4pPr algn="l">
              <a:defRPr sz="1950" b="0">
                <a:solidFill>
                  <a:srgbClr val="EDF4FB"/>
                </a:solidFill>
                <a:latin typeface="Consolas"/>
                <a:ea typeface="Consolas"/>
                <a:cs typeface="Consolas"/>
              </a:defRPr>
            </a:lvl4pPr>
            <a:lvl5pPr algn="l">
              <a:defRPr sz="1950" b="0">
                <a:solidFill>
                  <a:srgbClr val="EDF4FB"/>
                </a:solidFill>
                <a:latin typeface="Consolas"/>
                <a:ea typeface="Consolas"/>
                <a:cs typeface="Consolas"/>
              </a:defRPr>
            </a:lvl5pPr>
            <a:lvl6pPr algn="l">
              <a:defRPr sz="1950" b="0">
                <a:solidFill>
                  <a:srgbClr val="EDF4FB"/>
                </a:solidFill>
                <a:latin typeface="Consolas"/>
                <a:ea typeface="Consolas"/>
                <a:cs typeface="Consolas"/>
              </a:defRPr>
            </a:lvl6pPr>
            <a:lvl7pPr algn="l">
              <a:defRPr sz="1950" b="0">
                <a:solidFill>
                  <a:srgbClr val="EDF4FB"/>
                </a:solidFill>
                <a:latin typeface="Consolas"/>
                <a:ea typeface="Consolas"/>
                <a:cs typeface="Consolas"/>
              </a:defRPr>
            </a:lvl7pPr>
            <a:lvl8pPr algn="l">
              <a:defRPr sz="1950" b="0">
                <a:solidFill>
                  <a:srgbClr val="EDF4FB"/>
                </a:solidFill>
                <a:latin typeface="Consolas"/>
                <a:ea typeface="Consolas"/>
                <a:cs typeface="Consolas"/>
              </a:defRPr>
            </a:lvl8pPr>
            <a:lvl9pPr algn="l">
              <a:defRPr sz="1950" b="0">
                <a:solidFill>
                  <a:srgbClr val="EDF4FB"/>
                </a:solidFill>
                <a:latin typeface="Consolas"/>
                <a:ea typeface="Consolas"/>
                <a:cs typeface="Consolas"/>
              </a:defRPr>
            </a:lvl9pPr>
          </a:lstStyle>
          <a:p xmlns:a="http://schemas.openxmlformats.org/drawingml/2006/main">
            <a:pPr algn="l">
              <a:defRPr sz="1950" b="0">
                <a:solidFill>
                  <a:srgbClr val="EDF4FB"/>
                </a:solidFill>
                <a:latin typeface="Consolas"/>
                <a:ea typeface="Consolas"/>
                <a:cs typeface="Consolas"/>
              </a:defRPr>
            </a:pPr>
            <a:r>
              <a:rPr sz="1950" b="0">
                <a:solidFill>
                  <a:srgbClr val="EDF4FB"/>
                </a:solidFill>
                <a:latin typeface="Consolas"/>
                <a:ea typeface="Consolas"/>
                <a:cs typeface="Consolas"/>
              </a:rPr>
              <a:t>fast.update(0.25)</a:t>
            </a:r>
          </a:p>
        </p:txBody>
      </p:sp>
      <p:sp>
        <p:nvSpPr>
          <p:cNvPr id="9" name="print(fast.pos.y)  # 140.0">
            <a:extLst xmlns:a="http://schemas.openxmlformats.org/drawingml/2006/main">
              <a:ext uri="{FF2B5EF4-FFF2-40B4-BE49-F238E27FC236}">
                <a16:creationId xmlns:a16="http://schemas.microsoft.com/office/drawing/2014/main" id="{5B43375A-7DAE-45AF-A3AE-9F45A603D74A}"/>
              </a:ext>
            </a:extLst>
          </p:cNvPr>
          <p:cNvSpPr>
            <a:spLocks xmlns:a="http://schemas.openxmlformats.org/drawingml/2006/main" noGrp="1"/>
          </p:cNvSpPr>
          <p:nvPr/>
        </p:nvSpPr>
        <p:spPr>
          <a:xfrm xmlns:a="http://schemas.openxmlformats.org/drawingml/2006/main">
            <a:off x="590550" y="3667125"/>
            <a:ext cx="10953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EDF4FB"/>
                </a:solidFill>
                <a:latin typeface="Consolas"/>
                <a:ea typeface="Consolas"/>
                <a:cs typeface="Consolas"/>
              </a:defRPr>
            </a:defPPr>
            <a:lvl1pPr algn="l">
              <a:defRPr sz="1950" b="0">
                <a:solidFill>
                  <a:srgbClr val="EDF4FB"/>
                </a:solidFill>
                <a:latin typeface="Consolas"/>
                <a:ea typeface="Consolas"/>
                <a:cs typeface="Consolas"/>
              </a:defRPr>
            </a:lvl1pPr>
            <a:lvl2pPr algn="l">
              <a:defRPr sz="1950" b="0">
                <a:solidFill>
                  <a:srgbClr val="EDF4FB"/>
                </a:solidFill>
                <a:latin typeface="Consolas"/>
                <a:ea typeface="Consolas"/>
                <a:cs typeface="Consolas"/>
              </a:defRPr>
            </a:lvl2pPr>
            <a:lvl3pPr algn="l">
              <a:defRPr sz="1950" b="0">
                <a:solidFill>
                  <a:srgbClr val="EDF4FB"/>
                </a:solidFill>
                <a:latin typeface="Consolas"/>
                <a:ea typeface="Consolas"/>
                <a:cs typeface="Consolas"/>
              </a:defRPr>
            </a:lvl3pPr>
            <a:lvl4pPr algn="l">
              <a:defRPr sz="1950" b="0">
                <a:solidFill>
                  <a:srgbClr val="EDF4FB"/>
                </a:solidFill>
                <a:latin typeface="Consolas"/>
                <a:ea typeface="Consolas"/>
                <a:cs typeface="Consolas"/>
              </a:defRPr>
            </a:lvl4pPr>
            <a:lvl5pPr algn="l">
              <a:defRPr sz="1950" b="0">
                <a:solidFill>
                  <a:srgbClr val="EDF4FB"/>
                </a:solidFill>
                <a:latin typeface="Consolas"/>
                <a:ea typeface="Consolas"/>
                <a:cs typeface="Consolas"/>
              </a:defRPr>
            </a:lvl5pPr>
            <a:lvl6pPr algn="l">
              <a:defRPr sz="1950" b="0">
                <a:solidFill>
                  <a:srgbClr val="EDF4FB"/>
                </a:solidFill>
                <a:latin typeface="Consolas"/>
                <a:ea typeface="Consolas"/>
                <a:cs typeface="Consolas"/>
              </a:defRPr>
            </a:lvl6pPr>
            <a:lvl7pPr algn="l">
              <a:defRPr sz="1950" b="0">
                <a:solidFill>
                  <a:srgbClr val="EDF4FB"/>
                </a:solidFill>
                <a:latin typeface="Consolas"/>
                <a:ea typeface="Consolas"/>
                <a:cs typeface="Consolas"/>
              </a:defRPr>
            </a:lvl7pPr>
            <a:lvl8pPr algn="l">
              <a:defRPr sz="1950" b="0">
                <a:solidFill>
                  <a:srgbClr val="EDF4FB"/>
                </a:solidFill>
                <a:latin typeface="Consolas"/>
                <a:ea typeface="Consolas"/>
                <a:cs typeface="Consolas"/>
              </a:defRPr>
            </a:lvl8pPr>
            <a:lvl9pPr algn="l">
              <a:defRPr sz="1950" b="0">
                <a:solidFill>
                  <a:srgbClr val="EDF4FB"/>
                </a:solidFill>
                <a:latin typeface="Consolas"/>
                <a:ea typeface="Consolas"/>
                <a:cs typeface="Consolas"/>
              </a:defRPr>
            </a:lvl9pPr>
          </a:lstStyle>
          <a:p xmlns:a="http://schemas.openxmlformats.org/drawingml/2006/main">
            <a:pPr algn="l">
              <a:defRPr sz="1950" b="0">
                <a:solidFill>
                  <a:srgbClr val="EDF4FB"/>
                </a:solidFill>
                <a:latin typeface="Consolas"/>
                <a:ea typeface="Consolas"/>
                <a:cs typeface="Consolas"/>
              </a:defRPr>
            </a:pPr>
            <a:r>
              <a:rPr sz="1950" b="0">
                <a:solidFill>
                  <a:srgbClr val="EDF4FB"/>
                </a:solidFill>
                <a:latin typeface="Consolas"/>
                <a:ea typeface="Consolas"/>
                <a:cs typeface="Consolas"/>
              </a:rPr>
              <a:t>print(fast.pos.y)  # 140.0</a:t>
            </a:r>
          </a:p>
        </p:txBody>
      </p:sp>
      <p:sp>
        <p:nvSpPr>
          <p:cNvPr id="10" name="FastEnemy は命中処理と移動を継承する。">
            <a:extLst xmlns:a="http://schemas.openxmlformats.org/drawingml/2006/main">
              <a:ext uri="{FF2B5EF4-FFF2-40B4-BE49-F238E27FC236}">
                <a16:creationId xmlns:a16="http://schemas.microsoft.com/office/drawing/2014/main" id="{2506CD30-8F2E-40FD-87D2-C31725EEF388}"/>
              </a:ext>
            </a:extLst>
          </p:cNvPr>
          <p:cNvSpPr>
            <a:spLocks xmlns:a="http://schemas.openxmlformats.org/drawingml/2006/main" noGrp="1"/>
          </p:cNvSpPr>
          <p:nvPr/>
        </p:nvSpPr>
        <p:spPr>
          <a:xfrm xmlns:a="http://schemas.openxmlformats.org/drawingml/2006/main">
            <a:off x="590550" y="5524500"/>
            <a:ext cx="523875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68EDBE"/>
                </a:solidFill>
                <a:latin typeface="Yu Gothic"/>
                <a:ea typeface="Yu Gothic"/>
                <a:cs typeface="Yu Gothic"/>
              </a:defRPr>
            </a:defPPr>
            <a:lvl1pPr algn="l">
              <a:defRPr sz="1725" b="0">
                <a:solidFill>
                  <a:srgbClr val="68EDBE"/>
                </a:solidFill>
                <a:latin typeface="Yu Gothic"/>
                <a:ea typeface="Yu Gothic"/>
                <a:cs typeface="Yu Gothic"/>
              </a:defRPr>
            </a:lvl1pPr>
            <a:lvl2pPr algn="l">
              <a:defRPr sz="1725" b="0">
                <a:solidFill>
                  <a:srgbClr val="68EDBE"/>
                </a:solidFill>
                <a:latin typeface="Yu Gothic"/>
                <a:ea typeface="Yu Gothic"/>
                <a:cs typeface="Yu Gothic"/>
              </a:defRPr>
            </a:lvl2pPr>
            <a:lvl3pPr algn="l">
              <a:defRPr sz="1725" b="0">
                <a:solidFill>
                  <a:srgbClr val="68EDBE"/>
                </a:solidFill>
                <a:latin typeface="Yu Gothic"/>
                <a:ea typeface="Yu Gothic"/>
                <a:cs typeface="Yu Gothic"/>
              </a:defRPr>
            </a:lvl3pPr>
            <a:lvl4pPr algn="l">
              <a:defRPr sz="1725" b="0">
                <a:solidFill>
                  <a:srgbClr val="68EDBE"/>
                </a:solidFill>
                <a:latin typeface="Yu Gothic"/>
                <a:ea typeface="Yu Gothic"/>
                <a:cs typeface="Yu Gothic"/>
              </a:defRPr>
            </a:lvl4pPr>
            <a:lvl5pPr algn="l">
              <a:defRPr sz="1725" b="0">
                <a:solidFill>
                  <a:srgbClr val="68EDBE"/>
                </a:solidFill>
                <a:latin typeface="Yu Gothic"/>
                <a:ea typeface="Yu Gothic"/>
                <a:cs typeface="Yu Gothic"/>
              </a:defRPr>
            </a:lvl5pPr>
            <a:lvl6pPr algn="l">
              <a:defRPr sz="1725" b="0">
                <a:solidFill>
                  <a:srgbClr val="68EDBE"/>
                </a:solidFill>
                <a:latin typeface="Yu Gothic"/>
                <a:ea typeface="Yu Gothic"/>
                <a:cs typeface="Yu Gothic"/>
              </a:defRPr>
            </a:lvl6pPr>
            <a:lvl7pPr algn="l">
              <a:defRPr sz="1725" b="0">
                <a:solidFill>
                  <a:srgbClr val="68EDBE"/>
                </a:solidFill>
                <a:latin typeface="Yu Gothic"/>
                <a:ea typeface="Yu Gothic"/>
                <a:cs typeface="Yu Gothic"/>
              </a:defRPr>
            </a:lvl7pPr>
            <a:lvl8pPr algn="l">
              <a:defRPr sz="1725" b="0">
                <a:solidFill>
                  <a:srgbClr val="68EDBE"/>
                </a:solidFill>
                <a:latin typeface="Yu Gothic"/>
                <a:ea typeface="Yu Gothic"/>
                <a:cs typeface="Yu Gothic"/>
              </a:defRPr>
            </a:lvl8pPr>
            <a:lvl9pPr algn="l">
              <a:defRPr sz="1725" b="0">
                <a:solidFill>
                  <a:srgbClr val="68EDBE"/>
                </a:solidFill>
                <a:latin typeface="Yu Gothic"/>
                <a:ea typeface="Yu Gothic"/>
                <a:cs typeface="Yu Gothic"/>
              </a:defRPr>
            </a:lvl9pPr>
          </a:lstStyle>
          <a:p xmlns:a="http://schemas.openxmlformats.org/drawingml/2006/main">
            <a:pPr algn="l">
              <a:defRPr sz="1725" b="0">
                <a:solidFill>
                  <a:srgbClr val="68EDBE"/>
                </a:solidFill>
                <a:latin typeface="Yu Gothic"/>
                <a:ea typeface="Yu Gothic"/>
                <a:cs typeface="Yu Gothic"/>
              </a:defRPr>
            </a:pPr>
            <a:r>
              <a:rPr sz="1725" b="0">
                <a:solidFill>
                  <a:srgbClr val="68EDBE"/>
                </a:solidFill>
                <a:latin typeface="Yu Gothic"/>
                <a:ea typeface="Yu Gothic"/>
                <a:cs typeface="Yu Gothic"/>
              </a:rPr>
              <a:t>FastEnemy は命中処理と移動を継承する。</a:t>
            </a:r>
          </a:p>
        </p:txBody>
      </p:sp>
      <p:sp>
        <p:nvSpPr>
          <p:cNvPr id="11" name="速度だけの違いなら speed=160 を渡す方法でもよい。">
            <a:extLst xmlns:a="http://schemas.openxmlformats.org/drawingml/2006/main">
              <a:ext uri="{FF2B5EF4-FFF2-40B4-BE49-F238E27FC236}">
                <a16:creationId xmlns:a16="http://schemas.microsoft.com/office/drawing/2014/main" id="{C6B4B7E9-D2E7-4604-B5AD-E55B4BDB3715}"/>
              </a:ext>
            </a:extLst>
          </p:cNvPr>
          <p:cNvSpPr>
            <a:spLocks xmlns:a="http://schemas.openxmlformats.org/drawingml/2006/main" noGrp="1"/>
          </p:cNvSpPr>
          <p:nvPr/>
        </p:nvSpPr>
        <p:spPr>
          <a:xfrm xmlns:a="http://schemas.openxmlformats.org/drawingml/2006/main">
            <a:off x="6305550" y="5524500"/>
            <a:ext cx="523875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68EDBE"/>
                </a:solidFill>
                <a:latin typeface="Yu Gothic"/>
                <a:ea typeface="Yu Gothic"/>
                <a:cs typeface="Yu Gothic"/>
              </a:defRPr>
            </a:defPPr>
            <a:lvl1pPr algn="l">
              <a:defRPr sz="1725" b="0">
                <a:solidFill>
                  <a:srgbClr val="68EDBE"/>
                </a:solidFill>
                <a:latin typeface="Yu Gothic"/>
                <a:ea typeface="Yu Gothic"/>
                <a:cs typeface="Yu Gothic"/>
              </a:defRPr>
            </a:lvl1pPr>
            <a:lvl2pPr algn="l">
              <a:defRPr sz="1725" b="0">
                <a:solidFill>
                  <a:srgbClr val="68EDBE"/>
                </a:solidFill>
                <a:latin typeface="Yu Gothic"/>
                <a:ea typeface="Yu Gothic"/>
                <a:cs typeface="Yu Gothic"/>
              </a:defRPr>
            </a:lvl2pPr>
            <a:lvl3pPr algn="l">
              <a:defRPr sz="1725" b="0">
                <a:solidFill>
                  <a:srgbClr val="68EDBE"/>
                </a:solidFill>
                <a:latin typeface="Yu Gothic"/>
                <a:ea typeface="Yu Gothic"/>
                <a:cs typeface="Yu Gothic"/>
              </a:defRPr>
            </a:lvl3pPr>
            <a:lvl4pPr algn="l">
              <a:defRPr sz="1725" b="0">
                <a:solidFill>
                  <a:srgbClr val="68EDBE"/>
                </a:solidFill>
                <a:latin typeface="Yu Gothic"/>
                <a:ea typeface="Yu Gothic"/>
                <a:cs typeface="Yu Gothic"/>
              </a:defRPr>
            </a:lvl4pPr>
            <a:lvl5pPr algn="l">
              <a:defRPr sz="1725" b="0">
                <a:solidFill>
                  <a:srgbClr val="68EDBE"/>
                </a:solidFill>
                <a:latin typeface="Yu Gothic"/>
                <a:ea typeface="Yu Gothic"/>
                <a:cs typeface="Yu Gothic"/>
              </a:defRPr>
            </a:lvl5pPr>
            <a:lvl6pPr algn="l">
              <a:defRPr sz="1725" b="0">
                <a:solidFill>
                  <a:srgbClr val="68EDBE"/>
                </a:solidFill>
                <a:latin typeface="Yu Gothic"/>
                <a:ea typeface="Yu Gothic"/>
                <a:cs typeface="Yu Gothic"/>
              </a:defRPr>
            </a:lvl6pPr>
            <a:lvl7pPr algn="l">
              <a:defRPr sz="1725" b="0">
                <a:solidFill>
                  <a:srgbClr val="68EDBE"/>
                </a:solidFill>
                <a:latin typeface="Yu Gothic"/>
                <a:ea typeface="Yu Gothic"/>
                <a:cs typeface="Yu Gothic"/>
              </a:defRPr>
            </a:lvl7pPr>
            <a:lvl8pPr algn="l">
              <a:defRPr sz="1725" b="0">
                <a:solidFill>
                  <a:srgbClr val="68EDBE"/>
                </a:solidFill>
                <a:latin typeface="Yu Gothic"/>
                <a:ea typeface="Yu Gothic"/>
                <a:cs typeface="Yu Gothic"/>
              </a:defRPr>
            </a:lvl8pPr>
            <a:lvl9pPr algn="l">
              <a:defRPr sz="1725" b="0">
                <a:solidFill>
                  <a:srgbClr val="68EDBE"/>
                </a:solidFill>
                <a:latin typeface="Yu Gothic"/>
                <a:ea typeface="Yu Gothic"/>
                <a:cs typeface="Yu Gothic"/>
              </a:defRPr>
            </a:lvl9pPr>
          </a:lstStyle>
          <a:p xmlns:a="http://schemas.openxmlformats.org/drawingml/2006/main">
            <a:pPr algn="l">
              <a:defRPr sz="1725" b="0">
                <a:solidFill>
                  <a:srgbClr val="68EDBE"/>
                </a:solidFill>
                <a:latin typeface="Yu Gothic"/>
                <a:ea typeface="Yu Gothic"/>
                <a:cs typeface="Yu Gothic"/>
              </a:defRPr>
            </a:pPr>
            <a:r>
              <a:rPr sz="1725" b="0">
                <a:solidFill>
                  <a:srgbClr val="68EDBE"/>
                </a:solidFill>
                <a:latin typeface="Yu Gothic"/>
                <a:ea typeface="Yu Gothic"/>
                <a:cs typeface="Yu Gothic"/>
              </a:rPr>
              <a:t>速度だけの違いなら speed=160 を渡す方法でもよい。</a:t>
            </a:r>
          </a:p>
        </p:txBody>
      </p:sp>
      <p:sp>
        <p:nvSpPr>
          <p:cNvPr id="12" name="actors.py / week7_demo.py">
            <a:extLst xmlns:a="http://schemas.openxmlformats.org/drawingml/2006/main">
              <a:ext uri="{FF2B5EF4-FFF2-40B4-BE49-F238E27FC236}">
                <a16:creationId xmlns:a16="http://schemas.microsoft.com/office/drawing/2014/main" id="{A5224F9E-770E-46B0-9511-B848B02DE997}"/>
              </a:ext>
            </a:extLst>
          </p:cNvPr>
          <p:cNvSpPr>
            <a:spLocks xmlns:a="http://schemas.openxmlformats.org/drawingml/2006/main" noGrp="1"/>
          </p:cNvSpPr>
          <p:nvPr/>
        </p:nvSpPr>
        <p:spPr>
          <a:xfrm xmlns:a="http://schemas.openxmlformats.org/drawingml/2006/main">
            <a:off x="590550" y="6543675"/>
            <a:ext cx="10287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EDF4FB"/>
                </a:solidFill>
                <a:latin typeface="Consolas"/>
                <a:ea typeface="Consolas"/>
                <a:cs typeface="Consolas"/>
              </a:defRPr>
            </a:defPPr>
            <a:lvl1pPr algn="l">
              <a:defRPr sz="1200" b="0">
                <a:solidFill>
                  <a:srgbClr val="EDF4FB"/>
                </a:solidFill>
                <a:latin typeface="Consolas"/>
                <a:ea typeface="Consolas"/>
                <a:cs typeface="Consolas"/>
              </a:defRPr>
            </a:lvl1pPr>
            <a:lvl2pPr algn="l">
              <a:defRPr sz="1200" b="0">
                <a:solidFill>
                  <a:srgbClr val="EDF4FB"/>
                </a:solidFill>
                <a:latin typeface="Consolas"/>
                <a:ea typeface="Consolas"/>
                <a:cs typeface="Consolas"/>
              </a:defRPr>
            </a:lvl2pPr>
            <a:lvl3pPr algn="l">
              <a:defRPr sz="1200" b="0">
                <a:solidFill>
                  <a:srgbClr val="EDF4FB"/>
                </a:solidFill>
                <a:latin typeface="Consolas"/>
                <a:ea typeface="Consolas"/>
                <a:cs typeface="Consolas"/>
              </a:defRPr>
            </a:lvl3pPr>
            <a:lvl4pPr algn="l">
              <a:defRPr sz="1200" b="0">
                <a:solidFill>
                  <a:srgbClr val="EDF4FB"/>
                </a:solidFill>
                <a:latin typeface="Consolas"/>
                <a:ea typeface="Consolas"/>
                <a:cs typeface="Consolas"/>
              </a:defRPr>
            </a:lvl4pPr>
            <a:lvl5pPr algn="l">
              <a:defRPr sz="1200" b="0">
                <a:solidFill>
                  <a:srgbClr val="EDF4FB"/>
                </a:solidFill>
                <a:latin typeface="Consolas"/>
                <a:ea typeface="Consolas"/>
                <a:cs typeface="Consolas"/>
              </a:defRPr>
            </a:lvl5pPr>
            <a:lvl6pPr algn="l">
              <a:defRPr sz="1200" b="0">
                <a:solidFill>
                  <a:srgbClr val="EDF4FB"/>
                </a:solidFill>
                <a:latin typeface="Consolas"/>
                <a:ea typeface="Consolas"/>
                <a:cs typeface="Consolas"/>
              </a:defRPr>
            </a:lvl6pPr>
            <a:lvl7pPr algn="l">
              <a:defRPr sz="1200" b="0">
                <a:solidFill>
                  <a:srgbClr val="EDF4FB"/>
                </a:solidFill>
                <a:latin typeface="Consolas"/>
                <a:ea typeface="Consolas"/>
                <a:cs typeface="Consolas"/>
              </a:defRPr>
            </a:lvl7pPr>
            <a:lvl8pPr algn="l">
              <a:defRPr sz="1200" b="0">
                <a:solidFill>
                  <a:srgbClr val="EDF4FB"/>
                </a:solidFill>
                <a:latin typeface="Consolas"/>
                <a:ea typeface="Consolas"/>
                <a:cs typeface="Consolas"/>
              </a:defRPr>
            </a:lvl8pPr>
            <a:lvl9pPr algn="l">
              <a:defRPr sz="1200" b="0">
                <a:solidFill>
                  <a:srgbClr val="EDF4FB"/>
                </a:solidFill>
                <a:latin typeface="Consolas"/>
                <a:ea typeface="Consolas"/>
                <a:cs typeface="Consolas"/>
              </a:defRPr>
            </a:lvl9pPr>
          </a:lstStyle>
          <a:p xmlns:a="http://schemas.openxmlformats.org/drawingml/2006/main">
            <a:pPr algn="l">
              <a:defRPr sz="1200" b="0">
                <a:solidFill>
                  <a:srgbClr val="EDF4FB"/>
                </a:solidFill>
                <a:latin typeface="Consolas"/>
                <a:ea typeface="Consolas"/>
                <a:cs typeface="Consolas"/>
              </a:defRPr>
            </a:pPr>
            <a:r>
              <a:rPr sz="1200" b="0">
                <a:solidFill>
                  <a:srgbClr val="EDF4FB"/>
                </a:solidFill>
                <a:latin typeface="Consolas"/>
                <a:ea typeface="Consolas"/>
                <a:cs typeface="Consolas"/>
              </a:rPr>
              <a:t>actors.py / week7_demo.py</a:t>
            </a:r>
          </a:p>
        </p:txBody>
      </p:sp>
      <p:sp>
        <p:nvSpPr>
          <p:cNvPr id="13" name="15">
            <a:extLst xmlns:a="http://schemas.openxmlformats.org/drawingml/2006/main">
              <a:ext uri="{FF2B5EF4-FFF2-40B4-BE49-F238E27FC236}">
                <a16:creationId xmlns:a16="http://schemas.microsoft.com/office/drawing/2014/main" id="{159FF72F-26D7-487A-8079-E3F1B31BFEF5}"/>
              </a:ext>
            </a:extLst>
          </p:cNvPr>
          <p:cNvSpPr>
            <a:spLocks xmlns:a="http://schemas.openxmlformats.org/drawingml/2006/main" noGrp="1"/>
          </p:cNvSpPr>
          <p:nvPr/>
        </p:nvSpPr>
        <p:spPr>
          <a:xfrm xmlns:a="http://schemas.openxmlformats.org/drawingml/2006/main">
            <a:off x="11163300" y="6543675"/>
            <a:ext cx="4572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EDF4FB"/>
                </a:solidFill>
                <a:latin typeface="Yu Gothic"/>
                <a:ea typeface="Yu Gothic"/>
                <a:cs typeface="Yu Gothic"/>
              </a:defRPr>
            </a:defPPr>
            <a:lvl1pPr algn="l">
              <a:defRPr sz="1200" b="0">
                <a:solidFill>
                  <a:srgbClr val="EDF4FB"/>
                </a:solidFill>
                <a:latin typeface="Yu Gothic"/>
                <a:ea typeface="Yu Gothic"/>
                <a:cs typeface="Yu Gothic"/>
              </a:defRPr>
            </a:lvl1pPr>
            <a:lvl2pPr algn="l">
              <a:defRPr sz="1200" b="0">
                <a:solidFill>
                  <a:srgbClr val="EDF4FB"/>
                </a:solidFill>
                <a:latin typeface="Yu Gothic"/>
                <a:ea typeface="Yu Gothic"/>
                <a:cs typeface="Yu Gothic"/>
              </a:defRPr>
            </a:lvl2pPr>
            <a:lvl3pPr algn="l">
              <a:defRPr sz="1200" b="0">
                <a:solidFill>
                  <a:srgbClr val="EDF4FB"/>
                </a:solidFill>
                <a:latin typeface="Yu Gothic"/>
                <a:ea typeface="Yu Gothic"/>
                <a:cs typeface="Yu Gothic"/>
              </a:defRPr>
            </a:lvl3pPr>
            <a:lvl4pPr algn="l">
              <a:defRPr sz="1200" b="0">
                <a:solidFill>
                  <a:srgbClr val="EDF4FB"/>
                </a:solidFill>
                <a:latin typeface="Yu Gothic"/>
                <a:ea typeface="Yu Gothic"/>
                <a:cs typeface="Yu Gothic"/>
              </a:defRPr>
            </a:lvl4pPr>
            <a:lvl5pPr algn="l">
              <a:defRPr sz="1200" b="0">
                <a:solidFill>
                  <a:srgbClr val="EDF4FB"/>
                </a:solidFill>
                <a:latin typeface="Yu Gothic"/>
                <a:ea typeface="Yu Gothic"/>
                <a:cs typeface="Yu Gothic"/>
              </a:defRPr>
            </a:lvl5pPr>
            <a:lvl6pPr algn="l">
              <a:defRPr sz="1200" b="0">
                <a:solidFill>
                  <a:srgbClr val="EDF4FB"/>
                </a:solidFill>
                <a:latin typeface="Yu Gothic"/>
                <a:ea typeface="Yu Gothic"/>
                <a:cs typeface="Yu Gothic"/>
              </a:defRPr>
            </a:lvl6pPr>
            <a:lvl7pPr algn="l">
              <a:defRPr sz="1200" b="0">
                <a:solidFill>
                  <a:srgbClr val="EDF4FB"/>
                </a:solidFill>
                <a:latin typeface="Yu Gothic"/>
                <a:ea typeface="Yu Gothic"/>
                <a:cs typeface="Yu Gothic"/>
              </a:defRPr>
            </a:lvl7pPr>
            <a:lvl8pPr algn="l">
              <a:defRPr sz="1200" b="0">
                <a:solidFill>
                  <a:srgbClr val="EDF4FB"/>
                </a:solidFill>
                <a:latin typeface="Yu Gothic"/>
                <a:ea typeface="Yu Gothic"/>
                <a:cs typeface="Yu Gothic"/>
              </a:defRPr>
            </a:lvl8pPr>
            <a:lvl9pPr algn="l">
              <a:defRPr sz="1200" b="0">
                <a:solidFill>
                  <a:srgbClr val="EDF4FB"/>
                </a:solidFill>
                <a:latin typeface="Yu Gothic"/>
                <a:ea typeface="Yu Gothic"/>
                <a:cs typeface="Yu Gothic"/>
              </a:defRPr>
            </a:lvl9pPr>
          </a:lstStyle>
          <a:p xmlns:a="http://schemas.openxmlformats.org/drawingml/2006/main">
            <a:pPr algn="l">
              <a:defRPr sz="1200" b="0">
                <a:solidFill>
                  <a:srgbClr val="EDF4FB"/>
                </a:solidFill>
                <a:latin typeface="Yu Gothic"/>
                <a:ea typeface="Yu Gothic"/>
                <a:cs typeface="Yu Gothic"/>
              </a:defRPr>
            </a:pPr>
            <a:r>
              <a:rPr sz="1200" b="0">
                <a:solidFill>
                  <a:srgbClr val="EDF4FB"/>
                </a:solidFill>
                <a:latin typeface="Yu Gothic"/>
                <a:ea typeface="Yu Gothic"/>
                <a:cs typeface="Yu Gothic"/>
              </a:rPr>
              <a:t>15</a:t>
            </a:r>
          </a:p>
        </p:txBody>
      </p:sp>
    </p:spTree>
    <p:extLst>
      <p:ext uri="{BB962C8B-B14F-4D97-AF65-F5344CB8AC3E}">
        <p14:creationId xmlns:p14="http://schemas.microsoft.com/office/powerpoint/2010/main" val="1285857155"/>
      </p:ext>
    </p:extLst>
  </p:cSld>
</p:sld>
</file>

<file path=ppt/slides/slide16.xml><?xml version="1.0" encoding="utf-8"?>
<p:sld xmlns:p="http://schemas.openxmlformats.org/presentationml/2006/main">
  <p:cSld>
    <p:bg>
      <p:bgPr>
        <a:solidFill xmlns:a="http://schemas.openxmlformats.org/drawingml/2006/main">
          <a:srgbClr val="0B1422"/>
        </a:solidFill>
      </p:bgPr>
    </p:bg>
    <p:spTree>
      <p:nvGrpSpPr>
        <p:cNvPr id="1" name=""/>
        <p:cNvGrpSpPr/>
        <p:nvPr/>
      </p:nvGrpSpPr>
      <p:grpSpPr>
        <a:xfrm xmlns:a="http://schemas.openxmlformats.org/drawingml/2006/main"/>
      </p:grpSpPr>
      <p:sp>
        <p:nvSpPr>
          <p:cNvPr id="15" name="斜めに動く敵の追加">
            <a:extLst xmlns:a="http://schemas.openxmlformats.org/drawingml/2006/main">
              <a:ext uri="{FF2B5EF4-FFF2-40B4-BE49-F238E27FC236}">
                <a16:creationId xmlns:a16="http://schemas.microsoft.com/office/drawing/2014/main" id="{65A475BA-A98B-4E7F-A72A-54A389AB4842}"/>
              </a:ext>
            </a:extLst>
          </p:cNvPr>
          <p:cNvSpPr>
            <a:spLocks xmlns:a="http://schemas.openxmlformats.org/drawingml/2006/main" noGrp="1"/>
          </p:cNvSpPr>
          <p:nvPr/>
        </p:nvSpPr>
        <p:spPr>
          <a:xfrm xmlns:a="http://schemas.openxmlformats.org/drawingml/2006/main">
            <a:off x="561975" y="400050"/>
            <a:ext cx="110490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EDF4FB"/>
                </a:solidFill>
                <a:latin typeface="Yu Gothic"/>
                <a:ea typeface="Yu Gothic"/>
                <a:cs typeface="Yu Gothic"/>
              </a:defRPr>
            </a:defPPr>
            <a:lvl1pPr algn="l">
              <a:defRPr sz="3300" b="1">
                <a:solidFill>
                  <a:srgbClr val="EDF4FB"/>
                </a:solidFill>
                <a:latin typeface="Yu Gothic"/>
                <a:ea typeface="Yu Gothic"/>
                <a:cs typeface="Yu Gothic"/>
              </a:defRPr>
            </a:lvl1pPr>
            <a:lvl2pPr algn="l">
              <a:defRPr sz="3300" b="1">
                <a:solidFill>
                  <a:srgbClr val="EDF4FB"/>
                </a:solidFill>
                <a:latin typeface="Yu Gothic"/>
                <a:ea typeface="Yu Gothic"/>
                <a:cs typeface="Yu Gothic"/>
              </a:defRPr>
            </a:lvl2pPr>
            <a:lvl3pPr algn="l">
              <a:defRPr sz="3300" b="1">
                <a:solidFill>
                  <a:srgbClr val="EDF4FB"/>
                </a:solidFill>
                <a:latin typeface="Yu Gothic"/>
                <a:ea typeface="Yu Gothic"/>
                <a:cs typeface="Yu Gothic"/>
              </a:defRPr>
            </a:lvl3pPr>
            <a:lvl4pPr algn="l">
              <a:defRPr sz="3300" b="1">
                <a:solidFill>
                  <a:srgbClr val="EDF4FB"/>
                </a:solidFill>
                <a:latin typeface="Yu Gothic"/>
                <a:ea typeface="Yu Gothic"/>
                <a:cs typeface="Yu Gothic"/>
              </a:defRPr>
            </a:lvl4pPr>
            <a:lvl5pPr algn="l">
              <a:defRPr sz="3300" b="1">
                <a:solidFill>
                  <a:srgbClr val="EDF4FB"/>
                </a:solidFill>
                <a:latin typeface="Yu Gothic"/>
                <a:ea typeface="Yu Gothic"/>
                <a:cs typeface="Yu Gothic"/>
              </a:defRPr>
            </a:lvl5pPr>
            <a:lvl6pPr algn="l">
              <a:defRPr sz="3300" b="1">
                <a:solidFill>
                  <a:srgbClr val="EDF4FB"/>
                </a:solidFill>
                <a:latin typeface="Yu Gothic"/>
                <a:ea typeface="Yu Gothic"/>
                <a:cs typeface="Yu Gothic"/>
              </a:defRPr>
            </a:lvl6pPr>
            <a:lvl7pPr algn="l">
              <a:defRPr sz="3300" b="1">
                <a:solidFill>
                  <a:srgbClr val="EDF4FB"/>
                </a:solidFill>
                <a:latin typeface="Yu Gothic"/>
                <a:ea typeface="Yu Gothic"/>
                <a:cs typeface="Yu Gothic"/>
              </a:defRPr>
            </a:lvl7pPr>
            <a:lvl8pPr algn="l">
              <a:defRPr sz="3300" b="1">
                <a:solidFill>
                  <a:srgbClr val="EDF4FB"/>
                </a:solidFill>
                <a:latin typeface="Yu Gothic"/>
                <a:ea typeface="Yu Gothic"/>
                <a:cs typeface="Yu Gothic"/>
              </a:defRPr>
            </a:lvl8pPr>
            <a:lvl9pPr algn="l">
              <a:defRPr sz="3300" b="1">
                <a:solidFill>
                  <a:srgbClr val="EDF4FB"/>
                </a:solidFill>
                <a:latin typeface="Yu Gothic"/>
                <a:ea typeface="Yu Gothic"/>
                <a:cs typeface="Yu Gothic"/>
              </a:defRPr>
            </a:lvl9pPr>
          </a:lstStyle>
          <a:p xmlns:a="http://schemas.openxmlformats.org/drawingml/2006/main">
            <a:pPr algn="l">
              <a:defRPr sz="3300" b="1">
                <a:solidFill>
                  <a:srgbClr val="EDF4FB"/>
                </a:solidFill>
                <a:latin typeface="Yu Gothic"/>
                <a:ea typeface="Yu Gothic"/>
                <a:cs typeface="Yu Gothic"/>
              </a:defRPr>
            </a:pPr>
            <a:r>
              <a:rPr sz="3300" b="1">
                <a:solidFill>
                  <a:srgbClr val="EDF4FB"/>
                </a:solidFill>
                <a:latin typeface="Yu Gothic"/>
                <a:ea typeface="Yu Gothic"/>
                <a:cs typeface="Yu Gothic"/>
              </a:rPr>
              <a:t>斜めに動く敵の追加</a:t>
            </a:r>
          </a:p>
        </p:txBody>
      </p:sp>
      <p:sp>
        <p:nvSpPr>
          <p:cNvPr id="2" name="update を上書きし、移動計算を再利用する">
            <a:extLst xmlns:a="http://schemas.openxmlformats.org/drawingml/2006/main">
              <a:ext uri="{FF2B5EF4-FFF2-40B4-BE49-F238E27FC236}">
                <a16:creationId xmlns:a16="http://schemas.microsoft.com/office/drawing/2014/main" id="{48E70712-4603-4A03-AF79-3B682289DA15}"/>
              </a:ext>
            </a:extLst>
          </p:cNvPr>
          <p:cNvSpPr>
            <a:spLocks xmlns:a="http://schemas.openxmlformats.org/drawingml/2006/main" noGrp="1"/>
          </p:cNvSpPr>
          <p:nvPr/>
        </p:nvSpPr>
        <p:spPr>
          <a:xfrm xmlns:a="http://schemas.openxmlformats.org/drawingml/2006/main">
            <a:off x="581025" y="1123950"/>
            <a:ext cx="1100137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68EDBE"/>
                </a:solidFill>
                <a:latin typeface="Yu Gothic"/>
                <a:ea typeface="Yu Gothic"/>
                <a:cs typeface="Yu Gothic"/>
              </a:defRPr>
            </a:defPPr>
            <a:lvl1pPr algn="l">
              <a:defRPr sz="1800" b="0">
                <a:solidFill>
                  <a:srgbClr val="68EDBE"/>
                </a:solidFill>
                <a:latin typeface="Yu Gothic"/>
                <a:ea typeface="Yu Gothic"/>
                <a:cs typeface="Yu Gothic"/>
              </a:defRPr>
            </a:lvl1pPr>
            <a:lvl2pPr algn="l">
              <a:defRPr sz="1800" b="0">
                <a:solidFill>
                  <a:srgbClr val="68EDBE"/>
                </a:solidFill>
                <a:latin typeface="Yu Gothic"/>
                <a:ea typeface="Yu Gothic"/>
                <a:cs typeface="Yu Gothic"/>
              </a:defRPr>
            </a:lvl2pPr>
            <a:lvl3pPr algn="l">
              <a:defRPr sz="1800" b="0">
                <a:solidFill>
                  <a:srgbClr val="68EDBE"/>
                </a:solidFill>
                <a:latin typeface="Yu Gothic"/>
                <a:ea typeface="Yu Gothic"/>
                <a:cs typeface="Yu Gothic"/>
              </a:defRPr>
            </a:lvl3pPr>
            <a:lvl4pPr algn="l">
              <a:defRPr sz="1800" b="0">
                <a:solidFill>
                  <a:srgbClr val="68EDBE"/>
                </a:solidFill>
                <a:latin typeface="Yu Gothic"/>
                <a:ea typeface="Yu Gothic"/>
                <a:cs typeface="Yu Gothic"/>
              </a:defRPr>
            </a:lvl4pPr>
            <a:lvl5pPr algn="l">
              <a:defRPr sz="1800" b="0">
                <a:solidFill>
                  <a:srgbClr val="68EDBE"/>
                </a:solidFill>
                <a:latin typeface="Yu Gothic"/>
                <a:ea typeface="Yu Gothic"/>
                <a:cs typeface="Yu Gothic"/>
              </a:defRPr>
            </a:lvl5pPr>
            <a:lvl6pPr algn="l">
              <a:defRPr sz="1800" b="0">
                <a:solidFill>
                  <a:srgbClr val="68EDBE"/>
                </a:solidFill>
                <a:latin typeface="Yu Gothic"/>
                <a:ea typeface="Yu Gothic"/>
                <a:cs typeface="Yu Gothic"/>
              </a:defRPr>
            </a:lvl6pPr>
            <a:lvl7pPr algn="l">
              <a:defRPr sz="1800" b="0">
                <a:solidFill>
                  <a:srgbClr val="68EDBE"/>
                </a:solidFill>
                <a:latin typeface="Yu Gothic"/>
                <a:ea typeface="Yu Gothic"/>
                <a:cs typeface="Yu Gothic"/>
              </a:defRPr>
            </a:lvl7pPr>
            <a:lvl8pPr algn="l">
              <a:defRPr sz="1800" b="0">
                <a:solidFill>
                  <a:srgbClr val="68EDBE"/>
                </a:solidFill>
                <a:latin typeface="Yu Gothic"/>
                <a:ea typeface="Yu Gothic"/>
                <a:cs typeface="Yu Gothic"/>
              </a:defRPr>
            </a:lvl8pPr>
            <a:lvl9pPr algn="l">
              <a:defRPr sz="1800" b="0">
                <a:solidFill>
                  <a:srgbClr val="68EDBE"/>
                </a:solidFill>
                <a:latin typeface="Yu Gothic"/>
                <a:ea typeface="Yu Gothic"/>
                <a:cs typeface="Yu Gothic"/>
              </a:defRPr>
            </a:lvl9pPr>
          </a:lstStyle>
          <a:p xmlns:a="http://schemas.openxmlformats.org/drawingml/2006/main">
            <a:pPr algn="l">
              <a:defRPr sz="1800" b="0">
                <a:solidFill>
                  <a:srgbClr val="68EDBE"/>
                </a:solidFill>
                <a:latin typeface="Yu Gothic"/>
                <a:ea typeface="Yu Gothic"/>
                <a:cs typeface="Yu Gothic"/>
              </a:defRPr>
            </a:pPr>
            <a:r>
              <a:rPr sz="1800" b="0">
                <a:solidFill>
                  <a:srgbClr val="68EDBE"/>
                </a:solidFill>
                <a:latin typeface="Yu Gothic"/>
                <a:ea typeface="Yu Gothic"/>
                <a:cs typeface="Yu Gothic"/>
              </a:rPr>
              <a:t>update を上書きし、移動計算を再利用する</a:t>
            </a:r>
          </a:p>
        </p:txBody>
      </p:sp>
      <p:sp>
        <p:nvSpPr>
          <p:cNvPr id="3" name="class DiagonalEnemy(Enemy):">
            <a:extLst xmlns:a="http://schemas.openxmlformats.org/drawingml/2006/main">
              <a:ext uri="{FF2B5EF4-FFF2-40B4-BE49-F238E27FC236}">
                <a16:creationId xmlns:a16="http://schemas.microsoft.com/office/drawing/2014/main" id="{5B2C7EAC-68A2-4A82-9B19-DFFFD5CC6839}"/>
              </a:ext>
            </a:extLst>
          </p:cNvPr>
          <p:cNvSpPr>
            <a:spLocks xmlns:a="http://schemas.openxmlformats.org/drawingml/2006/main" noGrp="1"/>
          </p:cNvSpPr>
          <p:nvPr/>
        </p:nvSpPr>
        <p:spPr>
          <a:xfrm xmlns:a="http://schemas.openxmlformats.org/drawingml/2006/main">
            <a:off x="590550" y="1838325"/>
            <a:ext cx="10953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EDF4FB"/>
                </a:solidFill>
                <a:latin typeface="Consolas"/>
                <a:ea typeface="Consolas"/>
                <a:cs typeface="Consolas"/>
              </a:defRPr>
            </a:defPPr>
            <a:lvl1pPr algn="l">
              <a:defRPr sz="1950" b="0">
                <a:solidFill>
                  <a:srgbClr val="EDF4FB"/>
                </a:solidFill>
                <a:latin typeface="Consolas"/>
                <a:ea typeface="Consolas"/>
                <a:cs typeface="Consolas"/>
              </a:defRPr>
            </a:lvl1pPr>
            <a:lvl2pPr algn="l">
              <a:defRPr sz="1950" b="0">
                <a:solidFill>
                  <a:srgbClr val="EDF4FB"/>
                </a:solidFill>
                <a:latin typeface="Consolas"/>
                <a:ea typeface="Consolas"/>
                <a:cs typeface="Consolas"/>
              </a:defRPr>
            </a:lvl2pPr>
            <a:lvl3pPr algn="l">
              <a:defRPr sz="1950" b="0">
                <a:solidFill>
                  <a:srgbClr val="EDF4FB"/>
                </a:solidFill>
                <a:latin typeface="Consolas"/>
                <a:ea typeface="Consolas"/>
                <a:cs typeface="Consolas"/>
              </a:defRPr>
            </a:lvl3pPr>
            <a:lvl4pPr algn="l">
              <a:defRPr sz="1950" b="0">
                <a:solidFill>
                  <a:srgbClr val="EDF4FB"/>
                </a:solidFill>
                <a:latin typeface="Consolas"/>
                <a:ea typeface="Consolas"/>
                <a:cs typeface="Consolas"/>
              </a:defRPr>
            </a:lvl4pPr>
            <a:lvl5pPr algn="l">
              <a:defRPr sz="1950" b="0">
                <a:solidFill>
                  <a:srgbClr val="EDF4FB"/>
                </a:solidFill>
                <a:latin typeface="Consolas"/>
                <a:ea typeface="Consolas"/>
                <a:cs typeface="Consolas"/>
              </a:defRPr>
            </a:lvl5pPr>
            <a:lvl6pPr algn="l">
              <a:defRPr sz="1950" b="0">
                <a:solidFill>
                  <a:srgbClr val="EDF4FB"/>
                </a:solidFill>
                <a:latin typeface="Consolas"/>
                <a:ea typeface="Consolas"/>
                <a:cs typeface="Consolas"/>
              </a:defRPr>
            </a:lvl6pPr>
            <a:lvl7pPr algn="l">
              <a:defRPr sz="1950" b="0">
                <a:solidFill>
                  <a:srgbClr val="EDF4FB"/>
                </a:solidFill>
                <a:latin typeface="Consolas"/>
                <a:ea typeface="Consolas"/>
                <a:cs typeface="Consolas"/>
              </a:defRPr>
            </a:lvl7pPr>
            <a:lvl8pPr algn="l">
              <a:defRPr sz="1950" b="0">
                <a:solidFill>
                  <a:srgbClr val="EDF4FB"/>
                </a:solidFill>
                <a:latin typeface="Consolas"/>
                <a:ea typeface="Consolas"/>
                <a:cs typeface="Consolas"/>
              </a:defRPr>
            </a:lvl8pPr>
            <a:lvl9pPr algn="l">
              <a:defRPr sz="1950" b="0">
                <a:solidFill>
                  <a:srgbClr val="EDF4FB"/>
                </a:solidFill>
                <a:latin typeface="Consolas"/>
                <a:ea typeface="Consolas"/>
                <a:cs typeface="Consolas"/>
              </a:defRPr>
            </a:lvl9pPr>
          </a:lstStyle>
          <a:p xmlns:a="http://schemas.openxmlformats.org/drawingml/2006/main">
            <a:pPr algn="l">
              <a:defRPr sz="1950" b="0">
                <a:solidFill>
                  <a:srgbClr val="EDF4FB"/>
                </a:solidFill>
                <a:latin typeface="Consolas"/>
                <a:ea typeface="Consolas"/>
                <a:cs typeface="Consolas"/>
              </a:defRPr>
            </a:pPr>
            <a:r>
              <a:rPr sz="1950" b="0">
                <a:solidFill>
                  <a:srgbClr val="EDF4FB"/>
                </a:solidFill>
                <a:latin typeface="Consolas"/>
                <a:ea typeface="Consolas"/>
                <a:cs typeface="Consolas"/>
              </a:rPr>
              <a:t>class DiagonalEnemy(Enemy):</a:t>
            </a:r>
          </a:p>
        </p:txBody>
      </p:sp>
      <p:sp>
        <p:nvSpPr>
          <p:cNvPr id="4" name="    def update(self, dt):">
            <a:extLst xmlns:a="http://schemas.openxmlformats.org/drawingml/2006/main">
              <a:ext uri="{FF2B5EF4-FFF2-40B4-BE49-F238E27FC236}">
                <a16:creationId xmlns:a16="http://schemas.microsoft.com/office/drawing/2014/main" id="{C81B512B-E92F-4254-A6A3-202449F3D212}"/>
              </a:ext>
            </a:extLst>
          </p:cNvPr>
          <p:cNvSpPr>
            <a:spLocks xmlns:a="http://schemas.openxmlformats.org/drawingml/2006/main" noGrp="1"/>
          </p:cNvSpPr>
          <p:nvPr/>
        </p:nvSpPr>
        <p:spPr>
          <a:xfrm xmlns:a="http://schemas.openxmlformats.org/drawingml/2006/main">
            <a:off x="590550" y="2143125"/>
            <a:ext cx="10953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EDF4FB"/>
                </a:solidFill>
                <a:latin typeface="Consolas"/>
                <a:ea typeface="Consolas"/>
                <a:cs typeface="Consolas"/>
              </a:defRPr>
            </a:defPPr>
            <a:lvl1pPr algn="l">
              <a:defRPr sz="1950" b="0">
                <a:solidFill>
                  <a:srgbClr val="EDF4FB"/>
                </a:solidFill>
                <a:latin typeface="Consolas"/>
                <a:ea typeface="Consolas"/>
                <a:cs typeface="Consolas"/>
              </a:defRPr>
            </a:lvl1pPr>
            <a:lvl2pPr algn="l">
              <a:defRPr sz="1950" b="0">
                <a:solidFill>
                  <a:srgbClr val="EDF4FB"/>
                </a:solidFill>
                <a:latin typeface="Consolas"/>
                <a:ea typeface="Consolas"/>
                <a:cs typeface="Consolas"/>
              </a:defRPr>
            </a:lvl2pPr>
            <a:lvl3pPr algn="l">
              <a:defRPr sz="1950" b="0">
                <a:solidFill>
                  <a:srgbClr val="EDF4FB"/>
                </a:solidFill>
                <a:latin typeface="Consolas"/>
                <a:ea typeface="Consolas"/>
                <a:cs typeface="Consolas"/>
              </a:defRPr>
            </a:lvl3pPr>
            <a:lvl4pPr algn="l">
              <a:defRPr sz="1950" b="0">
                <a:solidFill>
                  <a:srgbClr val="EDF4FB"/>
                </a:solidFill>
                <a:latin typeface="Consolas"/>
                <a:ea typeface="Consolas"/>
                <a:cs typeface="Consolas"/>
              </a:defRPr>
            </a:lvl4pPr>
            <a:lvl5pPr algn="l">
              <a:defRPr sz="1950" b="0">
                <a:solidFill>
                  <a:srgbClr val="EDF4FB"/>
                </a:solidFill>
                <a:latin typeface="Consolas"/>
                <a:ea typeface="Consolas"/>
                <a:cs typeface="Consolas"/>
              </a:defRPr>
            </a:lvl5pPr>
            <a:lvl6pPr algn="l">
              <a:defRPr sz="1950" b="0">
                <a:solidFill>
                  <a:srgbClr val="EDF4FB"/>
                </a:solidFill>
                <a:latin typeface="Consolas"/>
                <a:ea typeface="Consolas"/>
                <a:cs typeface="Consolas"/>
              </a:defRPr>
            </a:lvl6pPr>
            <a:lvl7pPr algn="l">
              <a:defRPr sz="1950" b="0">
                <a:solidFill>
                  <a:srgbClr val="EDF4FB"/>
                </a:solidFill>
                <a:latin typeface="Consolas"/>
                <a:ea typeface="Consolas"/>
                <a:cs typeface="Consolas"/>
              </a:defRPr>
            </a:lvl7pPr>
            <a:lvl8pPr algn="l">
              <a:defRPr sz="1950" b="0">
                <a:solidFill>
                  <a:srgbClr val="EDF4FB"/>
                </a:solidFill>
                <a:latin typeface="Consolas"/>
                <a:ea typeface="Consolas"/>
                <a:cs typeface="Consolas"/>
              </a:defRPr>
            </a:lvl8pPr>
            <a:lvl9pPr algn="l">
              <a:defRPr sz="1950" b="0">
                <a:solidFill>
                  <a:srgbClr val="EDF4FB"/>
                </a:solidFill>
                <a:latin typeface="Consolas"/>
                <a:ea typeface="Consolas"/>
                <a:cs typeface="Consolas"/>
              </a:defRPr>
            </a:lvl9pPr>
          </a:lstStyle>
          <a:p xmlns:a="http://schemas.openxmlformats.org/drawingml/2006/main">
            <a:pPr algn="l">
              <a:defRPr sz="1950" b="0">
                <a:solidFill>
                  <a:srgbClr val="EDF4FB"/>
                </a:solidFill>
                <a:latin typeface="Consolas"/>
                <a:ea typeface="Consolas"/>
                <a:cs typeface="Consolas"/>
              </a:defRPr>
            </a:pPr>
            <a:r>
              <a:rPr sz="1950" b="0">
                <a:solidFill>
                  <a:srgbClr val="EDF4FB"/>
                </a:solidFill>
                <a:latin typeface="Consolas"/>
                <a:ea typeface="Consolas"/>
                <a:cs typeface="Consolas"/>
              </a:rPr>
              <a:t>    def update(self, dt):</a:t>
            </a:r>
          </a:p>
        </p:txBody>
      </p:sp>
      <p:sp>
        <p:nvSpPr>
          <p:cNvPr id="5" name="        self.velocity.x = 60">
            <a:extLst xmlns:a="http://schemas.openxmlformats.org/drawingml/2006/main">
              <a:ext uri="{FF2B5EF4-FFF2-40B4-BE49-F238E27FC236}">
                <a16:creationId xmlns:a16="http://schemas.microsoft.com/office/drawing/2014/main" id="{CECE1D28-CB8D-45B8-8AE4-2C9C3B1878AE}"/>
              </a:ext>
            </a:extLst>
          </p:cNvPr>
          <p:cNvSpPr>
            <a:spLocks xmlns:a="http://schemas.openxmlformats.org/drawingml/2006/main" noGrp="1"/>
          </p:cNvSpPr>
          <p:nvPr/>
        </p:nvSpPr>
        <p:spPr>
          <a:xfrm xmlns:a="http://schemas.openxmlformats.org/drawingml/2006/main">
            <a:off x="590550" y="2447925"/>
            <a:ext cx="10953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EDF4FB"/>
                </a:solidFill>
                <a:latin typeface="Consolas"/>
                <a:ea typeface="Consolas"/>
                <a:cs typeface="Consolas"/>
              </a:defRPr>
            </a:defPPr>
            <a:lvl1pPr algn="l">
              <a:defRPr sz="1950" b="0">
                <a:solidFill>
                  <a:srgbClr val="EDF4FB"/>
                </a:solidFill>
                <a:latin typeface="Consolas"/>
                <a:ea typeface="Consolas"/>
                <a:cs typeface="Consolas"/>
              </a:defRPr>
            </a:lvl1pPr>
            <a:lvl2pPr algn="l">
              <a:defRPr sz="1950" b="0">
                <a:solidFill>
                  <a:srgbClr val="EDF4FB"/>
                </a:solidFill>
                <a:latin typeface="Consolas"/>
                <a:ea typeface="Consolas"/>
                <a:cs typeface="Consolas"/>
              </a:defRPr>
            </a:lvl2pPr>
            <a:lvl3pPr algn="l">
              <a:defRPr sz="1950" b="0">
                <a:solidFill>
                  <a:srgbClr val="EDF4FB"/>
                </a:solidFill>
                <a:latin typeface="Consolas"/>
                <a:ea typeface="Consolas"/>
                <a:cs typeface="Consolas"/>
              </a:defRPr>
            </a:lvl3pPr>
            <a:lvl4pPr algn="l">
              <a:defRPr sz="1950" b="0">
                <a:solidFill>
                  <a:srgbClr val="EDF4FB"/>
                </a:solidFill>
                <a:latin typeface="Consolas"/>
                <a:ea typeface="Consolas"/>
                <a:cs typeface="Consolas"/>
              </a:defRPr>
            </a:lvl4pPr>
            <a:lvl5pPr algn="l">
              <a:defRPr sz="1950" b="0">
                <a:solidFill>
                  <a:srgbClr val="EDF4FB"/>
                </a:solidFill>
                <a:latin typeface="Consolas"/>
                <a:ea typeface="Consolas"/>
                <a:cs typeface="Consolas"/>
              </a:defRPr>
            </a:lvl5pPr>
            <a:lvl6pPr algn="l">
              <a:defRPr sz="1950" b="0">
                <a:solidFill>
                  <a:srgbClr val="EDF4FB"/>
                </a:solidFill>
                <a:latin typeface="Consolas"/>
                <a:ea typeface="Consolas"/>
                <a:cs typeface="Consolas"/>
              </a:defRPr>
            </a:lvl6pPr>
            <a:lvl7pPr algn="l">
              <a:defRPr sz="1950" b="0">
                <a:solidFill>
                  <a:srgbClr val="EDF4FB"/>
                </a:solidFill>
                <a:latin typeface="Consolas"/>
                <a:ea typeface="Consolas"/>
                <a:cs typeface="Consolas"/>
              </a:defRPr>
            </a:lvl7pPr>
            <a:lvl8pPr algn="l">
              <a:defRPr sz="1950" b="0">
                <a:solidFill>
                  <a:srgbClr val="EDF4FB"/>
                </a:solidFill>
                <a:latin typeface="Consolas"/>
                <a:ea typeface="Consolas"/>
                <a:cs typeface="Consolas"/>
              </a:defRPr>
            </a:lvl8pPr>
            <a:lvl9pPr algn="l">
              <a:defRPr sz="1950" b="0">
                <a:solidFill>
                  <a:srgbClr val="EDF4FB"/>
                </a:solidFill>
                <a:latin typeface="Consolas"/>
                <a:ea typeface="Consolas"/>
                <a:cs typeface="Consolas"/>
              </a:defRPr>
            </a:lvl9pPr>
          </a:lstStyle>
          <a:p xmlns:a="http://schemas.openxmlformats.org/drawingml/2006/main">
            <a:pPr algn="l">
              <a:defRPr sz="1950" b="0">
                <a:solidFill>
                  <a:srgbClr val="EDF4FB"/>
                </a:solidFill>
                <a:latin typeface="Consolas"/>
                <a:ea typeface="Consolas"/>
                <a:cs typeface="Consolas"/>
              </a:defRPr>
            </a:pPr>
            <a:r>
              <a:rPr sz="1950" b="0">
                <a:solidFill>
                  <a:srgbClr val="EDF4FB"/>
                </a:solidFill>
                <a:latin typeface="Consolas"/>
                <a:ea typeface="Consolas"/>
                <a:cs typeface="Consolas"/>
              </a:rPr>
              <a:t>        self.velocity.x = 60</a:t>
            </a:r>
          </a:p>
        </p:txBody>
      </p:sp>
      <p:sp>
        <p:nvSpPr>
          <p:cNvPr id="6" name="        super().update(dt)">
            <a:extLst xmlns:a="http://schemas.openxmlformats.org/drawingml/2006/main">
              <a:ext uri="{FF2B5EF4-FFF2-40B4-BE49-F238E27FC236}">
                <a16:creationId xmlns:a16="http://schemas.microsoft.com/office/drawing/2014/main" id="{CFE68D4A-C2CE-4F12-9DDE-02D2E99B8BC5}"/>
              </a:ext>
            </a:extLst>
          </p:cNvPr>
          <p:cNvSpPr>
            <a:spLocks xmlns:a="http://schemas.openxmlformats.org/drawingml/2006/main" noGrp="1"/>
          </p:cNvSpPr>
          <p:nvPr/>
        </p:nvSpPr>
        <p:spPr>
          <a:xfrm xmlns:a="http://schemas.openxmlformats.org/drawingml/2006/main">
            <a:off x="590550" y="2752725"/>
            <a:ext cx="10953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EDF4FB"/>
                </a:solidFill>
                <a:latin typeface="Consolas"/>
                <a:ea typeface="Consolas"/>
                <a:cs typeface="Consolas"/>
              </a:defRPr>
            </a:defPPr>
            <a:lvl1pPr algn="l">
              <a:defRPr sz="1950" b="0">
                <a:solidFill>
                  <a:srgbClr val="EDF4FB"/>
                </a:solidFill>
                <a:latin typeface="Consolas"/>
                <a:ea typeface="Consolas"/>
                <a:cs typeface="Consolas"/>
              </a:defRPr>
            </a:lvl1pPr>
            <a:lvl2pPr algn="l">
              <a:defRPr sz="1950" b="0">
                <a:solidFill>
                  <a:srgbClr val="EDF4FB"/>
                </a:solidFill>
                <a:latin typeface="Consolas"/>
                <a:ea typeface="Consolas"/>
                <a:cs typeface="Consolas"/>
              </a:defRPr>
            </a:lvl2pPr>
            <a:lvl3pPr algn="l">
              <a:defRPr sz="1950" b="0">
                <a:solidFill>
                  <a:srgbClr val="EDF4FB"/>
                </a:solidFill>
                <a:latin typeface="Consolas"/>
                <a:ea typeface="Consolas"/>
                <a:cs typeface="Consolas"/>
              </a:defRPr>
            </a:lvl3pPr>
            <a:lvl4pPr algn="l">
              <a:defRPr sz="1950" b="0">
                <a:solidFill>
                  <a:srgbClr val="EDF4FB"/>
                </a:solidFill>
                <a:latin typeface="Consolas"/>
                <a:ea typeface="Consolas"/>
                <a:cs typeface="Consolas"/>
              </a:defRPr>
            </a:lvl4pPr>
            <a:lvl5pPr algn="l">
              <a:defRPr sz="1950" b="0">
                <a:solidFill>
                  <a:srgbClr val="EDF4FB"/>
                </a:solidFill>
                <a:latin typeface="Consolas"/>
                <a:ea typeface="Consolas"/>
                <a:cs typeface="Consolas"/>
              </a:defRPr>
            </a:lvl5pPr>
            <a:lvl6pPr algn="l">
              <a:defRPr sz="1950" b="0">
                <a:solidFill>
                  <a:srgbClr val="EDF4FB"/>
                </a:solidFill>
                <a:latin typeface="Consolas"/>
                <a:ea typeface="Consolas"/>
                <a:cs typeface="Consolas"/>
              </a:defRPr>
            </a:lvl6pPr>
            <a:lvl7pPr algn="l">
              <a:defRPr sz="1950" b="0">
                <a:solidFill>
                  <a:srgbClr val="EDF4FB"/>
                </a:solidFill>
                <a:latin typeface="Consolas"/>
                <a:ea typeface="Consolas"/>
                <a:cs typeface="Consolas"/>
              </a:defRPr>
            </a:lvl7pPr>
            <a:lvl8pPr algn="l">
              <a:defRPr sz="1950" b="0">
                <a:solidFill>
                  <a:srgbClr val="EDF4FB"/>
                </a:solidFill>
                <a:latin typeface="Consolas"/>
                <a:ea typeface="Consolas"/>
                <a:cs typeface="Consolas"/>
              </a:defRPr>
            </a:lvl8pPr>
            <a:lvl9pPr algn="l">
              <a:defRPr sz="1950" b="0">
                <a:solidFill>
                  <a:srgbClr val="EDF4FB"/>
                </a:solidFill>
                <a:latin typeface="Consolas"/>
                <a:ea typeface="Consolas"/>
                <a:cs typeface="Consolas"/>
              </a:defRPr>
            </a:lvl9pPr>
          </a:lstStyle>
          <a:p xmlns:a="http://schemas.openxmlformats.org/drawingml/2006/main">
            <a:pPr algn="l">
              <a:defRPr sz="1950" b="0">
                <a:solidFill>
                  <a:srgbClr val="EDF4FB"/>
                </a:solidFill>
                <a:latin typeface="Consolas"/>
                <a:ea typeface="Consolas"/>
                <a:cs typeface="Consolas"/>
              </a:defRPr>
            </a:pPr>
            <a:r>
              <a:rPr sz="1950" b="0">
                <a:solidFill>
                  <a:srgbClr val="EDF4FB"/>
                </a:solidFill>
                <a:latin typeface="Consolas"/>
                <a:ea typeface="Consolas"/>
                <a:cs typeface="Consolas"/>
              </a:rPr>
              <a:t>        super().update(dt)</a:t>
            </a:r>
          </a:p>
        </p:txBody>
      </p:sp>
      <p:sp>
        <p:nvSpPr>
          <p:cNvPr id="7" name="">
            <a:extLst xmlns:a="http://schemas.openxmlformats.org/drawingml/2006/main">
              <a:ext uri="{FF2B5EF4-FFF2-40B4-BE49-F238E27FC236}">
                <a16:creationId xmlns:a16="http://schemas.microsoft.com/office/drawing/2014/main" id="{78F9001A-BF69-490F-81C9-13A5C51A2761}"/>
              </a:ext>
            </a:extLst>
          </p:cNvPr>
          <p:cNvSpPr>
            <a:spLocks xmlns:a="http://schemas.openxmlformats.org/drawingml/2006/main" noGrp="1"/>
          </p:cNvSpPr>
          <p:nvPr/>
        </p:nvSpPr>
        <p:spPr>
          <a:xfrm xmlns:a="http://schemas.openxmlformats.org/drawingml/2006/main">
            <a:off x="590550" y="3057525"/>
            <a:ext cx="10953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EDF4FB"/>
                </a:solidFill>
                <a:latin typeface="Consolas"/>
                <a:ea typeface="Consolas"/>
                <a:cs typeface="Consolas"/>
              </a:defRPr>
            </a:defPPr>
            <a:lvl1pPr algn="l">
              <a:defRPr sz="1950" b="0">
                <a:solidFill>
                  <a:srgbClr val="EDF4FB"/>
                </a:solidFill>
                <a:latin typeface="Consolas"/>
                <a:ea typeface="Consolas"/>
                <a:cs typeface="Consolas"/>
              </a:defRPr>
            </a:lvl1pPr>
            <a:lvl2pPr algn="l">
              <a:defRPr sz="1950" b="0">
                <a:solidFill>
                  <a:srgbClr val="EDF4FB"/>
                </a:solidFill>
                <a:latin typeface="Consolas"/>
                <a:ea typeface="Consolas"/>
                <a:cs typeface="Consolas"/>
              </a:defRPr>
            </a:lvl2pPr>
            <a:lvl3pPr algn="l">
              <a:defRPr sz="1950" b="0">
                <a:solidFill>
                  <a:srgbClr val="EDF4FB"/>
                </a:solidFill>
                <a:latin typeface="Consolas"/>
                <a:ea typeface="Consolas"/>
                <a:cs typeface="Consolas"/>
              </a:defRPr>
            </a:lvl3pPr>
            <a:lvl4pPr algn="l">
              <a:defRPr sz="1950" b="0">
                <a:solidFill>
                  <a:srgbClr val="EDF4FB"/>
                </a:solidFill>
                <a:latin typeface="Consolas"/>
                <a:ea typeface="Consolas"/>
                <a:cs typeface="Consolas"/>
              </a:defRPr>
            </a:lvl4pPr>
            <a:lvl5pPr algn="l">
              <a:defRPr sz="1950" b="0">
                <a:solidFill>
                  <a:srgbClr val="EDF4FB"/>
                </a:solidFill>
                <a:latin typeface="Consolas"/>
                <a:ea typeface="Consolas"/>
                <a:cs typeface="Consolas"/>
              </a:defRPr>
            </a:lvl5pPr>
            <a:lvl6pPr algn="l">
              <a:defRPr sz="1950" b="0">
                <a:solidFill>
                  <a:srgbClr val="EDF4FB"/>
                </a:solidFill>
                <a:latin typeface="Consolas"/>
                <a:ea typeface="Consolas"/>
                <a:cs typeface="Consolas"/>
              </a:defRPr>
            </a:lvl6pPr>
            <a:lvl7pPr algn="l">
              <a:defRPr sz="1950" b="0">
                <a:solidFill>
                  <a:srgbClr val="EDF4FB"/>
                </a:solidFill>
                <a:latin typeface="Consolas"/>
                <a:ea typeface="Consolas"/>
                <a:cs typeface="Consolas"/>
              </a:defRPr>
            </a:lvl7pPr>
            <a:lvl8pPr algn="l">
              <a:defRPr sz="1950" b="0">
                <a:solidFill>
                  <a:srgbClr val="EDF4FB"/>
                </a:solidFill>
                <a:latin typeface="Consolas"/>
                <a:ea typeface="Consolas"/>
                <a:cs typeface="Consolas"/>
              </a:defRPr>
            </a:lvl8pPr>
            <a:lvl9pPr algn="l">
              <a:defRPr sz="1950" b="0">
                <a:solidFill>
                  <a:srgbClr val="EDF4FB"/>
                </a:solidFill>
                <a:latin typeface="Consolas"/>
                <a:ea typeface="Consolas"/>
                <a:cs typeface="Consolas"/>
              </a:defRPr>
            </a:lvl9pPr>
          </a:lstStyle>
          <a:p xmlns:a="http://schemas.openxmlformats.org/drawingml/2006/main">
            <a:r>
              <a:t/>
            </a:r>
          </a:p>
        </p:txBody>
      </p:sp>
      <p:sp>
        <p:nvSpPr>
          <p:cNvPr id="8" name="diagonal = DiagonalEnemy(&quot;D01&quot;, (200, 100))">
            <a:extLst xmlns:a="http://schemas.openxmlformats.org/drawingml/2006/main">
              <a:ext uri="{FF2B5EF4-FFF2-40B4-BE49-F238E27FC236}">
                <a16:creationId xmlns:a16="http://schemas.microsoft.com/office/drawing/2014/main" id="{824917CB-F869-406F-AC53-4544F8ADE8E1}"/>
              </a:ext>
            </a:extLst>
          </p:cNvPr>
          <p:cNvSpPr>
            <a:spLocks xmlns:a="http://schemas.openxmlformats.org/drawingml/2006/main" noGrp="1"/>
          </p:cNvSpPr>
          <p:nvPr/>
        </p:nvSpPr>
        <p:spPr>
          <a:xfrm xmlns:a="http://schemas.openxmlformats.org/drawingml/2006/main">
            <a:off x="590550" y="3362325"/>
            <a:ext cx="10953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EDF4FB"/>
                </a:solidFill>
                <a:latin typeface="Consolas"/>
                <a:ea typeface="Consolas"/>
                <a:cs typeface="Consolas"/>
              </a:defRPr>
            </a:defPPr>
            <a:lvl1pPr algn="l">
              <a:defRPr sz="1950" b="0">
                <a:solidFill>
                  <a:srgbClr val="EDF4FB"/>
                </a:solidFill>
                <a:latin typeface="Consolas"/>
                <a:ea typeface="Consolas"/>
                <a:cs typeface="Consolas"/>
              </a:defRPr>
            </a:lvl1pPr>
            <a:lvl2pPr algn="l">
              <a:defRPr sz="1950" b="0">
                <a:solidFill>
                  <a:srgbClr val="EDF4FB"/>
                </a:solidFill>
                <a:latin typeface="Consolas"/>
                <a:ea typeface="Consolas"/>
                <a:cs typeface="Consolas"/>
              </a:defRPr>
            </a:lvl2pPr>
            <a:lvl3pPr algn="l">
              <a:defRPr sz="1950" b="0">
                <a:solidFill>
                  <a:srgbClr val="EDF4FB"/>
                </a:solidFill>
                <a:latin typeface="Consolas"/>
                <a:ea typeface="Consolas"/>
                <a:cs typeface="Consolas"/>
              </a:defRPr>
            </a:lvl3pPr>
            <a:lvl4pPr algn="l">
              <a:defRPr sz="1950" b="0">
                <a:solidFill>
                  <a:srgbClr val="EDF4FB"/>
                </a:solidFill>
                <a:latin typeface="Consolas"/>
                <a:ea typeface="Consolas"/>
                <a:cs typeface="Consolas"/>
              </a:defRPr>
            </a:lvl4pPr>
            <a:lvl5pPr algn="l">
              <a:defRPr sz="1950" b="0">
                <a:solidFill>
                  <a:srgbClr val="EDF4FB"/>
                </a:solidFill>
                <a:latin typeface="Consolas"/>
                <a:ea typeface="Consolas"/>
                <a:cs typeface="Consolas"/>
              </a:defRPr>
            </a:lvl5pPr>
            <a:lvl6pPr algn="l">
              <a:defRPr sz="1950" b="0">
                <a:solidFill>
                  <a:srgbClr val="EDF4FB"/>
                </a:solidFill>
                <a:latin typeface="Consolas"/>
                <a:ea typeface="Consolas"/>
                <a:cs typeface="Consolas"/>
              </a:defRPr>
            </a:lvl6pPr>
            <a:lvl7pPr algn="l">
              <a:defRPr sz="1950" b="0">
                <a:solidFill>
                  <a:srgbClr val="EDF4FB"/>
                </a:solidFill>
                <a:latin typeface="Consolas"/>
                <a:ea typeface="Consolas"/>
                <a:cs typeface="Consolas"/>
              </a:defRPr>
            </a:lvl7pPr>
            <a:lvl8pPr algn="l">
              <a:defRPr sz="1950" b="0">
                <a:solidFill>
                  <a:srgbClr val="EDF4FB"/>
                </a:solidFill>
                <a:latin typeface="Consolas"/>
                <a:ea typeface="Consolas"/>
                <a:cs typeface="Consolas"/>
              </a:defRPr>
            </a:lvl8pPr>
            <a:lvl9pPr algn="l">
              <a:defRPr sz="1950" b="0">
                <a:solidFill>
                  <a:srgbClr val="EDF4FB"/>
                </a:solidFill>
                <a:latin typeface="Consolas"/>
                <a:ea typeface="Consolas"/>
                <a:cs typeface="Consolas"/>
              </a:defRPr>
            </a:lvl9pPr>
          </a:lstStyle>
          <a:p xmlns:a="http://schemas.openxmlformats.org/drawingml/2006/main">
            <a:pPr algn="l">
              <a:defRPr sz="1950" b="0">
                <a:solidFill>
                  <a:srgbClr val="EDF4FB"/>
                </a:solidFill>
                <a:latin typeface="Consolas"/>
                <a:ea typeface="Consolas"/>
                <a:cs typeface="Consolas"/>
              </a:defRPr>
            </a:pPr>
            <a:r>
              <a:rPr sz="1950" b="0">
                <a:solidFill>
                  <a:srgbClr val="EDF4FB"/>
                </a:solidFill>
                <a:latin typeface="Consolas"/>
                <a:ea typeface="Consolas"/>
                <a:cs typeface="Consolas"/>
              </a:rPr>
              <a:t>diagonal = DiagonalEnemy("D01", (200, 100))</a:t>
            </a:r>
          </a:p>
        </p:txBody>
      </p:sp>
      <p:sp>
        <p:nvSpPr>
          <p:cNvPr id="9" name="diagonal.update(0.25)">
            <a:extLst xmlns:a="http://schemas.openxmlformats.org/drawingml/2006/main">
              <a:ext uri="{FF2B5EF4-FFF2-40B4-BE49-F238E27FC236}">
                <a16:creationId xmlns:a16="http://schemas.microsoft.com/office/drawing/2014/main" id="{91A68F83-C663-4CB8-BAE0-E23BE27E8BD2}"/>
              </a:ext>
            </a:extLst>
          </p:cNvPr>
          <p:cNvSpPr>
            <a:spLocks xmlns:a="http://schemas.openxmlformats.org/drawingml/2006/main" noGrp="1"/>
          </p:cNvSpPr>
          <p:nvPr/>
        </p:nvSpPr>
        <p:spPr>
          <a:xfrm xmlns:a="http://schemas.openxmlformats.org/drawingml/2006/main">
            <a:off x="590550" y="3667125"/>
            <a:ext cx="10953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EDF4FB"/>
                </a:solidFill>
                <a:latin typeface="Consolas"/>
                <a:ea typeface="Consolas"/>
                <a:cs typeface="Consolas"/>
              </a:defRPr>
            </a:defPPr>
            <a:lvl1pPr algn="l">
              <a:defRPr sz="1950" b="0">
                <a:solidFill>
                  <a:srgbClr val="EDF4FB"/>
                </a:solidFill>
                <a:latin typeface="Consolas"/>
                <a:ea typeface="Consolas"/>
                <a:cs typeface="Consolas"/>
              </a:defRPr>
            </a:lvl1pPr>
            <a:lvl2pPr algn="l">
              <a:defRPr sz="1950" b="0">
                <a:solidFill>
                  <a:srgbClr val="EDF4FB"/>
                </a:solidFill>
                <a:latin typeface="Consolas"/>
                <a:ea typeface="Consolas"/>
                <a:cs typeface="Consolas"/>
              </a:defRPr>
            </a:lvl2pPr>
            <a:lvl3pPr algn="l">
              <a:defRPr sz="1950" b="0">
                <a:solidFill>
                  <a:srgbClr val="EDF4FB"/>
                </a:solidFill>
                <a:latin typeface="Consolas"/>
                <a:ea typeface="Consolas"/>
                <a:cs typeface="Consolas"/>
              </a:defRPr>
            </a:lvl3pPr>
            <a:lvl4pPr algn="l">
              <a:defRPr sz="1950" b="0">
                <a:solidFill>
                  <a:srgbClr val="EDF4FB"/>
                </a:solidFill>
                <a:latin typeface="Consolas"/>
                <a:ea typeface="Consolas"/>
                <a:cs typeface="Consolas"/>
              </a:defRPr>
            </a:lvl4pPr>
            <a:lvl5pPr algn="l">
              <a:defRPr sz="1950" b="0">
                <a:solidFill>
                  <a:srgbClr val="EDF4FB"/>
                </a:solidFill>
                <a:latin typeface="Consolas"/>
                <a:ea typeface="Consolas"/>
                <a:cs typeface="Consolas"/>
              </a:defRPr>
            </a:lvl5pPr>
            <a:lvl6pPr algn="l">
              <a:defRPr sz="1950" b="0">
                <a:solidFill>
                  <a:srgbClr val="EDF4FB"/>
                </a:solidFill>
                <a:latin typeface="Consolas"/>
                <a:ea typeface="Consolas"/>
                <a:cs typeface="Consolas"/>
              </a:defRPr>
            </a:lvl6pPr>
            <a:lvl7pPr algn="l">
              <a:defRPr sz="1950" b="0">
                <a:solidFill>
                  <a:srgbClr val="EDF4FB"/>
                </a:solidFill>
                <a:latin typeface="Consolas"/>
                <a:ea typeface="Consolas"/>
                <a:cs typeface="Consolas"/>
              </a:defRPr>
            </a:lvl7pPr>
            <a:lvl8pPr algn="l">
              <a:defRPr sz="1950" b="0">
                <a:solidFill>
                  <a:srgbClr val="EDF4FB"/>
                </a:solidFill>
                <a:latin typeface="Consolas"/>
                <a:ea typeface="Consolas"/>
                <a:cs typeface="Consolas"/>
              </a:defRPr>
            </a:lvl8pPr>
            <a:lvl9pPr algn="l">
              <a:defRPr sz="1950" b="0">
                <a:solidFill>
                  <a:srgbClr val="EDF4FB"/>
                </a:solidFill>
                <a:latin typeface="Consolas"/>
                <a:ea typeface="Consolas"/>
                <a:cs typeface="Consolas"/>
              </a:defRPr>
            </a:lvl9pPr>
          </a:lstStyle>
          <a:p xmlns:a="http://schemas.openxmlformats.org/drawingml/2006/main">
            <a:pPr algn="l">
              <a:defRPr sz="1950" b="0">
                <a:solidFill>
                  <a:srgbClr val="EDF4FB"/>
                </a:solidFill>
                <a:latin typeface="Consolas"/>
                <a:ea typeface="Consolas"/>
                <a:cs typeface="Consolas"/>
              </a:defRPr>
            </a:pPr>
            <a:r>
              <a:rPr sz="1950" b="0">
                <a:solidFill>
                  <a:srgbClr val="EDF4FB"/>
                </a:solidFill>
                <a:latin typeface="Consolas"/>
                <a:ea typeface="Consolas"/>
                <a:cs typeface="Consolas"/>
              </a:rPr>
              <a:t>diagonal.update(0.25)</a:t>
            </a:r>
          </a:p>
        </p:txBody>
      </p:sp>
      <p:sp>
        <p:nvSpPr>
          <p:cNvPr id="10" name="print(tuple(diagonal.pos))  # (215.0, 120.0)">
            <a:extLst xmlns:a="http://schemas.openxmlformats.org/drawingml/2006/main">
              <a:ext uri="{FF2B5EF4-FFF2-40B4-BE49-F238E27FC236}">
                <a16:creationId xmlns:a16="http://schemas.microsoft.com/office/drawing/2014/main" id="{2FF9EC52-138E-47FE-A984-DB93AC2D0A42}"/>
              </a:ext>
            </a:extLst>
          </p:cNvPr>
          <p:cNvSpPr>
            <a:spLocks xmlns:a="http://schemas.openxmlformats.org/drawingml/2006/main" noGrp="1"/>
          </p:cNvSpPr>
          <p:nvPr/>
        </p:nvSpPr>
        <p:spPr>
          <a:xfrm xmlns:a="http://schemas.openxmlformats.org/drawingml/2006/main">
            <a:off x="590550" y="3971925"/>
            <a:ext cx="10953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EDF4FB"/>
                </a:solidFill>
                <a:latin typeface="Consolas"/>
                <a:ea typeface="Consolas"/>
                <a:cs typeface="Consolas"/>
              </a:defRPr>
            </a:defPPr>
            <a:lvl1pPr algn="l">
              <a:defRPr sz="1950" b="0">
                <a:solidFill>
                  <a:srgbClr val="EDF4FB"/>
                </a:solidFill>
                <a:latin typeface="Consolas"/>
                <a:ea typeface="Consolas"/>
                <a:cs typeface="Consolas"/>
              </a:defRPr>
            </a:lvl1pPr>
            <a:lvl2pPr algn="l">
              <a:defRPr sz="1950" b="0">
                <a:solidFill>
                  <a:srgbClr val="EDF4FB"/>
                </a:solidFill>
                <a:latin typeface="Consolas"/>
                <a:ea typeface="Consolas"/>
                <a:cs typeface="Consolas"/>
              </a:defRPr>
            </a:lvl2pPr>
            <a:lvl3pPr algn="l">
              <a:defRPr sz="1950" b="0">
                <a:solidFill>
                  <a:srgbClr val="EDF4FB"/>
                </a:solidFill>
                <a:latin typeface="Consolas"/>
                <a:ea typeface="Consolas"/>
                <a:cs typeface="Consolas"/>
              </a:defRPr>
            </a:lvl3pPr>
            <a:lvl4pPr algn="l">
              <a:defRPr sz="1950" b="0">
                <a:solidFill>
                  <a:srgbClr val="EDF4FB"/>
                </a:solidFill>
                <a:latin typeface="Consolas"/>
                <a:ea typeface="Consolas"/>
                <a:cs typeface="Consolas"/>
              </a:defRPr>
            </a:lvl4pPr>
            <a:lvl5pPr algn="l">
              <a:defRPr sz="1950" b="0">
                <a:solidFill>
                  <a:srgbClr val="EDF4FB"/>
                </a:solidFill>
                <a:latin typeface="Consolas"/>
                <a:ea typeface="Consolas"/>
                <a:cs typeface="Consolas"/>
              </a:defRPr>
            </a:lvl5pPr>
            <a:lvl6pPr algn="l">
              <a:defRPr sz="1950" b="0">
                <a:solidFill>
                  <a:srgbClr val="EDF4FB"/>
                </a:solidFill>
                <a:latin typeface="Consolas"/>
                <a:ea typeface="Consolas"/>
                <a:cs typeface="Consolas"/>
              </a:defRPr>
            </a:lvl6pPr>
            <a:lvl7pPr algn="l">
              <a:defRPr sz="1950" b="0">
                <a:solidFill>
                  <a:srgbClr val="EDF4FB"/>
                </a:solidFill>
                <a:latin typeface="Consolas"/>
                <a:ea typeface="Consolas"/>
                <a:cs typeface="Consolas"/>
              </a:defRPr>
            </a:lvl7pPr>
            <a:lvl8pPr algn="l">
              <a:defRPr sz="1950" b="0">
                <a:solidFill>
                  <a:srgbClr val="EDF4FB"/>
                </a:solidFill>
                <a:latin typeface="Consolas"/>
                <a:ea typeface="Consolas"/>
                <a:cs typeface="Consolas"/>
              </a:defRPr>
            </a:lvl8pPr>
            <a:lvl9pPr algn="l">
              <a:defRPr sz="1950" b="0">
                <a:solidFill>
                  <a:srgbClr val="EDF4FB"/>
                </a:solidFill>
                <a:latin typeface="Consolas"/>
                <a:ea typeface="Consolas"/>
                <a:cs typeface="Consolas"/>
              </a:defRPr>
            </a:lvl9pPr>
          </a:lstStyle>
          <a:p xmlns:a="http://schemas.openxmlformats.org/drawingml/2006/main">
            <a:pPr algn="l">
              <a:defRPr sz="1950" b="0">
                <a:solidFill>
                  <a:srgbClr val="EDF4FB"/>
                </a:solidFill>
                <a:latin typeface="Consolas"/>
                <a:ea typeface="Consolas"/>
                <a:cs typeface="Consolas"/>
              </a:defRPr>
            </a:pPr>
            <a:r>
              <a:rPr sz="1950" b="0">
                <a:solidFill>
                  <a:srgbClr val="EDF4FB"/>
                </a:solidFill>
                <a:latin typeface="Consolas"/>
                <a:ea typeface="Consolas"/>
                <a:cs typeface="Consolas"/>
              </a:rPr>
              <a:t>print(tuple(diagonal.pos))  # (215.0, 120.0)</a:t>
            </a:r>
          </a:p>
        </p:txBody>
      </p:sp>
      <p:sp>
        <p:nvSpPr>
          <p:cNvPr id="11" name="横方向の速度を設定し、super() で1回移動する。">
            <a:extLst xmlns:a="http://schemas.openxmlformats.org/drawingml/2006/main">
              <a:ext uri="{FF2B5EF4-FFF2-40B4-BE49-F238E27FC236}">
                <a16:creationId xmlns:a16="http://schemas.microsoft.com/office/drawing/2014/main" id="{025B55CD-E17A-4573-92F9-344F7774C2FB}"/>
              </a:ext>
            </a:extLst>
          </p:cNvPr>
          <p:cNvSpPr>
            <a:spLocks xmlns:a="http://schemas.openxmlformats.org/drawingml/2006/main" noGrp="1"/>
          </p:cNvSpPr>
          <p:nvPr/>
        </p:nvSpPr>
        <p:spPr>
          <a:xfrm xmlns:a="http://schemas.openxmlformats.org/drawingml/2006/main">
            <a:off x="590550" y="5524500"/>
            <a:ext cx="523875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68EDBE"/>
                </a:solidFill>
                <a:latin typeface="Yu Gothic"/>
                <a:ea typeface="Yu Gothic"/>
                <a:cs typeface="Yu Gothic"/>
              </a:defRPr>
            </a:defPPr>
            <a:lvl1pPr algn="l">
              <a:defRPr sz="1725" b="0">
                <a:solidFill>
                  <a:srgbClr val="68EDBE"/>
                </a:solidFill>
                <a:latin typeface="Yu Gothic"/>
                <a:ea typeface="Yu Gothic"/>
                <a:cs typeface="Yu Gothic"/>
              </a:defRPr>
            </a:lvl1pPr>
            <a:lvl2pPr algn="l">
              <a:defRPr sz="1725" b="0">
                <a:solidFill>
                  <a:srgbClr val="68EDBE"/>
                </a:solidFill>
                <a:latin typeface="Yu Gothic"/>
                <a:ea typeface="Yu Gothic"/>
                <a:cs typeface="Yu Gothic"/>
              </a:defRPr>
            </a:lvl2pPr>
            <a:lvl3pPr algn="l">
              <a:defRPr sz="1725" b="0">
                <a:solidFill>
                  <a:srgbClr val="68EDBE"/>
                </a:solidFill>
                <a:latin typeface="Yu Gothic"/>
                <a:ea typeface="Yu Gothic"/>
                <a:cs typeface="Yu Gothic"/>
              </a:defRPr>
            </a:lvl3pPr>
            <a:lvl4pPr algn="l">
              <a:defRPr sz="1725" b="0">
                <a:solidFill>
                  <a:srgbClr val="68EDBE"/>
                </a:solidFill>
                <a:latin typeface="Yu Gothic"/>
                <a:ea typeface="Yu Gothic"/>
                <a:cs typeface="Yu Gothic"/>
              </a:defRPr>
            </a:lvl4pPr>
            <a:lvl5pPr algn="l">
              <a:defRPr sz="1725" b="0">
                <a:solidFill>
                  <a:srgbClr val="68EDBE"/>
                </a:solidFill>
                <a:latin typeface="Yu Gothic"/>
                <a:ea typeface="Yu Gothic"/>
                <a:cs typeface="Yu Gothic"/>
              </a:defRPr>
            </a:lvl5pPr>
            <a:lvl6pPr algn="l">
              <a:defRPr sz="1725" b="0">
                <a:solidFill>
                  <a:srgbClr val="68EDBE"/>
                </a:solidFill>
                <a:latin typeface="Yu Gothic"/>
                <a:ea typeface="Yu Gothic"/>
                <a:cs typeface="Yu Gothic"/>
              </a:defRPr>
            </a:lvl6pPr>
            <a:lvl7pPr algn="l">
              <a:defRPr sz="1725" b="0">
                <a:solidFill>
                  <a:srgbClr val="68EDBE"/>
                </a:solidFill>
                <a:latin typeface="Yu Gothic"/>
                <a:ea typeface="Yu Gothic"/>
                <a:cs typeface="Yu Gothic"/>
              </a:defRPr>
            </a:lvl7pPr>
            <a:lvl8pPr algn="l">
              <a:defRPr sz="1725" b="0">
                <a:solidFill>
                  <a:srgbClr val="68EDBE"/>
                </a:solidFill>
                <a:latin typeface="Yu Gothic"/>
                <a:ea typeface="Yu Gothic"/>
                <a:cs typeface="Yu Gothic"/>
              </a:defRPr>
            </a:lvl8pPr>
            <a:lvl9pPr algn="l">
              <a:defRPr sz="1725" b="0">
                <a:solidFill>
                  <a:srgbClr val="68EDBE"/>
                </a:solidFill>
                <a:latin typeface="Yu Gothic"/>
                <a:ea typeface="Yu Gothic"/>
                <a:cs typeface="Yu Gothic"/>
              </a:defRPr>
            </a:lvl9pPr>
          </a:lstStyle>
          <a:p xmlns:a="http://schemas.openxmlformats.org/drawingml/2006/main">
            <a:pPr algn="l">
              <a:defRPr sz="1725" b="0">
                <a:solidFill>
                  <a:srgbClr val="68EDBE"/>
                </a:solidFill>
                <a:latin typeface="Yu Gothic"/>
                <a:ea typeface="Yu Gothic"/>
                <a:cs typeface="Yu Gothic"/>
              </a:defRPr>
            </a:pPr>
            <a:r>
              <a:rPr sz="1725" b="0">
                <a:solidFill>
                  <a:srgbClr val="68EDBE"/>
                </a:solidFill>
                <a:latin typeface="Yu Gothic"/>
                <a:ea typeface="Yu Gothic"/>
                <a:cs typeface="Yu Gothic"/>
              </a:rPr>
              <a:t>横方向の速度を設定し、super() で1回移動する。</a:t>
            </a:r>
          </a:p>
        </p:txBody>
      </p:sp>
      <p:sp>
        <p:nvSpPr>
          <p:cNvPr id="12" name="呼び出し順は DiagonalEnemy.update、Actor.update。">
            <a:extLst xmlns:a="http://schemas.openxmlformats.org/drawingml/2006/main">
              <a:ext uri="{FF2B5EF4-FFF2-40B4-BE49-F238E27FC236}">
                <a16:creationId xmlns:a16="http://schemas.microsoft.com/office/drawing/2014/main" id="{E91413A7-1663-40AC-BD5A-017AC5137671}"/>
              </a:ext>
            </a:extLst>
          </p:cNvPr>
          <p:cNvSpPr>
            <a:spLocks xmlns:a="http://schemas.openxmlformats.org/drawingml/2006/main" noGrp="1"/>
          </p:cNvSpPr>
          <p:nvPr/>
        </p:nvSpPr>
        <p:spPr>
          <a:xfrm xmlns:a="http://schemas.openxmlformats.org/drawingml/2006/main">
            <a:off x="6305550" y="5524500"/>
            <a:ext cx="523875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68EDBE"/>
                </a:solidFill>
                <a:latin typeface="Yu Gothic"/>
                <a:ea typeface="Yu Gothic"/>
                <a:cs typeface="Yu Gothic"/>
              </a:defRPr>
            </a:defPPr>
            <a:lvl1pPr algn="l">
              <a:defRPr sz="1725" b="0">
                <a:solidFill>
                  <a:srgbClr val="68EDBE"/>
                </a:solidFill>
                <a:latin typeface="Yu Gothic"/>
                <a:ea typeface="Yu Gothic"/>
                <a:cs typeface="Yu Gothic"/>
              </a:defRPr>
            </a:lvl1pPr>
            <a:lvl2pPr algn="l">
              <a:defRPr sz="1725" b="0">
                <a:solidFill>
                  <a:srgbClr val="68EDBE"/>
                </a:solidFill>
                <a:latin typeface="Yu Gothic"/>
                <a:ea typeface="Yu Gothic"/>
                <a:cs typeface="Yu Gothic"/>
              </a:defRPr>
            </a:lvl2pPr>
            <a:lvl3pPr algn="l">
              <a:defRPr sz="1725" b="0">
                <a:solidFill>
                  <a:srgbClr val="68EDBE"/>
                </a:solidFill>
                <a:latin typeface="Yu Gothic"/>
                <a:ea typeface="Yu Gothic"/>
                <a:cs typeface="Yu Gothic"/>
              </a:defRPr>
            </a:lvl3pPr>
            <a:lvl4pPr algn="l">
              <a:defRPr sz="1725" b="0">
                <a:solidFill>
                  <a:srgbClr val="68EDBE"/>
                </a:solidFill>
                <a:latin typeface="Yu Gothic"/>
                <a:ea typeface="Yu Gothic"/>
                <a:cs typeface="Yu Gothic"/>
              </a:defRPr>
            </a:lvl4pPr>
            <a:lvl5pPr algn="l">
              <a:defRPr sz="1725" b="0">
                <a:solidFill>
                  <a:srgbClr val="68EDBE"/>
                </a:solidFill>
                <a:latin typeface="Yu Gothic"/>
                <a:ea typeface="Yu Gothic"/>
                <a:cs typeface="Yu Gothic"/>
              </a:defRPr>
            </a:lvl5pPr>
            <a:lvl6pPr algn="l">
              <a:defRPr sz="1725" b="0">
                <a:solidFill>
                  <a:srgbClr val="68EDBE"/>
                </a:solidFill>
                <a:latin typeface="Yu Gothic"/>
                <a:ea typeface="Yu Gothic"/>
                <a:cs typeface="Yu Gothic"/>
              </a:defRPr>
            </a:lvl6pPr>
            <a:lvl7pPr algn="l">
              <a:defRPr sz="1725" b="0">
                <a:solidFill>
                  <a:srgbClr val="68EDBE"/>
                </a:solidFill>
                <a:latin typeface="Yu Gothic"/>
                <a:ea typeface="Yu Gothic"/>
                <a:cs typeface="Yu Gothic"/>
              </a:defRPr>
            </a:lvl7pPr>
            <a:lvl8pPr algn="l">
              <a:defRPr sz="1725" b="0">
                <a:solidFill>
                  <a:srgbClr val="68EDBE"/>
                </a:solidFill>
                <a:latin typeface="Yu Gothic"/>
                <a:ea typeface="Yu Gothic"/>
                <a:cs typeface="Yu Gothic"/>
              </a:defRPr>
            </a:lvl8pPr>
            <a:lvl9pPr algn="l">
              <a:defRPr sz="1725" b="0">
                <a:solidFill>
                  <a:srgbClr val="68EDBE"/>
                </a:solidFill>
                <a:latin typeface="Yu Gothic"/>
                <a:ea typeface="Yu Gothic"/>
                <a:cs typeface="Yu Gothic"/>
              </a:defRPr>
            </a:lvl9pPr>
          </a:lstStyle>
          <a:p xmlns:a="http://schemas.openxmlformats.org/drawingml/2006/main">
            <a:pPr algn="l">
              <a:defRPr sz="1725" b="0">
                <a:solidFill>
                  <a:srgbClr val="68EDBE"/>
                </a:solidFill>
                <a:latin typeface="Yu Gothic"/>
                <a:ea typeface="Yu Gothic"/>
                <a:cs typeface="Yu Gothic"/>
              </a:defRPr>
            </a:pPr>
            <a:r>
              <a:rPr sz="1725" b="0">
                <a:solidFill>
                  <a:srgbClr val="68EDBE"/>
                </a:solidFill>
                <a:latin typeface="Yu Gothic"/>
                <a:ea typeface="Yu Gothic"/>
                <a:cs typeface="Yu Gothic"/>
              </a:rPr>
              <a:t>呼び出し順は DiagonalEnemy.update、Actor.update。</a:t>
            </a:r>
          </a:p>
        </p:txBody>
      </p:sp>
      <p:sp>
        <p:nvSpPr>
          <p:cNvPr id="13" name="actors.py / week7_demo.py">
            <a:extLst xmlns:a="http://schemas.openxmlformats.org/drawingml/2006/main">
              <a:ext uri="{FF2B5EF4-FFF2-40B4-BE49-F238E27FC236}">
                <a16:creationId xmlns:a16="http://schemas.microsoft.com/office/drawing/2014/main" id="{EFE8C05D-A191-492D-8251-4DDB2C2733D4}"/>
              </a:ext>
            </a:extLst>
          </p:cNvPr>
          <p:cNvSpPr>
            <a:spLocks xmlns:a="http://schemas.openxmlformats.org/drawingml/2006/main" noGrp="1"/>
          </p:cNvSpPr>
          <p:nvPr/>
        </p:nvSpPr>
        <p:spPr>
          <a:xfrm xmlns:a="http://schemas.openxmlformats.org/drawingml/2006/main">
            <a:off x="590550" y="6543675"/>
            <a:ext cx="10287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EDF4FB"/>
                </a:solidFill>
                <a:latin typeface="Consolas"/>
                <a:ea typeface="Consolas"/>
                <a:cs typeface="Consolas"/>
              </a:defRPr>
            </a:defPPr>
            <a:lvl1pPr algn="l">
              <a:defRPr sz="1200" b="0">
                <a:solidFill>
                  <a:srgbClr val="EDF4FB"/>
                </a:solidFill>
                <a:latin typeface="Consolas"/>
                <a:ea typeface="Consolas"/>
                <a:cs typeface="Consolas"/>
              </a:defRPr>
            </a:lvl1pPr>
            <a:lvl2pPr algn="l">
              <a:defRPr sz="1200" b="0">
                <a:solidFill>
                  <a:srgbClr val="EDF4FB"/>
                </a:solidFill>
                <a:latin typeface="Consolas"/>
                <a:ea typeface="Consolas"/>
                <a:cs typeface="Consolas"/>
              </a:defRPr>
            </a:lvl2pPr>
            <a:lvl3pPr algn="l">
              <a:defRPr sz="1200" b="0">
                <a:solidFill>
                  <a:srgbClr val="EDF4FB"/>
                </a:solidFill>
                <a:latin typeface="Consolas"/>
                <a:ea typeface="Consolas"/>
                <a:cs typeface="Consolas"/>
              </a:defRPr>
            </a:lvl3pPr>
            <a:lvl4pPr algn="l">
              <a:defRPr sz="1200" b="0">
                <a:solidFill>
                  <a:srgbClr val="EDF4FB"/>
                </a:solidFill>
                <a:latin typeface="Consolas"/>
                <a:ea typeface="Consolas"/>
                <a:cs typeface="Consolas"/>
              </a:defRPr>
            </a:lvl4pPr>
            <a:lvl5pPr algn="l">
              <a:defRPr sz="1200" b="0">
                <a:solidFill>
                  <a:srgbClr val="EDF4FB"/>
                </a:solidFill>
                <a:latin typeface="Consolas"/>
                <a:ea typeface="Consolas"/>
                <a:cs typeface="Consolas"/>
              </a:defRPr>
            </a:lvl5pPr>
            <a:lvl6pPr algn="l">
              <a:defRPr sz="1200" b="0">
                <a:solidFill>
                  <a:srgbClr val="EDF4FB"/>
                </a:solidFill>
                <a:latin typeface="Consolas"/>
                <a:ea typeface="Consolas"/>
                <a:cs typeface="Consolas"/>
              </a:defRPr>
            </a:lvl6pPr>
            <a:lvl7pPr algn="l">
              <a:defRPr sz="1200" b="0">
                <a:solidFill>
                  <a:srgbClr val="EDF4FB"/>
                </a:solidFill>
                <a:latin typeface="Consolas"/>
                <a:ea typeface="Consolas"/>
                <a:cs typeface="Consolas"/>
              </a:defRPr>
            </a:lvl7pPr>
            <a:lvl8pPr algn="l">
              <a:defRPr sz="1200" b="0">
                <a:solidFill>
                  <a:srgbClr val="EDF4FB"/>
                </a:solidFill>
                <a:latin typeface="Consolas"/>
                <a:ea typeface="Consolas"/>
                <a:cs typeface="Consolas"/>
              </a:defRPr>
            </a:lvl8pPr>
            <a:lvl9pPr algn="l">
              <a:defRPr sz="1200" b="0">
                <a:solidFill>
                  <a:srgbClr val="EDF4FB"/>
                </a:solidFill>
                <a:latin typeface="Consolas"/>
                <a:ea typeface="Consolas"/>
                <a:cs typeface="Consolas"/>
              </a:defRPr>
            </a:lvl9pPr>
          </a:lstStyle>
          <a:p xmlns:a="http://schemas.openxmlformats.org/drawingml/2006/main">
            <a:pPr algn="l">
              <a:defRPr sz="1200" b="0">
                <a:solidFill>
                  <a:srgbClr val="EDF4FB"/>
                </a:solidFill>
                <a:latin typeface="Consolas"/>
                <a:ea typeface="Consolas"/>
                <a:cs typeface="Consolas"/>
              </a:defRPr>
            </a:pPr>
            <a:r>
              <a:rPr sz="1200" b="0">
                <a:solidFill>
                  <a:srgbClr val="EDF4FB"/>
                </a:solidFill>
                <a:latin typeface="Consolas"/>
                <a:ea typeface="Consolas"/>
                <a:cs typeface="Consolas"/>
              </a:rPr>
              <a:t>actors.py / week7_demo.py</a:t>
            </a:r>
          </a:p>
        </p:txBody>
      </p:sp>
      <p:sp>
        <p:nvSpPr>
          <p:cNvPr id="14" name="16">
            <a:extLst xmlns:a="http://schemas.openxmlformats.org/drawingml/2006/main">
              <a:ext uri="{FF2B5EF4-FFF2-40B4-BE49-F238E27FC236}">
                <a16:creationId xmlns:a16="http://schemas.microsoft.com/office/drawing/2014/main" id="{CA9D7B7A-E252-489B-8F64-33E14E91CEF0}"/>
              </a:ext>
            </a:extLst>
          </p:cNvPr>
          <p:cNvSpPr>
            <a:spLocks xmlns:a="http://schemas.openxmlformats.org/drawingml/2006/main" noGrp="1"/>
          </p:cNvSpPr>
          <p:nvPr/>
        </p:nvSpPr>
        <p:spPr>
          <a:xfrm xmlns:a="http://schemas.openxmlformats.org/drawingml/2006/main">
            <a:off x="11163300" y="6543675"/>
            <a:ext cx="4572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EDF4FB"/>
                </a:solidFill>
                <a:latin typeface="Yu Gothic"/>
                <a:ea typeface="Yu Gothic"/>
                <a:cs typeface="Yu Gothic"/>
              </a:defRPr>
            </a:defPPr>
            <a:lvl1pPr algn="l">
              <a:defRPr sz="1200" b="0">
                <a:solidFill>
                  <a:srgbClr val="EDF4FB"/>
                </a:solidFill>
                <a:latin typeface="Yu Gothic"/>
                <a:ea typeface="Yu Gothic"/>
                <a:cs typeface="Yu Gothic"/>
              </a:defRPr>
            </a:lvl1pPr>
            <a:lvl2pPr algn="l">
              <a:defRPr sz="1200" b="0">
                <a:solidFill>
                  <a:srgbClr val="EDF4FB"/>
                </a:solidFill>
                <a:latin typeface="Yu Gothic"/>
                <a:ea typeface="Yu Gothic"/>
                <a:cs typeface="Yu Gothic"/>
              </a:defRPr>
            </a:lvl2pPr>
            <a:lvl3pPr algn="l">
              <a:defRPr sz="1200" b="0">
                <a:solidFill>
                  <a:srgbClr val="EDF4FB"/>
                </a:solidFill>
                <a:latin typeface="Yu Gothic"/>
                <a:ea typeface="Yu Gothic"/>
                <a:cs typeface="Yu Gothic"/>
              </a:defRPr>
            </a:lvl3pPr>
            <a:lvl4pPr algn="l">
              <a:defRPr sz="1200" b="0">
                <a:solidFill>
                  <a:srgbClr val="EDF4FB"/>
                </a:solidFill>
                <a:latin typeface="Yu Gothic"/>
                <a:ea typeface="Yu Gothic"/>
                <a:cs typeface="Yu Gothic"/>
              </a:defRPr>
            </a:lvl4pPr>
            <a:lvl5pPr algn="l">
              <a:defRPr sz="1200" b="0">
                <a:solidFill>
                  <a:srgbClr val="EDF4FB"/>
                </a:solidFill>
                <a:latin typeface="Yu Gothic"/>
                <a:ea typeface="Yu Gothic"/>
                <a:cs typeface="Yu Gothic"/>
              </a:defRPr>
            </a:lvl5pPr>
            <a:lvl6pPr algn="l">
              <a:defRPr sz="1200" b="0">
                <a:solidFill>
                  <a:srgbClr val="EDF4FB"/>
                </a:solidFill>
                <a:latin typeface="Yu Gothic"/>
                <a:ea typeface="Yu Gothic"/>
                <a:cs typeface="Yu Gothic"/>
              </a:defRPr>
            </a:lvl6pPr>
            <a:lvl7pPr algn="l">
              <a:defRPr sz="1200" b="0">
                <a:solidFill>
                  <a:srgbClr val="EDF4FB"/>
                </a:solidFill>
                <a:latin typeface="Yu Gothic"/>
                <a:ea typeface="Yu Gothic"/>
                <a:cs typeface="Yu Gothic"/>
              </a:defRPr>
            </a:lvl7pPr>
            <a:lvl8pPr algn="l">
              <a:defRPr sz="1200" b="0">
                <a:solidFill>
                  <a:srgbClr val="EDF4FB"/>
                </a:solidFill>
                <a:latin typeface="Yu Gothic"/>
                <a:ea typeface="Yu Gothic"/>
                <a:cs typeface="Yu Gothic"/>
              </a:defRPr>
            </a:lvl8pPr>
            <a:lvl9pPr algn="l">
              <a:defRPr sz="1200" b="0">
                <a:solidFill>
                  <a:srgbClr val="EDF4FB"/>
                </a:solidFill>
                <a:latin typeface="Yu Gothic"/>
                <a:ea typeface="Yu Gothic"/>
                <a:cs typeface="Yu Gothic"/>
              </a:defRPr>
            </a:lvl9pPr>
          </a:lstStyle>
          <a:p xmlns:a="http://schemas.openxmlformats.org/drawingml/2006/main">
            <a:pPr algn="l">
              <a:defRPr sz="1200" b="0">
                <a:solidFill>
                  <a:srgbClr val="EDF4FB"/>
                </a:solidFill>
                <a:latin typeface="Yu Gothic"/>
                <a:ea typeface="Yu Gothic"/>
                <a:cs typeface="Yu Gothic"/>
              </a:defRPr>
            </a:pPr>
            <a:r>
              <a:rPr sz="1200" b="0">
                <a:solidFill>
                  <a:srgbClr val="EDF4FB"/>
                </a:solidFill>
                <a:latin typeface="Yu Gothic"/>
                <a:ea typeface="Yu Gothic"/>
                <a:cs typeface="Yu Gothic"/>
              </a:rPr>
              <a:t>16</a:t>
            </a:r>
          </a:p>
        </p:txBody>
      </p:sp>
    </p:spTree>
    <p:extLst>
      <p:ext uri="{BB962C8B-B14F-4D97-AF65-F5344CB8AC3E}">
        <p14:creationId xmlns:p14="http://schemas.microsoft.com/office/powerpoint/2010/main" val="315562582"/>
      </p:ext>
    </p:extLst>
  </p:cSld>
</p:sld>
</file>

<file path=ppt/slides/slide17.xml><?xml version="1.0" encoding="utf-8"?>
<p:sld xmlns:p="http://schemas.openxmlformats.org/presentationml/2006/main">
  <p:cSld>
    <p:bg>
      <p:bgPr>
        <a:solidFill xmlns:a="http://schemas.openxmlformats.org/drawingml/2006/main">
          <a:srgbClr val="F5F7FA"/>
        </a:solidFill>
      </p:bgPr>
    </p:bg>
    <p:spTree>
      <p:nvGrpSpPr>
        <p:cNvPr id="1" name=""/>
        <p:cNvGrpSpPr/>
        <p:nvPr/>
      </p:nvGrpSpPr>
      <p:grpSpPr>
        <a:xfrm xmlns:a="http://schemas.openxmlformats.org/drawingml/2006/main"/>
      </p:grpSpPr>
      <p:sp>
        <p:nvSpPr>
          <p:cNvPr id="6" name="1ステップの更新結果">
            <a:extLst xmlns:a="http://schemas.openxmlformats.org/drawingml/2006/main">
              <a:ext uri="{FF2B5EF4-FFF2-40B4-BE49-F238E27FC236}">
                <a16:creationId xmlns:a16="http://schemas.microsoft.com/office/drawing/2014/main" id="{C6133CBE-C1FD-4EF5-9445-EE2AFFA46FB9}"/>
              </a:ext>
            </a:extLst>
          </p:cNvPr>
          <p:cNvSpPr>
            <a:spLocks xmlns:a="http://schemas.openxmlformats.org/drawingml/2006/main" noGrp="1"/>
          </p:cNvSpPr>
          <p:nvPr/>
        </p:nvSpPr>
        <p:spPr>
          <a:xfrm xmlns:a="http://schemas.openxmlformats.org/drawingml/2006/main">
            <a:off x="561975" y="400050"/>
            <a:ext cx="110490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72C40"/>
                </a:solidFill>
                <a:latin typeface="Yu Gothic"/>
                <a:ea typeface="Yu Gothic"/>
                <a:cs typeface="Yu Gothic"/>
              </a:defRPr>
            </a:defPPr>
            <a:lvl1pPr algn="l">
              <a:defRPr sz="3300" b="1">
                <a:solidFill>
                  <a:srgbClr val="172C40"/>
                </a:solidFill>
                <a:latin typeface="Yu Gothic"/>
                <a:ea typeface="Yu Gothic"/>
                <a:cs typeface="Yu Gothic"/>
              </a:defRPr>
            </a:lvl1pPr>
            <a:lvl2pPr algn="l">
              <a:defRPr sz="3300" b="1">
                <a:solidFill>
                  <a:srgbClr val="172C40"/>
                </a:solidFill>
                <a:latin typeface="Yu Gothic"/>
                <a:ea typeface="Yu Gothic"/>
                <a:cs typeface="Yu Gothic"/>
              </a:defRPr>
            </a:lvl2pPr>
            <a:lvl3pPr algn="l">
              <a:defRPr sz="3300" b="1">
                <a:solidFill>
                  <a:srgbClr val="172C40"/>
                </a:solidFill>
                <a:latin typeface="Yu Gothic"/>
                <a:ea typeface="Yu Gothic"/>
                <a:cs typeface="Yu Gothic"/>
              </a:defRPr>
            </a:lvl3pPr>
            <a:lvl4pPr algn="l">
              <a:defRPr sz="3300" b="1">
                <a:solidFill>
                  <a:srgbClr val="172C40"/>
                </a:solidFill>
                <a:latin typeface="Yu Gothic"/>
                <a:ea typeface="Yu Gothic"/>
                <a:cs typeface="Yu Gothic"/>
              </a:defRPr>
            </a:lvl4pPr>
            <a:lvl5pPr algn="l">
              <a:defRPr sz="3300" b="1">
                <a:solidFill>
                  <a:srgbClr val="172C40"/>
                </a:solidFill>
                <a:latin typeface="Yu Gothic"/>
                <a:ea typeface="Yu Gothic"/>
                <a:cs typeface="Yu Gothic"/>
              </a:defRPr>
            </a:lvl5pPr>
            <a:lvl6pPr algn="l">
              <a:defRPr sz="3300" b="1">
                <a:solidFill>
                  <a:srgbClr val="172C40"/>
                </a:solidFill>
                <a:latin typeface="Yu Gothic"/>
                <a:ea typeface="Yu Gothic"/>
                <a:cs typeface="Yu Gothic"/>
              </a:defRPr>
            </a:lvl6pPr>
            <a:lvl7pPr algn="l">
              <a:defRPr sz="3300" b="1">
                <a:solidFill>
                  <a:srgbClr val="172C40"/>
                </a:solidFill>
                <a:latin typeface="Yu Gothic"/>
                <a:ea typeface="Yu Gothic"/>
                <a:cs typeface="Yu Gothic"/>
              </a:defRPr>
            </a:lvl7pPr>
            <a:lvl8pPr algn="l">
              <a:defRPr sz="3300" b="1">
                <a:solidFill>
                  <a:srgbClr val="172C40"/>
                </a:solidFill>
                <a:latin typeface="Yu Gothic"/>
                <a:ea typeface="Yu Gothic"/>
                <a:cs typeface="Yu Gothic"/>
              </a:defRPr>
            </a:lvl8pPr>
            <a:lvl9pPr algn="l">
              <a:defRPr sz="3300" b="1">
                <a:solidFill>
                  <a:srgbClr val="172C40"/>
                </a:solidFill>
                <a:latin typeface="Yu Gothic"/>
                <a:ea typeface="Yu Gothic"/>
                <a:cs typeface="Yu Gothic"/>
              </a:defRPr>
            </a:lvl9pPr>
          </a:lstStyle>
          <a:p xmlns:a="http://schemas.openxmlformats.org/drawingml/2006/main">
            <a:pPr algn="l">
              <a:defRPr sz="3300" b="1">
                <a:solidFill>
                  <a:srgbClr val="172C40"/>
                </a:solidFill>
                <a:latin typeface="Yu Gothic"/>
                <a:ea typeface="Yu Gothic"/>
                <a:cs typeface="Yu Gothic"/>
              </a:defRPr>
            </a:pPr>
            <a:r>
              <a:rPr sz="3300" b="1">
                <a:solidFill>
                  <a:srgbClr val="172C40"/>
                </a:solidFill>
                <a:latin typeface="Yu Gothic"/>
                <a:ea typeface="Yu Gothic"/>
                <a:cs typeface="Yu Gothic"/>
              </a:rPr>
              <a:t>1ステップの更新結果</a:t>
            </a:r>
          </a:p>
        </p:txBody>
      </p:sp>
      <p:sp>
        <p:nvSpPr>
          <p:cNvPr id="2" name="開始位置 (200, 100)、dt = 0.25 秒">
            <a:extLst xmlns:a="http://schemas.openxmlformats.org/drawingml/2006/main">
              <a:ext uri="{FF2B5EF4-FFF2-40B4-BE49-F238E27FC236}">
                <a16:creationId xmlns:a16="http://schemas.microsoft.com/office/drawing/2014/main" id="{240C661E-023C-4F15-8B08-778E8ED42CB6}"/>
              </a:ext>
            </a:extLst>
          </p:cNvPr>
          <p:cNvSpPr>
            <a:spLocks xmlns:a="http://schemas.openxmlformats.org/drawingml/2006/main" noGrp="1"/>
          </p:cNvSpPr>
          <p:nvPr/>
        </p:nvSpPr>
        <p:spPr>
          <a:xfrm xmlns:a="http://schemas.openxmlformats.org/drawingml/2006/main">
            <a:off x="581025" y="1123950"/>
            <a:ext cx="1100137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526879"/>
                </a:solidFill>
                <a:latin typeface="Yu Gothic"/>
                <a:ea typeface="Yu Gothic"/>
                <a:cs typeface="Yu Gothic"/>
              </a:defRPr>
            </a:defPPr>
            <a:lvl1pPr algn="l">
              <a:defRPr sz="1800" b="0">
                <a:solidFill>
                  <a:srgbClr val="526879"/>
                </a:solidFill>
                <a:latin typeface="Yu Gothic"/>
                <a:ea typeface="Yu Gothic"/>
                <a:cs typeface="Yu Gothic"/>
              </a:defRPr>
            </a:lvl1pPr>
            <a:lvl2pPr algn="l">
              <a:defRPr sz="1800" b="0">
                <a:solidFill>
                  <a:srgbClr val="526879"/>
                </a:solidFill>
                <a:latin typeface="Yu Gothic"/>
                <a:ea typeface="Yu Gothic"/>
                <a:cs typeface="Yu Gothic"/>
              </a:defRPr>
            </a:lvl2pPr>
            <a:lvl3pPr algn="l">
              <a:defRPr sz="1800" b="0">
                <a:solidFill>
                  <a:srgbClr val="526879"/>
                </a:solidFill>
                <a:latin typeface="Yu Gothic"/>
                <a:ea typeface="Yu Gothic"/>
                <a:cs typeface="Yu Gothic"/>
              </a:defRPr>
            </a:lvl3pPr>
            <a:lvl4pPr algn="l">
              <a:defRPr sz="1800" b="0">
                <a:solidFill>
                  <a:srgbClr val="526879"/>
                </a:solidFill>
                <a:latin typeface="Yu Gothic"/>
                <a:ea typeface="Yu Gothic"/>
                <a:cs typeface="Yu Gothic"/>
              </a:defRPr>
            </a:lvl4pPr>
            <a:lvl5pPr algn="l">
              <a:defRPr sz="1800" b="0">
                <a:solidFill>
                  <a:srgbClr val="526879"/>
                </a:solidFill>
                <a:latin typeface="Yu Gothic"/>
                <a:ea typeface="Yu Gothic"/>
                <a:cs typeface="Yu Gothic"/>
              </a:defRPr>
            </a:lvl5pPr>
            <a:lvl6pPr algn="l">
              <a:defRPr sz="1800" b="0">
                <a:solidFill>
                  <a:srgbClr val="526879"/>
                </a:solidFill>
                <a:latin typeface="Yu Gothic"/>
                <a:ea typeface="Yu Gothic"/>
                <a:cs typeface="Yu Gothic"/>
              </a:defRPr>
            </a:lvl6pPr>
            <a:lvl7pPr algn="l">
              <a:defRPr sz="1800" b="0">
                <a:solidFill>
                  <a:srgbClr val="526879"/>
                </a:solidFill>
                <a:latin typeface="Yu Gothic"/>
                <a:ea typeface="Yu Gothic"/>
                <a:cs typeface="Yu Gothic"/>
              </a:defRPr>
            </a:lvl7pPr>
            <a:lvl8pPr algn="l">
              <a:defRPr sz="1800" b="0">
                <a:solidFill>
                  <a:srgbClr val="526879"/>
                </a:solidFill>
                <a:latin typeface="Yu Gothic"/>
                <a:ea typeface="Yu Gothic"/>
                <a:cs typeface="Yu Gothic"/>
              </a:defRPr>
            </a:lvl8pPr>
            <a:lvl9pPr algn="l">
              <a:defRPr sz="1800" b="0">
                <a:solidFill>
                  <a:srgbClr val="526879"/>
                </a:solidFill>
                <a:latin typeface="Yu Gothic"/>
                <a:ea typeface="Yu Gothic"/>
                <a:cs typeface="Yu Gothic"/>
              </a:defRPr>
            </a:lvl9pPr>
          </a:lstStyle>
          <a:p xmlns:a="http://schemas.openxmlformats.org/drawingml/2006/main">
            <a:pPr algn="l">
              <a:defRPr sz="1800" b="0">
                <a:solidFill>
                  <a:srgbClr val="526879"/>
                </a:solidFill>
                <a:latin typeface="Yu Gothic"/>
                <a:ea typeface="Yu Gothic"/>
                <a:cs typeface="Yu Gothic"/>
              </a:defRPr>
            </a:pPr>
            <a:r>
              <a:rPr sz="1800" b="0">
                <a:solidFill>
                  <a:srgbClr val="526879"/>
                </a:solidFill>
                <a:latin typeface="Yu Gothic"/>
                <a:ea typeface="Yu Gothic"/>
                <a:cs typeface="Yu Gothic"/>
              </a:rPr>
              <a:t>開始位置 (200, 100)、dt = 0.25 秒</a:t>
            </a:r>
          </a:p>
        </p:txBody>
      </p:sp>
      <p:graphicFrame>
        <p:nvGraphicFramePr>
          <p:cNvPr id="3" name="">
            <a:extLst xmlns:a="http://schemas.openxmlformats.org/drawingml/2006/main">
              <a:ext uri="{FF2B5EF4-FFF2-40B4-BE49-F238E27FC236}">
                <a16:creationId xmlns:a16="http://schemas.microsoft.com/office/drawing/2014/main" id="{EFB053E6-1E68-4007-8B87-672F2AA5F31D}"/>
              </a:ext>
            </a:extLst>
          </p:cNvPr>
          <p:cNvGraphicFramePr/>
          <p:nvPr/>
        </p:nvGraphicFramePr>
        <p:xfrm>
          <a:off xmlns:a="http://schemas.openxmlformats.org/drawingml/2006/main" x="571500" y="1838325"/>
          <a:ext xmlns:a="http://schemas.openxmlformats.org/drawingml/2006/main" cx="11049000" cy="3676650"/>
        </p:xfrm>
        <a:graphic xmlns:a="http://schemas.openxmlformats.org/drawingml/2006/main">
          <a:graphicData uri="http://schemas.openxmlformats.org/drawingml/2006/table">
            <a:tbl>
              <a:tblPr firstRow="0" bandRow="0"/>
              <a:tblGrid>
                <a:gridCol w="2381250"/>
                <a:gridCol w="4333875"/>
                <a:gridCol w="4333875"/>
              </a:tblGrid>
              <a:tr h="919163">
                <a:tc>
                  <a:txBody>
                    <a:bodyPr lIns="142875" tIns="76200" rIns="123825" bIns="76200">
                      <a:noAutofit/>
                    </a:bodyPr>
                    <a:lstStyle/>
                    <a:p>
                      <a:r>
                        <a:rPr sz="1800" b="1">
                          <a:solidFill>
                            <a:srgbClr val="EDF4FB"/>
                          </a:solidFill>
                          <a:latin typeface="Yu Gothic"/>
                          <a:ea typeface="Yu Gothic"/>
                          <a:cs typeface="Yu Gothic"/>
                        </a:rPr>
                        <a:t>Class</a:t>
                      </a:r>
                    </a:p>
                  </a:txBody>
                  <a:tcPr marL="91440" marR="91440" marT="45720" marB="45720" anchor="ctr">
                    <a:lnL w="9525">
                      <a:solidFill>
                        <a:srgbClr val="CCD6DF"/>
                      </a:solidFill>
                      <a:prstDash val="solid"/>
                    </a:lnL>
                    <a:lnR w="9525">
                      <a:solidFill>
                        <a:srgbClr val="CCD6DF"/>
                      </a:solidFill>
                      <a:prstDash val="solid"/>
                    </a:lnR>
                    <a:lnT w="9525">
                      <a:solidFill>
                        <a:srgbClr val="CCD6DF"/>
                      </a:solidFill>
                      <a:prstDash val="solid"/>
                    </a:lnT>
                    <a:lnB w="9525">
                      <a:solidFill>
                        <a:srgbClr val="CCD6DF"/>
                      </a:solidFill>
                      <a:prstDash val="solid"/>
                    </a:lnB>
                    <a:solidFill>
                      <a:srgbClr val="172C40"/>
                    </a:solidFill>
                  </a:tcPr>
                </a:tc>
                <a:tc>
                  <a:txBody>
                    <a:bodyPr lIns="142875" tIns="76200" rIns="123825" bIns="76200">
                      <a:noAutofit/>
                    </a:bodyPr>
                    <a:lstStyle/>
                    <a:p>
                      <a:r>
                        <a:rPr sz="1800" b="1">
                          <a:solidFill>
                            <a:srgbClr val="EDF4FB"/>
                          </a:solidFill>
                          <a:latin typeface="Yu Gothic"/>
                          <a:ea typeface="Yu Gothic"/>
                          <a:cs typeface="Yu Gothic"/>
                        </a:rPr>
                        <a:t>velocity (x, y)</a:t>
                      </a:r>
                    </a:p>
                  </a:txBody>
                  <a:tcPr marL="91440" marR="91440" marT="45720" marB="45720" anchor="ctr">
                    <a:lnR w="9525">
                      <a:solidFill>
                        <a:srgbClr val="CCD6DF"/>
                      </a:solidFill>
                      <a:prstDash val="solid"/>
                    </a:lnR>
                    <a:lnT w="9525">
                      <a:solidFill>
                        <a:srgbClr val="CCD6DF"/>
                      </a:solidFill>
                      <a:prstDash val="solid"/>
                    </a:lnT>
                    <a:lnB w="9525">
                      <a:solidFill>
                        <a:srgbClr val="CCD6DF"/>
                      </a:solidFill>
                      <a:prstDash val="solid"/>
                    </a:lnB>
                    <a:solidFill>
                      <a:srgbClr val="172C40"/>
                    </a:solidFill>
                  </a:tcPr>
                </a:tc>
                <a:tc>
                  <a:txBody>
                    <a:bodyPr lIns="142875" tIns="76200" rIns="123825" bIns="76200">
                      <a:noAutofit/>
                    </a:bodyPr>
                    <a:lstStyle/>
                    <a:p>
                      <a:r>
                        <a:rPr sz="1800" b="1">
                          <a:solidFill>
                            <a:srgbClr val="EDF4FB"/>
                          </a:solidFill>
                          <a:latin typeface="Yu Gothic"/>
                          <a:ea typeface="Yu Gothic"/>
                          <a:cs typeface="Yu Gothic"/>
                        </a:rPr>
                        <a:t>pos (x, y)</a:t>
                      </a:r>
                    </a:p>
                  </a:txBody>
                  <a:tcPr marL="91440" marR="91440" marT="45720" marB="45720" anchor="ctr">
                    <a:lnR w="9525">
                      <a:solidFill>
                        <a:srgbClr val="CCD6DF"/>
                      </a:solidFill>
                      <a:prstDash val="solid"/>
                    </a:lnR>
                    <a:lnT w="9525">
                      <a:solidFill>
                        <a:srgbClr val="CCD6DF"/>
                      </a:solidFill>
                      <a:prstDash val="solid"/>
                    </a:lnT>
                    <a:lnB w="9525">
                      <a:solidFill>
                        <a:srgbClr val="CCD6DF"/>
                      </a:solidFill>
                      <a:prstDash val="solid"/>
                    </a:lnB>
                    <a:solidFill>
                      <a:srgbClr val="172C40"/>
                    </a:solidFill>
                  </a:tcPr>
                </a:tc>
              </a:tr>
              <a:tr h="919163">
                <a:tc>
                  <a:txBody>
                    <a:bodyPr lIns="142875" tIns="76200" rIns="123825" bIns="76200">
                      <a:noAutofit/>
                    </a:bodyPr>
                    <a:lstStyle/>
                    <a:p>
                      <a:r>
                        <a:rPr sz="1800" b="1">
                          <a:solidFill>
                            <a:srgbClr val="172C40"/>
                          </a:solidFill>
                          <a:latin typeface="Yu Gothic"/>
                          <a:ea typeface="Yu Gothic"/>
                          <a:cs typeface="Yu Gothic"/>
                        </a:rPr>
                        <a:t>Enemy</a:t>
                      </a:r>
                    </a:p>
                  </a:txBody>
                  <a:tcPr marL="91440" marR="91440" marT="45720" marB="45720" anchor="ctr">
                    <a:lnL w="9525">
                      <a:solidFill>
                        <a:srgbClr val="CCD6DF"/>
                      </a:solidFill>
                      <a:prstDash val="solid"/>
                    </a:lnL>
                    <a:lnR w="9525">
                      <a:solidFill>
                        <a:srgbClr val="CCD6DF"/>
                      </a:solidFill>
                      <a:prstDash val="solid"/>
                    </a:lnR>
                    <a:lnB w="9525">
                      <a:solidFill>
                        <a:srgbClr val="CCD6DF"/>
                      </a:solidFill>
                      <a:prstDash val="solid"/>
                    </a:lnB>
                    <a:solidFill>
                      <a:srgbClr val="FFFFFF"/>
                    </a:solidFill>
                  </a:tcPr>
                </a:tc>
                <a:tc>
                  <a:txBody>
                    <a:bodyPr lIns="142875" tIns="76200" rIns="123825" bIns="76200">
                      <a:noAutofit/>
                    </a:bodyPr>
                    <a:lstStyle/>
                    <a:p>
                      <a:r>
                        <a:rPr sz="1800" b="0">
                          <a:solidFill>
                            <a:srgbClr val="172C40"/>
                          </a:solidFill>
                          <a:latin typeface="Yu Gothic"/>
                          <a:ea typeface="Yu Gothic"/>
                          <a:cs typeface="Yu Gothic"/>
                        </a:rPr>
                        <a:t>(0, 80)</a:t>
                      </a:r>
                    </a:p>
                  </a:txBody>
                  <a:tcPr marL="91440" marR="91440" marT="45720" marB="45720" anchor="ctr">
                    <a:lnR w="9525">
                      <a:solidFill>
                        <a:srgbClr val="CCD6DF"/>
                      </a:solidFill>
                      <a:prstDash val="solid"/>
                    </a:lnR>
                    <a:lnB w="9525">
                      <a:solidFill>
                        <a:srgbClr val="CCD6DF"/>
                      </a:solidFill>
                      <a:prstDash val="solid"/>
                    </a:lnB>
                    <a:solidFill>
                      <a:srgbClr val="FFFFFF"/>
                    </a:solidFill>
                  </a:tcPr>
                </a:tc>
                <a:tc>
                  <a:txBody>
                    <a:bodyPr lIns="142875" tIns="76200" rIns="123825" bIns="76200">
                      <a:noAutofit/>
                    </a:bodyPr>
                    <a:lstStyle/>
                    <a:p>
                      <a:r>
                        <a:rPr sz="1800" b="0">
                          <a:solidFill>
                            <a:srgbClr val="172C40"/>
                          </a:solidFill>
                          <a:latin typeface="Yu Gothic"/>
                          <a:ea typeface="Yu Gothic"/>
                          <a:cs typeface="Yu Gothic"/>
                        </a:rPr>
                        <a:t>(200, 120)</a:t>
                      </a:r>
                    </a:p>
                  </a:txBody>
                  <a:tcPr marL="91440" marR="91440" marT="45720" marB="45720" anchor="ctr">
                    <a:lnR w="9525">
                      <a:solidFill>
                        <a:srgbClr val="CCD6DF"/>
                      </a:solidFill>
                      <a:prstDash val="solid"/>
                    </a:lnR>
                    <a:lnB w="9525">
                      <a:solidFill>
                        <a:srgbClr val="CCD6DF"/>
                      </a:solidFill>
                      <a:prstDash val="solid"/>
                    </a:lnB>
                    <a:solidFill>
                      <a:srgbClr val="FFFFFF"/>
                    </a:solidFill>
                  </a:tcPr>
                </a:tc>
              </a:tr>
              <a:tr h="919163">
                <a:tc>
                  <a:txBody>
                    <a:bodyPr lIns="142875" tIns="76200" rIns="123825" bIns="76200">
                      <a:noAutofit/>
                    </a:bodyPr>
                    <a:lstStyle/>
                    <a:p>
                      <a:r>
                        <a:rPr sz="1800" b="1">
                          <a:solidFill>
                            <a:srgbClr val="172C40"/>
                          </a:solidFill>
                          <a:latin typeface="Yu Gothic"/>
                          <a:ea typeface="Yu Gothic"/>
                          <a:cs typeface="Yu Gothic"/>
                        </a:rPr>
                        <a:t>FastEnemy</a:t>
                      </a:r>
                    </a:p>
                  </a:txBody>
                  <a:tcPr marL="91440" marR="91440" marT="45720" marB="45720" anchor="ctr">
                    <a:lnL w="9525">
                      <a:solidFill>
                        <a:srgbClr val="CCD6DF"/>
                      </a:solidFill>
                      <a:prstDash val="solid"/>
                    </a:lnL>
                    <a:lnR w="9525">
                      <a:solidFill>
                        <a:srgbClr val="CCD6DF"/>
                      </a:solidFill>
                      <a:prstDash val="solid"/>
                    </a:lnR>
                    <a:lnB w="9525">
                      <a:solidFill>
                        <a:srgbClr val="CCD6DF"/>
                      </a:solidFill>
                      <a:prstDash val="solid"/>
                    </a:lnB>
                    <a:solidFill>
                      <a:srgbClr val="F5F7FA"/>
                    </a:solidFill>
                  </a:tcPr>
                </a:tc>
                <a:tc>
                  <a:txBody>
                    <a:bodyPr lIns="142875" tIns="76200" rIns="123825" bIns="76200">
                      <a:noAutofit/>
                    </a:bodyPr>
                    <a:lstStyle/>
                    <a:p>
                      <a:r>
                        <a:rPr sz="1800" b="0">
                          <a:solidFill>
                            <a:srgbClr val="172C40"/>
                          </a:solidFill>
                          <a:latin typeface="Yu Gothic"/>
                          <a:ea typeface="Yu Gothic"/>
                          <a:cs typeface="Yu Gothic"/>
                        </a:rPr>
                        <a:t>(0, 160)</a:t>
                      </a:r>
                    </a:p>
                  </a:txBody>
                  <a:tcPr marL="91440" marR="91440" marT="45720" marB="45720" anchor="ctr">
                    <a:lnR w="9525">
                      <a:solidFill>
                        <a:srgbClr val="CCD6DF"/>
                      </a:solidFill>
                      <a:prstDash val="solid"/>
                    </a:lnR>
                    <a:lnB w="9525">
                      <a:solidFill>
                        <a:srgbClr val="CCD6DF"/>
                      </a:solidFill>
                      <a:prstDash val="solid"/>
                    </a:lnB>
                    <a:solidFill>
                      <a:srgbClr val="F5F7FA"/>
                    </a:solidFill>
                  </a:tcPr>
                </a:tc>
                <a:tc>
                  <a:txBody>
                    <a:bodyPr lIns="142875" tIns="76200" rIns="123825" bIns="76200">
                      <a:noAutofit/>
                    </a:bodyPr>
                    <a:lstStyle/>
                    <a:p>
                      <a:r>
                        <a:rPr sz="1800" b="0">
                          <a:solidFill>
                            <a:srgbClr val="172C40"/>
                          </a:solidFill>
                          <a:latin typeface="Yu Gothic"/>
                          <a:ea typeface="Yu Gothic"/>
                          <a:cs typeface="Yu Gothic"/>
                        </a:rPr>
                        <a:t>(200, 140)</a:t>
                      </a:r>
                    </a:p>
                  </a:txBody>
                  <a:tcPr marL="91440" marR="91440" marT="45720" marB="45720" anchor="ctr">
                    <a:lnR w="9525">
                      <a:solidFill>
                        <a:srgbClr val="CCD6DF"/>
                      </a:solidFill>
                      <a:prstDash val="solid"/>
                    </a:lnR>
                    <a:lnB w="9525">
                      <a:solidFill>
                        <a:srgbClr val="CCD6DF"/>
                      </a:solidFill>
                      <a:prstDash val="solid"/>
                    </a:lnB>
                    <a:solidFill>
                      <a:srgbClr val="F5F7FA"/>
                    </a:solidFill>
                  </a:tcPr>
                </a:tc>
              </a:tr>
              <a:tr h="919163">
                <a:tc>
                  <a:txBody>
                    <a:bodyPr lIns="142875" tIns="76200" rIns="123825" bIns="76200">
                      <a:noAutofit/>
                    </a:bodyPr>
                    <a:lstStyle/>
                    <a:p>
                      <a:r>
                        <a:rPr sz="1800" b="1">
                          <a:solidFill>
                            <a:srgbClr val="172C40"/>
                          </a:solidFill>
                          <a:latin typeface="Yu Gothic"/>
                          <a:ea typeface="Yu Gothic"/>
                          <a:cs typeface="Yu Gothic"/>
                        </a:rPr>
                        <a:t>DiagonalEnemy</a:t>
                      </a:r>
                    </a:p>
                  </a:txBody>
                  <a:tcPr marL="91440" marR="91440" marT="45720" marB="45720" anchor="ctr">
                    <a:lnL w="9525">
                      <a:solidFill>
                        <a:srgbClr val="CCD6DF"/>
                      </a:solidFill>
                      <a:prstDash val="solid"/>
                    </a:lnL>
                    <a:lnR w="9525">
                      <a:solidFill>
                        <a:srgbClr val="CCD6DF"/>
                      </a:solidFill>
                      <a:prstDash val="solid"/>
                    </a:lnR>
                    <a:lnB w="9525">
                      <a:solidFill>
                        <a:srgbClr val="CCD6DF"/>
                      </a:solidFill>
                      <a:prstDash val="solid"/>
                    </a:lnB>
                    <a:solidFill>
                      <a:srgbClr val="FFFFFF"/>
                    </a:solidFill>
                  </a:tcPr>
                </a:tc>
                <a:tc>
                  <a:txBody>
                    <a:bodyPr lIns="142875" tIns="76200" rIns="123825" bIns="76200">
                      <a:noAutofit/>
                    </a:bodyPr>
                    <a:lstStyle/>
                    <a:p>
                      <a:r>
                        <a:rPr sz="1800" b="0">
                          <a:solidFill>
                            <a:srgbClr val="172C40"/>
                          </a:solidFill>
                          <a:latin typeface="Yu Gothic"/>
                          <a:ea typeface="Yu Gothic"/>
                          <a:cs typeface="Yu Gothic"/>
                        </a:rPr>
                        <a:t>(60, 80)</a:t>
                      </a:r>
                    </a:p>
                  </a:txBody>
                  <a:tcPr marL="91440" marR="91440" marT="45720" marB="45720" anchor="ctr">
                    <a:lnR w="9525">
                      <a:solidFill>
                        <a:srgbClr val="CCD6DF"/>
                      </a:solidFill>
                      <a:prstDash val="solid"/>
                    </a:lnR>
                    <a:lnB w="9525">
                      <a:solidFill>
                        <a:srgbClr val="CCD6DF"/>
                      </a:solidFill>
                      <a:prstDash val="solid"/>
                    </a:lnB>
                    <a:solidFill>
                      <a:srgbClr val="FFFFFF"/>
                    </a:solidFill>
                  </a:tcPr>
                </a:tc>
                <a:tc>
                  <a:txBody>
                    <a:bodyPr lIns="142875" tIns="76200" rIns="123825" bIns="76200">
                      <a:noAutofit/>
                    </a:bodyPr>
                    <a:lstStyle/>
                    <a:p>
                      <a:r>
                        <a:rPr sz="1800" b="0">
                          <a:solidFill>
                            <a:srgbClr val="172C40"/>
                          </a:solidFill>
                          <a:latin typeface="Yu Gothic"/>
                          <a:ea typeface="Yu Gothic"/>
                          <a:cs typeface="Yu Gothic"/>
                        </a:rPr>
                        <a:t>(215, 120)</a:t>
                      </a:r>
                    </a:p>
                  </a:txBody>
                  <a:tcPr marL="91440" marR="91440" marT="45720" marB="45720" anchor="ctr">
                    <a:lnR w="9525">
                      <a:solidFill>
                        <a:srgbClr val="CCD6DF"/>
                      </a:solidFill>
                      <a:prstDash val="solid"/>
                    </a:lnR>
                    <a:lnB w="9525">
                      <a:solidFill>
                        <a:srgbClr val="CCD6DF"/>
                      </a:solidFill>
                      <a:prstDash val="solid"/>
                    </a:lnB>
                    <a:solidFill>
                      <a:srgbClr val="FFFFFF"/>
                    </a:solidFill>
                  </a:tcPr>
                </a:tc>
              </a:tr>
            </a:tbl>
          </a:graphicData>
        </a:graphic>
      </p:graphicFrame>
      <p:sp>
        <p:nvSpPr>
          <p:cNvPr id="4" name="同じ update(dt) を呼んでも各オブジェクトの速度で動く。">
            <a:extLst xmlns:a="http://schemas.openxmlformats.org/drawingml/2006/main">
              <a:ext uri="{FF2B5EF4-FFF2-40B4-BE49-F238E27FC236}">
                <a16:creationId xmlns:a16="http://schemas.microsoft.com/office/drawing/2014/main" id="{BE9D9326-FD03-424D-9F70-6B2E1FB4E3B3}"/>
              </a:ext>
            </a:extLst>
          </p:cNvPr>
          <p:cNvSpPr>
            <a:spLocks xmlns:a="http://schemas.openxmlformats.org/drawingml/2006/main" noGrp="1"/>
          </p:cNvSpPr>
          <p:nvPr/>
        </p:nvSpPr>
        <p:spPr>
          <a:xfrm xmlns:a="http://schemas.openxmlformats.org/drawingml/2006/main">
            <a:off x="590550" y="5800725"/>
            <a:ext cx="10906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526879"/>
                </a:solidFill>
                <a:latin typeface="Yu Gothic"/>
                <a:ea typeface="Yu Gothic"/>
                <a:cs typeface="Yu Gothic"/>
              </a:defRPr>
            </a:defPPr>
            <a:lvl1pPr algn="l">
              <a:defRPr sz="1875" b="0">
                <a:solidFill>
                  <a:srgbClr val="526879"/>
                </a:solidFill>
                <a:latin typeface="Yu Gothic"/>
                <a:ea typeface="Yu Gothic"/>
                <a:cs typeface="Yu Gothic"/>
              </a:defRPr>
            </a:lvl1pPr>
            <a:lvl2pPr algn="l">
              <a:defRPr sz="1875" b="0">
                <a:solidFill>
                  <a:srgbClr val="526879"/>
                </a:solidFill>
                <a:latin typeface="Yu Gothic"/>
                <a:ea typeface="Yu Gothic"/>
                <a:cs typeface="Yu Gothic"/>
              </a:defRPr>
            </a:lvl2pPr>
            <a:lvl3pPr algn="l">
              <a:defRPr sz="1875" b="0">
                <a:solidFill>
                  <a:srgbClr val="526879"/>
                </a:solidFill>
                <a:latin typeface="Yu Gothic"/>
                <a:ea typeface="Yu Gothic"/>
                <a:cs typeface="Yu Gothic"/>
              </a:defRPr>
            </a:lvl3pPr>
            <a:lvl4pPr algn="l">
              <a:defRPr sz="1875" b="0">
                <a:solidFill>
                  <a:srgbClr val="526879"/>
                </a:solidFill>
                <a:latin typeface="Yu Gothic"/>
                <a:ea typeface="Yu Gothic"/>
                <a:cs typeface="Yu Gothic"/>
              </a:defRPr>
            </a:lvl4pPr>
            <a:lvl5pPr algn="l">
              <a:defRPr sz="1875" b="0">
                <a:solidFill>
                  <a:srgbClr val="526879"/>
                </a:solidFill>
                <a:latin typeface="Yu Gothic"/>
                <a:ea typeface="Yu Gothic"/>
                <a:cs typeface="Yu Gothic"/>
              </a:defRPr>
            </a:lvl5pPr>
            <a:lvl6pPr algn="l">
              <a:defRPr sz="1875" b="0">
                <a:solidFill>
                  <a:srgbClr val="526879"/>
                </a:solidFill>
                <a:latin typeface="Yu Gothic"/>
                <a:ea typeface="Yu Gothic"/>
                <a:cs typeface="Yu Gothic"/>
              </a:defRPr>
            </a:lvl6pPr>
            <a:lvl7pPr algn="l">
              <a:defRPr sz="1875" b="0">
                <a:solidFill>
                  <a:srgbClr val="526879"/>
                </a:solidFill>
                <a:latin typeface="Yu Gothic"/>
                <a:ea typeface="Yu Gothic"/>
                <a:cs typeface="Yu Gothic"/>
              </a:defRPr>
            </a:lvl7pPr>
            <a:lvl8pPr algn="l">
              <a:defRPr sz="1875" b="0">
                <a:solidFill>
                  <a:srgbClr val="526879"/>
                </a:solidFill>
                <a:latin typeface="Yu Gothic"/>
                <a:ea typeface="Yu Gothic"/>
                <a:cs typeface="Yu Gothic"/>
              </a:defRPr>
            </a:lvl8pPr>
            <a:lvl9pPr algn="l">
              <a:defRPr sz="1875" b="0">
                <a:solidFill>
                  <a:srgbClr val="526879"/>
                </a:solidFill>
                <a:latin typeface="Yu Gothic"/>
                <a:ea typeface="Yu Gothic"/>
                <a:cs typeface="Yu Gothic"/>
              </a:defRPr>
            </a:lvl9pPr>
          </a:lstStyle>
          <a:p xmlns:a="http://schemas.openxmlformats.org/drawingml/2006/main">
            <a:pPr algn="l">
              <a:defRPr sz="1875" b="0">
                <a:solidFill>
                  <a:srgbClr val="526879"/>
                </a:solidFill>
                <a:latin typeface="Yu Gothic"/>
                <a:ea typeface="Yu Gothic"/>
                <a:cs typeface="Yu Gothic"/>
              </a:defRPr>
            </a:pPr>
            <a:r>
              <a:rPr sz="1875" b="0">
                <a:solidFill>
                  <a:srgbClr val="526879"/>
                </a:solidFill>
                <a:latin typeface="Yu Gothic"/>
                <a:ea typeface="Yu Gothic"/>
                <a:cs typeface="Yu Gothic"/>
              </a:rPr>
              <a:t>同じ update(dt) を呼んでも各オブジェクトの速度で動く。</a:t>
            </a:r>
          </a:p>
        </p:txBody>
      </p:sp>
      <p:sp>
        <p:nvSpPr>
          <p:cNvPr id="5" name="17">
            <a:extLst xmlns:a="http://schemas.openxmlformats.org/drawingml/2006/main">
              <a:ext uri="{FF2B5EF4-FFF2-40B4-BE49-F238E27FC236}">
                <a16:creationId xmlns:a16="http://schemas.microsoft.com/office/drawing/2014/main" id="{D3D89570-366A-4590-8E44-B30E9D5C3E05}"/>
              </a:ext>
            </a:extLst>
          </p:cNvPr>
          <p:cNvSpPr>
            <a:spLocks xmlns:a="http://schemas.openxmlformats.org/drawingml/2006/main" noGrp="1"/>
          </p:cNvSpPr>
          <p:nvPr/>
        </p:nvSpPr>
        <p:spPr>
          <a:xfrm xmlns:a="http://schemas.openxmlformats.org/drawingml/2006/main">
            <a:off x="11163300" y="6543675"/>
            <a:ext cx="4572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526879"/>
                </a:solidFill>
                <a:latin typeface="Yu Gothic"/>
                <a:ea typeface="Yu Gothic"/>
                <a:cs typeface="Yu Gothic"/>
              </a:defRPr>
            </a:defPPr>
            <a:lvl1pPr algn="l">
              <a:defRPr sz="1200" b="0">
                <a:solidFill>
                  <a:srgbClr val="526879"/>
                </a:solidFill>
                <a:latin typeface="Yu Gothic"/>
                <a:ea typeface="Yu Gothic"/>
                <a:cs typeface="Yu Gothic"/>
              </a:defRPr>
            </a:lvl1pPr>
            <a:lvl2pPr algn="l">
              <a:defRPr sz="1200" b="0">
                <a:solidFill>
                  <a:srgbClr val="526879"/>
                </a:solidFill>
                <a:latin typeface="Yu Gothic"/>
                <a:ea typeface="Yu Gothic"/>
                <a:cs typeface="Yu Gothic"/>
              </a:defRPr>
            </a:lvl2pPr>
            <a:lvl3pPr algn="l">
              <a:defRPr sz="1200" b="0">
                <a:solidFill>
                  <a:srgbClr val="526879"/>
                </a:solidFill>
                <a:latin typeface="Yu Gothic"/>
                <a:ea typeface="Yu Gothic"/>
                <a:cs typeface="Yu Gothic"/>
              </a:defRPr>
            </a:lvl3pPr>
            <a:lvl4pPr algn="l">
              <a:defRPr sz="1200" b="0">
                <a:solidFill>
                  <a:srgbClr val="526879"/>
                </a:solidFill>
                <a:latin typeface="Yu Gothic"/>
                <a:ea typeface="Yu Gothic"/>
                <a:cs typeface="Yu Gothic"/>
              </a:defRPr>
            </a:lvl4pPr>
            <a:lvl5pPr algn="l">
              <a:defRPr sz="1200" b="0">
                <a:solidFill>
                  <a:srgbClr val="526879"/>
                </a:solidFill>
                <a:latin typeface="Yu Gothic"/>
                <a:ea typeface="Yu Gothic"/>
                <a:cs typeface="Yu Gothic"/>
              </a:defRPr>
            </a:lvl5pPr>
            <a:lvl6pPr algn="l">
              <a:defRPr sz="1200" b="0">
                <a:solidFill>
                  <a:srgbClr val="526879"/>
                </a:solidFill>
                <a:latin typeface="Yu Gothic"/>
                <a:ea typeface="Yu Gothic"/>
                <a:cs typeface="Yu Gothic"/>
              </a:defRPr>
            </a:lvl6pPr>
            <a:lvl7pPr algn="l">
              <a:defRPr sz="1200" b="0">
                <a:solidFill>
                  <a:srgbClr val="526879"/>
                </a:solidFill>
                <a:latin typeface="Yu Gothic"/>
                <a:ea typeface="Yu Gothic"/>
                <a:cs typeface="Yu Gothic"/>
              </a:defRPr>
            </a:lvl7pPr>
            <a:lvl8pPr algn="l">
              <a:defRPr sz="1200" b="0">
                <a:solidFill>
                  <a:srgbClr val="526879"/>
                </a:solidFill>
                <a:latin typeface="Yu Gothic"/>
                <a:ea typeface="Yu Gothic"/>
                <a:cs typeface="Yu Gothic"/>
              </a:defRPr>
            </a:lvl8pPr>
            <a:lvl9pPr algn="l">
              <a:defRPr sz="1200" b="0">
                <a:solidFill>
                  <a:srgbClr val="526879"/>
                </a:solidFill>
                <a:latin typeface="Yu Gothic"/>
                <a:ea typeface="Yu Gothic"/>
                <a:cs typeface="Yu Gothic"/>
              </a:defRPr>
            </a:lvl9pPr>
          </a:lstStyle>
          <a:p xmlns:a="http://schemas.openxmlformats.org/drawingml/2006/main">
            <a:pPr algn="l">
              <a:defRPr sz="1200" b="0">
                <a:solidFill>
                  <a:srgbClr val="526879"/>
                </a:solidFill>
                <a:latin typeface="Yu Gothic"/>
                <a:ea typeface="Yu Gothic"/>
                <a:cs typeface="Yu Gothic"/>
              </a:defRPr>
            </a:pPr>
            <a:r>
              <a:rPr sz="1200" b="0">
                <a:solidFill>
                  <a:srgbClr val="526879"/>
                </a:solidFill>
                <a:latin typeface="Yu Gothic"/>
                <a:ea typeface="Yu Gothic"/>
                <a:cs typeface="Yu Gothic"/>
              </a:rPr>
              <a:t>17</a:t>
            </a:r>
          </a:p>
        </p:txBody>
      </p:sp>
    </p:spTree>
    <p:extLst>
      <p:ext uri="{BB962C8B-B14F-4D97-AF65-F5344CB8AC3E}">
        <p14:creationId xmlns:p14="http://schemas.microsoft.com/office/powerpoint/2010/main" val="1092166102"/>
      </p:ext>
    </p:extLst>
  </p:cSld>
</p:sld>
</file>

<file path=ppt/slides/slide18.xml><?xml version="1.0" encoding="utf-8"?>
<p:sld xmlns:p="http://schemas.openxmlformats.org/presentationml/2006/main">
  <p:cSld>
    <p:bg>
      <p:bgPr>
        <a:solidFill xmlns:a="http://schemas.openxmlformats.org/drawingml/2006/main">
          <a:srgbClr val="F5F7FA"/>
        </a:solidFill>
      </p:bgPr>
    </p:bg>
    <p:spTree>
      <p:nvGrpSpPr>
        <p:cNvPr id="1" name=""/>
        <p:cNvGrpSpPr/>
        <p:nvPr/>
      </p:nvGrpSpPr>
      <p:grpSpPr>
        <a:xfrm xmlns:a="http://schemas.openxmlformats.org/drawingml/2006/main"/>
      </p:grpSpPr>
      <p:sp>
        <p:nvSpPr>
          <p:cNvPr id="10" name="よくある誤り">
            <a:extLst xmlns:a="http://schemas.openxmlformats.org/drawingml/2006/main">
              <a:ext uri="{FF2B5EF4-FFF2-40B4-BE49-F238E27FC236}">
                <a16:creationId xmlns:a16="http://schemas.microsoft.com/office/drawing/2014/main" id="{894AA6F1-4587-44C6-996A-C892D665A0AB}"/>
              </a:ext>
            </a:extLst>
          </p:cNvPr>
          <p:cNvSpPr>
            <a:spLocks xmlns:a="http://schemas.openxmlformats.org/drawingml/2006/main" noGrp="1"/>
          </p:cNvSpPr>
          <p:nvPr/>
        </p:nvSpPr>
        <p:spPr>
          <a:xfrm xmlns:a="http://schemas.openxmlformats.org/drawingml/2006/main">
            <a:off x="561975" y="400050"/>
            <a:ext cx="110490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72C40"/>
                </a:solidFill>
                <a:latin typeface="Yu Gothic"/>
                <a:ea typeface="Yu Gothic"/>
                <a:cs typeface="Yu Gothic"/>
              </a:defRPr>
            </a:defPPr>
            <a:lvl1pPr algn="l">
              <a:defRPr sz="3300" b="1">
                <a:solidFill>
                  <a:srgbClr val="172C40"/>
                </a:solidFill>
                <a:latin typeface="Yu Gothic"/>
                <a:ea typeface="Yu Gothic"/>
                <a:cs typeface="Yu Gothic"/>
              </a:defRPr>
            </a:lvl1pPr>
            <a:lvl2pPr algn="l">
              <a:defRPr sz="3300" b="1">
                <a:solidFill>
                  <a:srgbClr val="172C40"/>
                </a:solidFill>
                <a:latin typeface="Yu Gothic"/>
                <a:ea typeface="Yu Gothic"/>
                <a:cs typeface="Yu Gothic"/>
              </a:defRPr>
            </a:lvl2pPr>
            <a:lvl3pPr algn="l">
              <a:defRPr sz="3300" b="1">
                <a:solidFill>
                  <a:srgbClr val="172C40"/>
                </a:solidFill>
                <a:latin typeface="Yu Gothic"/>
                <a:ea typeface="Yu Gothic"/>
                <a:cs typeface="Yu Gothic"/>
              </a:defRPr>
            </a:lvl3pPr>
            <a:lvl4pPr algn="l">
              <a:defRPr sz="3300" b="1">
                <a:solidFill>
                  <a:srgbClr val="172C40"/>
                </a:solidFill>
                <a:latin typeface="Yu Gothic"/>
                <a:ea typeface="Yu Gothic"/>
                <a:cs typeface="Yu Gothic"/>
              </a:defRPr>
            </a:lvl4pPr>
            <a:lvl5pPr algn="l">
              <a:defRPr sz="3300" b="1">
                <a:solidFill>
                  <a:srgbClr val="172C40"/>
                </a:solidFill>
                <a:latin typeface="Yu Gothic"/>
                <a:ea typeface="Yu Gothic"/>
                <a:cs typeface="Yu Gothic"/>
              </a:defRPr>
            </a:lvl5pPr>
            <a:lvl6pPr algn="l">
              <a:defRPr sz="3300" b="1">
                <a:solidFill>
                  <a:srgbClr val="172C40"/>
                </a:solidFill>
                <a:latin typeface="Yu Gothic"/>
                <a:ea typeface="Yu Gothic"/>
                <a:cs typeface="Yu Gothic"/>
              </a:defRPr>
            </a:lvl6pPr>
            <a:lvl7pPr algn="l">
              <a:defRPr sz="3300" b="1">
                <a:solidFill>
                  <a:srgbClr val="172C40"/>
                </a:solidFill>
                <a:latin typeface="Yu Gothic"/>
                <a:ea typeface="Yu Gothic"/>
                <a:cs typeface="Yu Gothic"/>
              </a:defRPr>
            </a:lvl7pPr>
            <a:lvl8pPr algn="l">
              <a:defRPr sz="3300" b="1">
                <a:solidFill>
                  <a:srgbClr val="172C40"/>
                </a:solidFill>
                <a:latin typeface="Yu Gothic"/>
                <a:ea typeface="Yu Gothic"/>
                <a:cs typeface="Yu Gothic"/>
              </a:defRPr>
            </a:lvl8pPr>
            <a:lvl9pPr algn="l">
              <a:defRPr sz="3300" b="1">
                <a:solidFill>
                  <a:srgbClr val="172C40"/>
                </a:solidFill>
                <a:latin typeface="Yu Gothic"/>
                <a:ea typeface="Yu Gothic"/>
                <a:cs typeface="Yu Gothic"/>
              </a:defRPr>
            </a:lvl9pPr>
          </a:lstStyle>
          <a:p xmlns:a="http://schemas.openxmlformats.org/drawingml/2006/main">
            <a:pPr algn="l">
              <a:defRPr sz="3300" b="1">
                <a:solidFill>
                  <a:srgbClr val="172C40"/>
                </a:solidFill>
                <a:latin typeface="Yu Gothic"/>
                <a:ea typeface="Yu Gothic"/>
                <a:cs typeface="Yu Gothic"/>
              </a:defRPr>
            </a:pPr>
            <a:r>
              <a:rPr sz="3300" b="1">
                <a:solidFill>
                  <a:srgbClr val="172C40"/>
                </a:solidFill>
                <a:latin typeface="Yu Gothic"/>
                <a:ea typeface="Yu Gothic"/>
                <a:cs typeface="Yu Gothic"/>
              </a:rPr>
              <a:t>よくある誤り</a:t>
            </a:r>
          </a:p>
        </p:txBody>
      </p:sp>
      <p:sp>
        <p:nvSpPr>
          <p:cNvPr id="2" name="呼び出し順とメソッドの契約を確認する">
            <a:extLst xmlns:a="http://schemas.openxmlformats.org/drawingml/2006/main">
              <a:ext uri="{FF2B5EF4-FFF2-40B4-BE49-F238E27FC236}">
                <a16:creationId xmlns:a16="http://schemas.microsoft.com/office/drawing/2014/main" id="{9102F194-9F27-4125-A0A9-60DB2C1630C8}"/>
              </a:ext>
            </a:extLst>
          </p:cNvPr>
          <p:cNvSpPr>
            <a:spLocks xmlns:a="http://schemas.openxmlformats.org/drawingml/2006/main" noGrp="1"/>
          </p:cNvSpPr>
          <p:nvPr/>
        </p:nvSpPr>
        <p:spPr>
          <a:xfrm xmlns:a="http://schemas.openxmlformats.org/drawingml/2006/main">
            <a:off x="581025" y="1123950"/>
            <a:ext cx="1100137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526879"/>
                </a:solidFill>
                <a:latin typeface="Yu Gothic"/>
                <a:ea typeface="Yu Gothic"/>
                <a:cs typeface="Yu Gothic"/>
              </a:defRPr>
            </a:defPPr>
            <a:lvl1pPr algn="l">
              <a:defRPr sz="1800" b="0">
                <a:solidFill>
                  <a:srgbClr val="526879"/>
                </a:solidFill>
                <a:latin typeface="Yu Gothic"/>
                <a:ea typeface="Yu Gothic"/>
                <a:cs typeface="Yu Gothic"/>
              </a:defRPr>
            </a:lvl1pPr>
            <a:lvl2pPr algn="l">
              <a:defRPr sz="1800" b="0">
                <a:solidFill>
                  <a:srgbClr val="526879"/>
                </a:solidFill>
                <a:latin typeface="Yu Gothic"/>
                <a:ea typeface="Yu Gothic"/>
                <a:cs typeface="Yu Gothic"/>
              </a:defRPr>
            </a:lvl2pPr>
            <a:lvl3pPr algn="l">
              <a:defRPr sz="1800" b="0">
                <a:solidFill>
                  <a:srgbClr val="526879"/>
                </a:solidFill>
                <a:latin typeface="Yu Gothic"/>
                <a:ea typeface="Yu Gothic"/>
                <a:cs typeface="Yu Gothic"/>
              </a:defRPr>
            </a:lvl3pPr>
            <a:lvl4pPr algn="l">
              <a:defRPr sz="1800" b="0">
                <a:solidFill>
                  <a:srgbClr val="526879"/>
                </a:solidFill>
                <a:latin typeface="Yu Gothic"/>
                <a:ea typeface="Yu Gothic"/>
                <a:cs typeface="Yu Gothic"/>
              </a:defRPr>
            </a:lvl4pPr>
            <a:lvl5pPr algn="l">
              <a:defRPr sz="1800" b="0">
                <a:solidFill>
                  <a:srgbClr val="526879"/>
                </a:solidFill>
                <a:latin typeface="Yu Gothic"/>
                <a:ea typeface="Yu Gothic"/>
                <a:cs typeface="Yu Gothic"/>
              </a:defRPr>
            </a:lvl5pPr>
            <a:lvl6pPr algn="l">
              <a:defRPr sz="1800" b="0">
                <a:solidFill>
                  <a:srgbClr val="526879"/>
                </a:solidFill>
                <a:latin typeface="Yu Gothic"/>
                <a:ea typeface="Yu Gothic"/>
                <a:cs typeface="Yu Gothic"/>
              </a:defRPr>
            </a:lvl6pPr>
            <a:lvl7pPr algn="l">
              <a:defRPr sz="1800" b="0">
                <a:solidFill>
                  <a:srgbClr val="526879"/>
                </a:solidFill>
                <a:latin typeface="Yu Gothic"/>
                <a:ea typeface="Yu Gothic"/>
                <a:cs typeface="Yu Gothic"/>
              </a:defRPr>
            </a:lvl7pPr>
            <a:lvl8pPr algn="l">
              <a:defRPr sz="1800" b="0">
                <a:solidFill>
                  <a:srgbClr val="526879"/>
                </a:solidFill>
                <a:latin typeface="Yu Gothic"/>
                <a:ea typeface="Yu Gothic"/>
                <a:cs typeface="Yu Gothic"/>
              </a:defRPr>
            </a:lvl8pPr>
            <a:lvl9pPr algn="l">
              <a:defRPr sz="1800" b="0">
                <a:solidFill>
                  <a:srgbClr val="526879"/>
                </a:solidFill>
                <a:latin typeface="Yu Gothic"/>
                <a:ea typeface="Yu Gothic"/>
                <a:cs typeface="Yu Gothic"/>
              </a:defRPr>
            </a:lvl9pPr>
          </a:lstStyle>
          <a:p xmlns:a="http://schemas.openxmlformats.org/drawingml/2006/main">
            <a:pPr algn="l">
              <a:defRPr sz="1800" b="0">
                <a:solidFill>
                  <a:srgbClr val="526879"/>
                </a:solidFill>
                <a:latin typeface="Yu Gothic"/>
                <a:ea typeface="Yu Gothic"/>
                <a:cs typeface="Yu Gothic"/>
              </a:defRPr>
            </a:pPr>
            <a:r>
              <a:rPr sz="1800" b="0">
                <a:solidFill>
                  <a:srgbClr val="526879"/>
                </a:solidFill>
                <a:latin typeface="Yu Gothic"/>
                <a:ea typeface="Yu Gothic"/>
                <a:cs typeface="Yu Gothic"/>
              </a:rPr>
              <a:t>呼び出し順とメソッドの契約を確認する</a:t>
            </a:r>
          </a:p>
        </p:txBody>
      </p:sp>
      <p:sp>
        <p:nvSpPr>
          <p:cNvPr id="3" name="01">
            <a:extLst xmlns:a="http://schemas.openxmlformats.org/drawingml/2006/main">
              <a:ext uri="{FF2B5EF4-FFF2-40B4-BE49-F238E27FC236}">
                <a16:creationId xmlns:a16="http://schemas.microsoft.com/office/drawing/2014/main" id="{D1CF87D7-D2CC-4501-A45B-F7917C8C65F2}"/>
              </a:ext>
            </a:extLst>
          </p:cNvPr>
          <p:cNvSpPr>
            <a:spLocks xmlns:a="http://schemas.openxmlformats.org/drawingml/2006/main" noGrp="1"/>
          </p:cNvSpPr>
          <p:nvPr/>
        </p:nvSpPr>
        <p:spPr>
          <a:xfrm xmlns:a="http://schemas.openxmlformats.org/drawingml/2006/main">
            <a:off x="590550" y="1971675"/>
            <a:ext cx="7048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087C62"/>
                </a:solidFill>
                <a:latin typeface="Yu Gothic"/>
                <a:ea typeface="Yu Gothic"/>
                <a:cs typeface="Yu Gothic"/>
              </a:defRPr>
            </a:defPPr>
            <a:lvl1pPr algn="l">
              <a:defRPr sz="2400" b="1">
                <a:solidFill>
                  <a:srgbClr val="087C62"/>
                </a:solidFill>
                <a:latin typeface="Yu Gothic"/>
                <a:ea typeface="Yu Gothic"/>
                <a:cs typeface="Yu Gothic"/>
              </a:defRPr>
            </a:lvl1pPr>
            <a:lvl2pPr algn="l">
              <a:defRPr sz="2400" b="1">
                <a:solidFill>
                  <a:srgbClr val="087C62"/>
                </a:solidFill>
                <a:latin typeface="Yu Gothic"/>
                <a:ea typeface="Yu Gothic"/>
                <a:cs typeface="Yu Gothic"/>
              </a:defRPr>
            </a:lvl2pPr>
            <a:lvl3pPr algn="l">
              <a:defRPr sz="2400" b="1">
                <a:solidFill>
                  <a:srgbClr val="087C62"/>
                </a:solidFill>
                <a:latin typeface="Yu Gothic"/>
                <a:ea typeface="Yu Gothic"/>
                <a:cs typeface="Yu Gothic"/>
              </a:defRPr>
            </a:lvl3pPr>
            <a:lvl4pPr algn="l">
              <a:defRPr sz="2400" b="1">
                <a:solidFill>
                  <a:srgbClr val="087C62"/>
                </a:solidFill>
                <a:latin typeface="Yu Gothic"/>
                <a:ea typeface="Yu Gothic"/>
                <a:cs typeface="Yu Gothic"/>
              </a:defRPr>
            </a:lvl4pPr>
            <a:lvl5pPr algn="l">
              <a:defRPr sz="2400" b="1">
                <a:solidFill>
                  <a:srgbClr val="087C62"/>
                </a:solidFill>
                <a:latin typeface="Yu Gothic"/>
                <a:ea typeface="Yu Gothic"/>
                <a:cs typeface="Yu Gothic"/>
              </a:defRPr>
            </a:lvl5pPr>
            <a:lvl6pPr algn="l">
              <a:defRPr sz="2400" b="1">
                <a:solidFill>
                  <a:srgbClr val="087C62"/>
                </a:solidFill>
                <a:latin typeface="Yu Gothic"/>
                <a:ea typeface="Yu Gothic"/>
                <a:cs typeface="Yu Gothic"/>
              </a:defRPr>
            </a:lvl6pPr>
            <a:lvl7pPr algn="l">
              <a:defRPr sz="2400" b="1">
                <a:solidFill>
                  <a:srgbClr val="087C62"/>
                </a:solidFill>
                <a:latin typeface="Yu Gothic"/>
                <a:ea typeface="Yu Gothic"/>
                <a:cs typeface="Yu Gothic"/>
              </a:defRPr>
            </a:lvl7pPr>
            <a:lvl8pPr algn="l">
              <a:defRPr sz="2400" b="1">
                <a:solidFill>
                  <a:srgbClr val="087C62"/>
                </a:solidFill>
                <a:latin typeface="Yu Gothic"/>
                <a:ea typeface="Yu Gothic"/>
                <a:cs typeface="Yu Gothic"/>
              </a:defRPr>
            </a:lvl8pPr>
            <a:lvl9pPr algn="l">
              <a:defRPr sz="2400" b="1">
                <a:solidFill>
                  <a:srgbClr val="087C62"/>
                </a:solidFill>
                <a:latin typeface="Yu Gothic"/>
                <a:ea typeface="Yu Gothic"/>
                <a:cs typeface="Yu Gothic"/>
              </a:defRPr>
            </a:lvl9pPr>
          </a:lstStyle>
          <a:p xmlns:a="http://schemas.openxmlformats.org/drawingml/2006/main">
            <a:pPr algn="l">
              <a:defRPr sz="2400" b="1">
                <a:solidFill>
                  <a:srgbClr val="087C62"/>
                </a:solidFill>
                <a:latin typeface="Yu Gothic"/>
                <a:ea typeface="Yu Gothic"/>
                <a:cs typeface="Yu Gothic"/>
              </a:defRPr>
            </a:pPr>
            <a:r>
              <a:rPr sz="2400" b="1">
                <a:solidFill>
                  <a:srgbClr val="087C62"/>
                </a:solidFill>
                <a:latin typeface="Yu Gothic"/>
                <a:ea typeface="Yu Gothic"/>
                <a:cs typeface="Yu Gothic"/>
              </a:rPr>
              <a:t>01</a:t>
            </a:r>
          </a:p>
        </p:txBody>
      </p:sp>
      <p:sp>
        <p:nvSpPr>
          <p:cNvPr id="4" name="必要な基底初期化を忘れると pos や rect が存在しない場合がある。">
            <a:extLst xmlns:a="http://schemas.openxmlformats.org/drawingml/2006/main">
              <a:ext uri="{FF2B5EF4-FFF2-40B4-BE49-F238E27FC236}">
                <a16:creationId xmlns:a16="http://schemas.microsoft.com/office/drawing/2014/main" id="{F3CCE5BE-FE0F-4F2A-A0B2-9FA7F172CC1C}"/>
              </a:ext>
            </a:extLst>
          </p:cNvPr>
          <p:cNvSpPr>
            <a:spLocks xmlns:a="http://schemas.openxmlformats.org/drawingml/2006/main" noGrp="1"/>
          </p:cNvSpPr>
          <p:nvPr/>
        </p:nvSpPr>
        <p:spPr>
          <a:xfrm xmlns:a="http://schemas.openxmlformats.org/drawingml/2006/main">
            <a:off x="1571625" y="1971675"/>
            <a:ext cx="9858375"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0">
                <a:solidFill>
                  <a:srgbClr val="172C40"/>
                </a:solidFill>
                <a:latin typeface="Yu Gothic"/>
                <a:ea typeface="Yu Gothic"/>
                <a:cs typeface="Yu Gothic"/>
              </a:defRPr>
            </a:defPPr>
            <a:lvl1pPr algn="l">
              <a:defRPr sz="2250" b="0">
                <a:solidFill>
                  <a:srgbClr val="172C40"/>
                </a:solidFill>
                <a:latin typeface="Yu Gothic"/>
                <a:ea typeface="Yu Gothic"/>
                <a:cs typeface="Yu Gothic"/>
              </a:defRPr>
            </a:lvl1pPr>
            <a:lvl2pPr algn="l">
              <a:defRPr sz="2250" b="0">
                <a:solidFill>
                  <a:srgbClr val="172C40"/>
                </a:solidFill>
                <a:latin typeface="Yu Gothic"/>
                <a:ea typeface="Yu Gothic"/>
                <a:cs typeface="Yu Gothic"/>
              </a:defRPr>
            </a:lvl2pPr>
            <a:lvl3pPr algn="l">
              <a:defRPr sz="2250" b="0">
                <a:solidFill>
                  <a:srgbClr val="172C40"/>
                </a:solidFill>
                <a:latin typeface="Yu Gothic"/>
                <a:ea typeface="Yu Gothic"/>
                <a:cs typeface="Yu Gothic"/>
              </a:defRPr>
            </a:lvl3pPr>
            <a:lvl4pPr algn="l">
              <a:defRPr sz="2250" b="0">
                <a:solidFill>
                  <a:srgbClr val="172C40"/>
                </a:solidFill>
                <a:latin typeface="Yu Gothic"/>
                <a:ea typeface="Yu Gothic"/>
                <a:cs typeface="Yu Gothic"/>
              </a:defRPr>
            </a:lvl4pPr>
            <a:lvl5pPr algn="l">
              <a:defRPr sz="2250" b="0">
                <a:solidFill>
                  <a:srgbClr val="172C40"/>
                </a:solidFill>
                <a:latin typeface="Yu Gothic"/>
                <a:ea typeface="Yu Gothic"/>
                <a:cs typeface="Yu Gothic"/>
              </a:defRPr>
            </a:lvl5pPr>
            <a:lvl6pPr algn="l">
              <a:defRPr sz="2250" b="0">
                <a:solidFill>
                  <a:srgbClr val="172C40"/>
                </a:solidFill>
                <a:latin typeface="Yu Gothic"/>
                <a:ea typeface="Yu Gothic"/>
                <a:cs typeface="Yu Gothic"/>
              </a:defRPr>
            </a:lvl6pPr>
            <a:lvl7pPr algn="l">
              <a:defRPr sz="2250" b="0">
                <a:solidFill>
                  <a:srgbClr val="172C40"/>
                </a:solidFill>
                <a:latin typeface="Yu Gothic"/>
                <a:ea typeface="Yu Gothic"/>
                <a:cs typeface="Yu Gothic"/>
              </a:defRPr>
            </a:lvl7pPr>
            <a:lvl8pPr algn="l">
              <a:defRPr sz="2250" b="0">
                <a:solidFill>
                  <a:srgbClr val="172C40"/>
                </a:solidFill>
                <a:latin typeface="Yu Gothic"/>
                <a:ea typeface="Yu Gothic"/>
                <a:cs typeface="Yu Gothic"/>
              </a:defRPr>
            </a:lvl8pPr>
            <a:lvl9pPr algn="l">
              <a:defRPr sz="2250" b="0">
                <a:solidFill>
                  <a:srgbClr val="172C40"/>
                </a:solidFill>
                <a:latin typeface="Yu Gothic"/>
                <a:ea typeface="Yu Gothic"/>
                <a:cs typeface="Yu Gothic"/>
              </a:defRPr>
            </a:lvl9pPr>
          </a:lstStyle>
          <a:p xmlns:a="http://schemas.openxmlformats.org/drawingml/2006/main">
            <a:pPr algn="l">
              <a:defRPr sz="2250" b="0">
                <a:solidFill>
                  <a:srgbClr val="172C40"/>
                </a:solidFill>
                <a:latin typeface="Yu Gothic"/>
                <a:ea typeface="Yu Gothic"/>
                <a:cs typeface="Yu Gothic"/>
              </a:defRPr>
            </a:pPr>
            <a:r>
              <a:rPr sz="2250" b="0">
                <a:solidFill>
                  <a:srgbClr val="172C40"/>
                </a:solidFill>
                <a:latin typeface="Yu Gothic"/>
                <a:ea typeface="Yu Gothic"/>
                <a:cs typeface="Yu Gothic"/>
              </a:rPr>
              <a:t>必要な基底初期化を忘れると pos や rect が存在しない場合がある。</a:t>
            </a:r>
          </a:p>
        </p:txBody>
      </p:sp>
      <p:sp>
        <p:nvSpPr>
          <p:cNvPr id="5" name="02">
            <a:extLst xmlns:a="http://schemas.openxmlformats.org/drawingml/2006/main">
              <a:ext uri="{FF2B5EF4-FFF2-40B4-BE49-F238E27FC236}">
                <a16:creationId xmlns:a16="http://schemas.microsoft.com/office/drawing/2014/main" id="{1857797A-FE41-4406-B0F3-DD8374B2BA59}"/>
              </a:ext>
            </a:extLst>
          </p:cNvPr>
          <p:cNvSpPr>
            <a:spLocks xmlns:a="http://schemas.openxmlformats.org/drawingml/2006/main" noGrp="1"/>
          </p:cNvSpPr>
          <p:nvPr/>
        </p:nvSpPr>
        <p:spPr>
          <a:xfrm xmlns:a="http://schemas.openxmlformats.org/drawingml/2006/main">
            <a:off x="590550" y="3105150"/>
            <a:ext cx="7048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087C62"/>
                </a:solidFill>
                <a:latin typeface="Yu Gothic"/>
                <a:ea typeface="Yu Gothic"/>
                <a:cs typeface="Yu Gothic"/>
              </a:defRPr>
            </a:defPPr>
            <a:lvl1pPr algn="l">
              <a:defRPr sz="2400" b="1">
                <a:solidFill>
                  <a:srgbClr val="087C62"/>
                </a:solidFill>
                <a:latin typeface="Yu Gothic"/>
                <a:ea typeface="Yu Gothic"/>
                <a:cs typeface="Yu Gothic"/>
              </a:defRPr>
            </a:lvl1pPr>
            <a:lvl2pPr algn="l">
              <a:defRPr sz="2400" b="1">
                <a:solidFill>
                  <a:srgbClr val="087C62"/>
                </a:solidFill>
                <a:latin typeface="Yu Gothic"/>
                <a:ea typeface="Yu Gothic"/>
                <a:cs typeface="Yu Gothic"/>
              </a:defRPr>
            </a:lvl2pPr>
            <a:lvl3pPr algn="l">
              <a:defRPr sz="2400" b="1">
                <a:solidFill>
                  <a:srgbClr val="087C62"/>
                </a:solidFill>
                <a:latin typeface="Yu Gothic"/>
                <a:ea typeface="Yu Gothic"/>
                <a:cs typeface="Yu Gothic"/>
              </a:defRPr>
            </a:lvl3pPr>
            <a:lvl4pPr algn="l">
              <a:defRPr sz="2400" b="1">
                <a:solidFill>
                  <a:srgbClr val="087C62"/>
                </a:solidFill>
                <a:latin typeface="Yu Gothic"/>
                <a:ea typeface="Yu Gothic"/>
                <a:cs typeface="Yu Gothic"/>
              </a:defRPr>
            </a:lvl4pPr>
            <a:lvl5pPr algn="l">
              <a:defRPr sz="2400" b="1">
                <a:solidFill>
                  <a:srgbClr val="087C62"/>
                </a:solidFill>
                <a:latin typeface="Yu Gothic"/>
                <a:ea typeface="Yu Gothic"/>
                <a:cs typeface="Yu Gothic"/>
              </a:defRPr>
            </a:lvl5pPr>
            <a:lvl6pPr algn="l">
              <a:defRPr sz="2400" b="1">
                <a:solidFill>
                  <a:srgbClr val="087C62"/>
                </a:solidFill>
                <a:latin typeface="Yu Gothic"/>
                <a:ea typeface="Yu Gothic"/>
                <a:cs typeface="Yu Gothic"/>
              </a:defRPr>
            </a:lvl6pPr>
            <a:lvl7pPr algn="l">
              <a:defRPr sz="2400" b="1">
                <a:solidFill>
                  <a:srgbClr val="087C62"/>
                </a:solidFill>
                <a:latin typeface="Yu Gothic"/>
                <a:ea typeface="Yu Gothic"/>
                <a:cs typeface="Yu Gothic"/>
              </a:defRPr>
            </a:lvl7pPr>
            <a:lvl8pPr algn="l">
              <a:defRPr sz="2400" b="1">
                <a:solidFill>
                  <a:srgbClr val="087C62"/>
                </a:solidFill>
                <a:latin typeface="Yu Gothic"/>
                <a:ea typeface="Yu Gothic"/>
                <a:cs typeface="Yu Gothic"/>
              </a:defRPr>
            </a:lvl8pPr>
            <a:lvl9pPr algn="l">
              <a:defRPr sz="2400" b="1">
                <a:solidFill>
                  <a:srgbClr val="087C62"/>
                </a:solidFill>
                <a:latin typeface="Yu Gothic"/>
                <a:ea typeface="Yu Gothic"/>
                <a:cs typeface="Yu Gothic"/>
              </a:defRPr>
            </a:lvl9pPr>
          </a:lstStyle>
          <a:p xmlns:a="http://schemas.openxmlformats.org/drawingml/2006/main">
            <a:pPr algn="l">
              <a:defRPr sz="2400" b="1">
                <a:solidFill>
                  <a:srgbClr val="087C62"/>
                </a:solidFill>
                <a:latin typeface="Yu Gothic"/>
                <a:ea typeface="Yu Gothic"/>
                <a:cs typeface="Yu Gothic"/>
              </a:defRPr>
            </a:pPr>
            <a:r>
              <a:rPr sz="2400" b="1">
                <a:solidFill>
                  <a:srgbClr val="087C62"/>
                </a:solidFill>
                <a:latin typeface="Yu Gothic"/>
                <a:ea typeface="Yu Gothic"/>
                <a:cs typeface="Yu Gothic"/>
              </a:rPr>
              <a:t>02</a:t>
            </a:r>
          </a:p>
        </p:txBody>
      </p:sp>
      <p:sp>
        <p:nvSpPr>
          <p:cNvPr id="6" name="自分で移動した後に super().update を呼ぶと二重移動になる場合がある。">
            <a:extLst xmlns:a="http://schemas.openxmlformats.org/drawingml/2006/main">
              <a:ext uri="{FF2B5EF4-FFF2-40B4-BE49-F238E27FC236}">
                <a16:creationId xmlns:a16="http://schemas.microsoft.com/office/drawing/2014/main" id="{40744D29-34A7-4515-8FEA-2B0502FE7221}"/>
              </a:ext>
            </a:extLst>
          </p:cNvPr>
          <p:cNvSpPr>
            <a:spLocks xmlns:a="http://schemas.openxmlformats.org/drawingml/2006/main" noGrp="1"/>
          </p:cNvSpPr>
          <p:nvPr/>
        </p:nvSpPr>
        <p:spPr>
          <a:xfrm xmlns:a="http://schemas.openxmlformats.org/drawingml/2006/main">
            <a:off x="1571625" y="3105150"/>
            <a:ext cx="9858375"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0">
                <a:solidFill>
                  <a:srgbClr val="172C40"/>
                </a:solidFill>
                <a:latin typeface="Yu Gothic"/>
                <a:ea typeface="Yu Gothic"/>
                <a:cs typeface="Yu Gothic"/>
              </a:defRPr>
            </a:defPPr>
            <a:lvl1pPr algn="l">
              <a:defRPr sz="2250" b="0">
                <a:solidFill>
                  <a:srgbClr val="172C40"/>
                </a:solidFill>
                <a:latin typeface="Yu Gothic"/>
                <a:ea typeface="Yu Gothic"/>
                <a:cs typeface="Yu Gothic"/>
              </a:defRPr>
            </a:lvl1pPr>
            <a:lvl2pPr algn="l">
              <a:defRPr sz="2250" b="0">
                <a:solidFill>
                  <a:srgbClr val="172C40"/>
                </a:solidFill>
                <a:latin typeface="Yu Gothic"/>
                <a:ea typeface="Yu Gothic"/>
                <a:cs typeface="Yu Gothic"/>
              </a:defRPr>
            </a:lvl2pPr>
            <a:lvl3pPr algn="l">
              <a:defRPr sz="2250" b="0">
                <a:solidFill>
                  <a:srgbClr val="172C40"/>
                </a:solidFill>
                <a:latin typeface="Yu Gothic"/>
                <a:ea typeface="Yu Gothic"/>
                <a:cs typeface="Yu Gothic"/>
              </a:defRPr>
            </a:lvl3pPr>
            <a:lvl4pPr algn="l">
              <a:defRPr sz="2250" b="0">
                <a:solidFill>
                  <a:srgbClr val="172C40"/>
                </a:solidFill>
                <a:latin typeface="Yu Gothic"/>
                <a:ea typeface="Yu Gothic"/>
                <a:cs typeface="Yu Gothic"/>
              </a:defRPr>
            </a:lvl4pPr>
            <a:lvl5pPr algn="l">
              <a:defRPr sz="2250" b="0">
                <a:solidFill>
                  <a:srgbClr val="172C40"/>
                </a:solidFill>
                <a:latin typeface="Yu Gothic"/>
                <a:ea typeface="Yu Gothic"/>
                <a:cs typeface="Yu Gothic"/>
              </a:defRPr>
            </a:lvl5pPr>
            <a:lvl6pPr algn="l">
              <a:defRPr sz="2250" b="0">
                <a:solidFill>
                  <a:srgbClr val="172C40"/>
                </a:solidFill>
                <a:latin typeface="Yu Gothic"/>
                <a:ea typeface="Yu Gothic"/>
                <a:cs typeface="Yu Gothic"/>
              </a:defRPr>
            </a:lvl6pPr>
            <a:lvl7pPr algn="l">
              <a:defRPr sz="2250" b="0">
                <a:solidFill>
                  <a:srgbClr val="172C40"/>
                </a:solidFill>
                <a:latin typeface="Yu Gothic"/>
                <a:ea typeface="Yu Gothic"/>
                <a:cs typeface="Yu Gothic"/>
              </a:defRPr>
            </a:lvl7pPr>
            <a:lvl8pPr algn="l">
              <a:defRPr sz="2250" b="0">
                <a:solidFill>
                  <a:srgbClr val="172C40"/>
                </a:solidFill>
                <a:latin typeface="Yu Gothic"/>
                <a:ea typeface="Yu Gothic"/>
                <a:cs typeface="Yu Gothic"/>
              </a:defRPr>
            </a:lvl8pPr>
            <a:lvl9pPr algn="l">
              <a:defRPr sz="2250" b="0">
                <a:solidFill>
                  <a:srgbClr val="172C40"/>
                </a:solidFill>
                <a:latin typeface="Yu Gothic"/>
                <a:ea typeface="Yu Gothic"/>
                <a:cs typeface="Yu Gothic"/>
              </a:defRPr>
            </a:lvl9pPr>
          </a:lstStyle>
          <a:p xmlns:a="http://schemas.openxmlformats.org/drawingml/2006/main">
            <a:pPr algn="l">
              <a:defRPr sz="2250" b="0">
                <a:solidFill>
                  <a:srgbClr val="172C40"/>
                </a:solidFill>
                <a:latin typeface="Yu Gothic"/>
                <a:ea typeface="Yu Gothic"/>
                <a:cs typeface="Yu Gothic"/>
              </a:defRPr>
            </a:pPr>
            <a:r>
              <a:rPr sz="2250" b="0">
                <a:solidFill>
                  <a:srgbClr val="172C40"/>
                </a:solidFill>
                <a:latin typeface="Yu Gothic"/>
                <a:ea typeface="Yu Gothic"/>
                <a:cs typeface="Yu Gothic"/>
              </a:rPr>
              <a:t>自分で移動した後に super().update を呼ぶと二重移動になる場合がある。</a:t>
            </a:r>
          </a:p>
        </p:txBody>
      </p:sp>
      <p:sp>
        <p:nvSpPr>
          <p:cNvPr id="7" name="03">
            <a:extLst xmlns:a="http://schemas.openxmlformats.org/drawingml/2006/main">
              <a:ext uri="{FF2B5EF4-FFF2-40B4-BE49-F238E27FC236}">
                <a16:creationId xmlns:a16="http://schemas.microsoft.com/office/drawing/2014/main" id="{F65AAC2B-DBAA-45DE-97EC-320B9BDD13ED}"/>
              </a:ext>
            </a:extLst>
          </p:cNvPr>
          <p:cNvSpPr>
            <a:spLocks xmlns:a="http://schemas.openxmlformats.org/drawingml/2006/main" noGrp="1"/>
          </p:cNvSpPr>
          <p:nvPr/>
        </p:nvSpPr>
        <p:spPr>
          <a:xfrm xmlns:a="http://schemas.openxmlformats.org/drawingml/2006/main">
            <a:off x="590550" y="4238625"/>
            <a:ext cx="7048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087C62"/>
                </a:solidFill>
                <a:latin typeface="Yu Gothic"/>
                <a:ea typeface="Yu Gothic"/>
                <a:cs typeface="Yu Gothic"/>
              </a:defRPr>
            </a:defPPr>
            <a:lvl1pPr algn="l">
              <a:defRPr sz="2400" b="1">
                <a:solidFill>
                  <a:srgbClr val="087C62"/>
                </a:solidFill>
                <a:latin typeface="Yu Gothic"/>
                <a:ea typeface="Yu Gothic"/>
                <a:cs typeface="Yu Gothic"/>
              </a:defRPr>
            </a:lvl1pPr>
            <a:lvl2pPr algn="l">
              <a:defRPr sz="2400" b="1">
                <a:solidFill>
                  <a:srgbClr val="087C62"/>
                </a:solidFill>
                <a:latin typeface="Yu Gothic"/>
                <a:ea typeface="Yu Gothic"/>
                <a:cs typeface="Yu Gothic"/>
              </a:defRPr>
            </a:lvl2pPr>
            <a:lvl3pPr algn="l">
              <a:defRPr sz="2400" b="1">
                <a:solidFill>
                  <a:srgbClr val="087C62"/>
                </a:solidFill>
                <a:latin typeface="Yu Gothic"/>
                <a:ea typeface="Yu Gothic"/>
                <a:cs typeface="Yu Gothic"/>
              </a:defRPr>
            </a:lvl3pPr>
            <a:lvl4pPr algn="l">
              <a:defRPr sz="2400" b="1">
                <a:solidFill>
                  <a:srgbClr val="087C62"/>
                </a:solidFill>
                <a:latin typeface="Yu Gothic"/>
                <a:ea typeface="Yu Gothic"/>
                <a:cs typeface="Yu Gothic"/>
              </a:defRPr>
            </a:lvl4pPr>
            <a:lvl5pPr algn="l">
              <a:defRPr sz="2400" b="1">
                <a:solidFill>
                  <a:srgbClr val="087C62"/>
                </a:solidFill>
                <a:latin typeface="Yu Gothic"/>
                <a:ea typeface="Yu Gothic"/>
                <a:cs typeface="Yu Gothic"/>
              </a:defRPr>
            </a:lvl5pPr>
            <a:lvl6pPr algn="l">
              <a:defRPr sz="2400" b="1">
                <a:solidFill>
                  <a:srgbClr val="087C62"/>
                </a:solidFill>
                <a:latin typeface="Yu Gothic"/>
                <a:ea typeface="Yu Gothic"/>
                <a:cs typeface="Yu Gothic"/>
              </a:defRPr>
            </a:lvl6pPr>
            <a:lvl7pPr algn="l">
              <a:defRPr sz="2400" b="1">
                <a:solidFill>
                  <a:srgbClr val="087C62"/>
                </a:solidFill>
                <a:latin typeface="Yu Gothic"/>
                <a:ea typeface="Yu Gothic"/>
                <a:cs typeface="Yu Gothic"/>
              </a:defRPr>
            </a:lvl7pPr>
            <a:lvl8pPr algn="l">
              <a:defRPr sz="2400" b="1">
                <a:solidFill>
                  <a:srgbClr val="087C62"/>
                </a:solidFill>
                <a:latin typeface="Yu Gothic"/>
                <a:ea typeface="Yu Gothic"/>
                <a:cs typeface="Yu Gothic"/>
              </a:defRPr>
            </a:lvl8pPr>
            <a:lvl9pPr algn="l">
              <a:defRPr sz="2400" b="1">
                <a:solidFill>
                  <a:srgbClr val="087C62"/>
                </a:solidFill>
                <a:latin typeface="Yu Gothic"/>
                <a:ea typeface="Yu Gothic"/>
                <a:cs typeface="Yu Gothic"/>
              </a:defRPr>
            </a:lvl9pPr>
          </a:lstStyle>
          <a:p xmlns:a="http://schemas.openxmlformats.org/drawingml/2006/main">
            <a:pPr algn="l">
              <a:defRPr sz="2400" b="1">
                <a:solidFill>
                  <a:srgbClr val="087C62"/>
                </a:solidFill>
                <a:latin typeface="Yu Gothic"/>
                <a:ea typeface="Yu Gothic"/>
                <a:cs typeface="Yu Gothic"/>
              </a:defRPr>
            </a:pPr>
            <a:r>
              <a:rPr sz="2400" b="1">
                <a:solidFill>
                  <a:srgbClr val="087C62"/>
                </a:solidFill>
                <a:latin typeface="Yu Gothic"/>
                <a:ea typeface="Yu Gothic"/>
                <a:cs typeface="Yu Gothic"/>
              </a:rPr>
              <a:t>03</a:t>
            </a:r>
          </a:p>
        </p:txBody>
      </p:sp>
      <p:sp>
        <p:nvSpPr>
          <p:cNvPr id="8" name="update(self, dt) を update(self) に変えると既存の呼び出しが失敗する。">
            <a:extLst xmlns:a="http://schemas.openxmlformats.org/drawingml/2006/main">
              <a:ext uri="{FF2B5EF4-FFF2-40B4-BE49-F238E27FC236}">
                <a16:creationId xmlns:a16="http://schemas.microsoft.com/office/drawing/2014/main" id="{DE727F6F-1B48-4CF2-B09C-3DBC3ABA723D}"/>
              </a:ext>
            </a:extLst>
          </p:cNvPr>
          <p:cNvSpPr>
            <a:spLocks xmlns:a="http://schemas.openxmlformats.org/drawingml/2006/main" noGrp="1"/>
          </p:cNvSpPr>
          <p:nvPr/>
        </p:nvSpPr>
        <p:spPr>
          <a:xfrm xmlns:a="http://schemas.openxmlformats.org/drawingml/2006/main">
            <a:off x="1571625" y="4238625"/>
            <a:ext cx="9858375"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0">
                <a:solidFill>
                  <a:srgbClr val="172C40"/>
                </a:solidFill>
                <a:latin typeface="Yu Gothic"/>
                <a:ea typeface="Yu Gothic"/>
                <a:cs typeface="Yu Gothic"/>
              </a:defRPr>
            </a:defPPr>
            <a:lvl1pPr algn="l">
              <a:defRPr sz="2250" b="0">
                <a:solidFill>
                  <a:srgbClr val="172C40"/>
                </a:solidFill>
                <a:latin typeface="Yu Gothic"/>
                <a:ea typeface="Yu Gothic"/>
                <a:cs typeface="Yu Gothic"/>
              </a:defRPr>
            </a:lvl1pPr>
            <a:lvl2pPr algn="l">
              <a:defRPr sz="2250" b="0">
                <a:solidFill>
                  <a:srgbClr val="172C40"/>
                </a:solidFill>
                <a:latin typeface="Yu Gothic"/>
                <a:ea typeface="Yu Gothic"/>
                <a:cs typeface="Yu Gothic"/>
              </a:defRPr>
            </a:lvl2pPr>
            <a:lvl3pPr algn="l">
              <a:defRPr sz="2250" b="0">
                <a:solidFill>
                  <a:srgbClr val="172C40"/>
                </a:solidFill>
                <a:latin typeface="Yu Gothic"/>
                <a:ea typeface="Yu Gothic"/>
                <a:cs typeface="Yu Gothic"/>
              </a:defRPr>
            </a:lvl3pPr>
            <a:lvl4pPr algn="l">
              <a:defRPr sz="2250" b="0">
                <a:solidFill>
                  <a:srgbClr val="172C40"/>
                </a:solidFill>
                <a:latin typeface="Yu Gothic"/>
                <a:ea typeface="Yu Gothic"/>
                <a:cs typeface="Yu Gothic"/>
              </a:defRPr>
            </a:lvl4pPr>
            <a:lvl5pPr algn="l">
              <a:defRPr sz="2250" b="0">
                <a:solidFill>
                  <a:srgbClr val="172C40"/>
                </a:solidFill>
                <a:latin typeface="Yu Gothic"/>
                <a:ea typeface="Yu Gothic"/>
                <a:cs typeface="Yu Gothic"/>
              </a:defRPr>
            </a:lvl5pPr>
            <a:lvl6pPr algn="l">
              <a:defRPr sz="2250" b="0">
                <a:solidFill>
                  <a:srgbClr val="172C40"/>
                </a:solidFill>
                <a:latin typeface="Yu Gothic"/>
                <a:ea typeface="Yu Gothic"/>
                <a:cs typeface="Yu Gothic"/>
              </a:defRPr>
            </a:lvl6pPr>
            <a:lvl7pPr algn="l">
              <a:defRPr sz="2250" b="0">
                <a:solidFill>
                  <a:srgbClr val="172C40"/>
                </a:solidFill>
                <a:latin typeface="Yu Gothic"/>
                <a:ea typeface="Yu Gothic"/>
                <a:cs typeface="Yu Gothic"/>
              </a:defRPr>
            </a:lvl7pPr>
            <a:lvl8pPr algn="l">
              <a:defRPr sz="2250" b="0">
                <a:solidFill>
                  <a:srgbClr val="172C40"/>
                </a:solidFill>
                <a:latin typeface="Yu Gothic"/>
                <a:ea typeface="Yu Gothic"/>
                <a:cs typeface="Yu Gothic"/>
              </a:defRPr>
            </a:lvl8pPr>
            <a:lvl9pPr algn="l">
              <a:defRPr sz="2250" b="0">
                <a:solidFill>
                  <a:srgbClr val="172C40"/>
                </a:solidFill>
                <a:latin typeface="Yu Gothic"/>
                <a:ea typeface="Yu Gothic"/>
                <a:cs typeface="Yu Gothic"/>
              </a:defRPr>
            </a:lvl9pPr>
          </a:lstStyle>
          <a:p xmlns:a="http://schemas.openxmlformats.org/drawingml/2006/main">
            <a:pPr algn="l">
              <a:defRPr sz="2250" b="0">
                <a:solidFill>
                  <a:srgbClr val="172C40"/>
                </a:solidFill>
                <a:latin typeface="Yu Gothic"/>
                <a:ea typeface="Yu Gothic"/>
                <a:cs typeface="Yu Gothic"/>
              </a:defRPr>
            </a:pPr>
            <a:r>
              <a:rPr sz="2250" b="0">
                <a:solidFill>
                  <a:srgbClr val="172C40"/>
                </a:solidFill>
                <a:latin typeface="Yu Gothic"/>
                <a:ea typeface="Yu Gothic"/>
                <a:cs typeface="Yu Gothic"/>
              </a:rPr>
              <a:t>update(self, dt) を update(self) に変えると既存の呼び出しが失敗する。</a:t>
            </a:r>
          </a:p>
        </p:txBody>
      </p:sp>
      <p:sp>
        <p:nvSpPr>
          <p:cNvPr id="9" name="18">
            <a:extLst xmlns:a="http://schemas.openxmlformats.org/drawingml/2006/main">
              <a:ext uri="{FF2B5EF4-FFF2-40B4-BE49-F238E27FC236}">
                <a16:creationId xmlns:a16="http://schemas.microsoft.com/office/drawing/2014/main" id="{839FD579-A0B4-48EF-A269-64AF891E71B9}"/>
              </a:ext>
            </a:extLst>
          </p:cNvPr>
          <p:cNvSpPr>
            <a:spLocks xmlns:a="http://schemas.openxmlformats.org/drawingml/2006/main" noGrp="1"/>
          </p:cNvSpPr>
          <p:nvPr/>
        </p:nvSpPr>
        <p:spPr>
          <a:xfrm xmlns:a="http://schemas.openxmlformats.org/drawingml/2006/main">
            <a:off x="11163300" y="6543675"/>
            <a:ext cx="4572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526879"/>
                </a:solidFill>
                <a:latin typeface="Yu Gothic"/>
                <a:ea typeface="Yu Gothic"/>
                <a:cs typeface="Yu Gothic"/>
              </a:defRPr>
            </a:defPPr>
            <a:lvl1pPr algn="l">
              <a:defRPr sz="1200" b="0">
                <a:solidFill>
                  <a:srgbClr val="526879"/>
                </a:solidFill>
                <a:latin typeface="Yu Gothic"/>
                <a:ea typeface="Yu Gothic"/>
                <a:cs typeface="Yu Gothic"/>
              </a:defRPr>
            </a:lvl1pPr>
            <a:lvl2pPr algn="l">
              <a:defRPr sz="1200" b="0">
                <a:solidFill>
                  <a:srgbClr val="526879"/>
                </a:solidFill>
                <a:latin typeface="Yu Gothic"/>
                <a:ea typeface="Yu Gothic"/>
                <a:cs typeface="Yu Gothic"/>
              </a:defRPr>
            </a:lvl2pPr>
            <a:lvl3pPr algn="l">
              <a:defRPr sz="1200" b="0">
                <a:solidFill>
                  <a:srgbClr val="526879"/>
                </a:solidFill>
                <a:latin typeface="Yu Gothic"/>
                <a:ea typeface="Yu Gothic"/>
                <a:cs typeface="Yu Gothic"/>
              </a:defRPr>
            </a:lvl3pPr>
            <a:lvl4pPr algn="l">
              <a:defRPr sz="1200" b="0">
                <a:solidFill>
                  <a:srgbClr val="526879"/>
                </a:solidFill>
                <a:latin typeface="Yu Gothic"/>
                <a:ea typeface="Yu Gothic"/>
                <a:cs typeface="Yu Gothic"/>
              </a:defRPr>
            </a:lvl4pPr>
            <a:lvl5pPr algn="l">
              <a:defRPr sz="1200" b="0">
                <a:solidFill>
                  <a:srgbClr val="526879"/>
                </a:solidFill>
                <a:latin typeface="Yu Gothic"/>
                <a:ea typeface="Yu Gothic"/>
                <a:cs typeface="Yu Gothic"/>
              </a:defRPr>
            </a:lvl5pPr>
            <a:lvl6pPr algn="l">
              <a:defRPr sz="1200" b="0">
                <a:solidFill>
                  <a:srgbClr val="526879"/>
                </a:solidFill>
                <a:latin typeface="Yu Gothic"/>
                <a:ea typeface="Yu Gothic"/>
                <a:cs typeface="Yu Gothic"/>
              </a:defRPr>
            </a:lvl6pPr>
            <a:lvl7pPr algn="l">
              <a:defRPr sz="1200" b="0">
                <a:solidFill>
                  <a:srgbClr val="526879"/>
                </a:solidFill>
                <a:latin typeface="Yu Gothic"/>
                <a:ea typeface="Yu Gothic"/>
                <a:cs typeface="Yu Gothic"/>
              </a:defRPr>
            </a:lvl7pPr>
            <a:lvl8pPr algn="l">
              <a:defRPr sz="1200" b="0">
                <a:solidFill>
                  <a:srgbClr val="526879"/>
                </a:solidFill>
                <a:latin typeface="Yu Gothic"/>
                <a:ea typeface="Yu Gothic"/>
                <a:cs typeface="Yu Gothic"/>
              </a:defRPr>
            </a:lvl8pPr>
            <a:lvl9pPr algn="l">
              <a:defRPr sz="1200" b="0">
                <a:solidFill>
                  <a:srgbClr val="526879"/>
                </a:solidFill>
                <a:latin typeface="Yu Gothic"/>
                <a:ea typeface="Yu Gothic"/>
                <a:cs typeface="Yu Gothic"/>
              </a:defRPr>
            </a:lvl9pPr>
          </a:lstStyle>
          <a:p xmlns:a="http://schemas.openxmlformats.org/drawingml/2006/main">
            <a:pPr algn="l">
              <a:defRPr sz="1200" b="0">
                <a:solidFill>
                  <a:srgbClr val="526879"/>
                </a:solidFill>
                <a:latin typeface="Yu Gothic"/>
                <a:ea typeface="Yu Gothic"/>
                <a:cs typeface="Yu Gothic"/>
              </a:defRPr>
            </a:pPr>
            <a:r>
              <a:rPr sz="1200" b="0">
                <a:solidFill>
                  <a:srgbClr val="526879"/>
                </a:solidFill>
                <a:latin typeface="Yu Gothic"/>
                <a:ea typeface="Yu Gothic"/>
                <a:cs typeface="Yu Gothic"/>
              </a:rPr>
              <a:t>18</a:t>
            </a:r>
          </a:p>
        </p:txBody>
      </p:sp>
    </p:spTree>
    <p:extLst>
      <p:ext uri="{BB962C8B-B14F-4D97-AF65-F5344CB8AC3E}">
        <p14:creationId xmlns:p14="http://schemas.microsoft.com/office/powerpoint/2010/main" val="241602235"/>
      </p:ext>
    </p:extLst>
  </p:cSld>
</p:sld>
</file>

<file path=ppt/slides/slide19.xml><?xml version="1.0" encoding="utf-8"?>
<p:sld xmlns:p="http://schemas.openxmlformats.org/presentationml/2006/main">
  <p:cSld>
    <p:bg>
      <p:bgPr>
        <a:solidFill xmlns:a="http://schemas.openxmlformats.org/drawingml/2006/main">
          <a:srgbClr val="F5F7FA"/>
        </a:solidFill>
      </p:bgPr>
    </p:bg>
    <p:spTree>
      <p:nvGrpSpPr>
        <p:cNvPr id="1" name=""/>
        <p:cNvGrpSpPr/>
        <p:nvPr/>
      </p:nvGrpSpPr>
      <p:grpSpPr>
        <a:xfrm xmlns:a="http://schemas.openxmlformats.org/drawingml/2006/main"/>
      </p:grpSpPr>
      <p:sp>
        <p:nvSpPr>
          <p:cNvPr id="10" name="Is-a と Has-a">
            <a:extLst xmlns:a="http://schemas.openxmlformats.org/drawingml/2006/main">
              <a:ext uri="{FF2B5EF4-FFF2-40B4-BE49-F238E27FC236}">
                <a16:creationId xmlns:a16="http://schemas.microsoft.com/office/drawing/2014/main" id="{8A7C9EEB-673F-4303-9D09-988E53C402C1}"/>
              </a:ext>
            </a:extLst>
          </p:cNvPr>
          <p:cNvSpPr>
            <a:spLocks xmlns:a="http://schemas.openxmlformats.org/drawingml/2006/main" noGrp="1"/>
          </p:cNvSpPr>
          <p:nvPr/>
        </p:nvSpPr>
        <p:spPr>
          <a:xfrm xmlns:a="http://schemas.openxmlformats.org/drawingml/2006/main">
            <a:off x="561975" y="400050"/>
            <a:ext cx="110490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72C40"/>
                </a:solidFill>
                <a:latin typeface="Yu Gothic"/>
                <a:ea typeface="Yu Gothic"/>
                <a:cs typeface="Yu Gothic"/>
              </a:defRPr>
            </a:defPPr>
            <a:lvl1pPr algn="l">
              <a:defRPr sz="3300" b="1">
                <a:solidFill>
                  <a:srgbClr val="172C40"/>
                </a:solidFill>
                <a:latin typeface="Yu Gothic"/>
                <a:ea typeface="Yu Gothic"/>
                <a:cs typeface="Yu Gothic"/>
              </a:defRPr>
            </a:lvl1pPr>
            <a:lvl2pPr algn="l">
              <a:defRPr sz="3300" b="1">
                <a:solidFill>
                  <a:srgbClr val="172C40"/>
                </a:solidFill>
                <a:latin typeface="Yu Gothic"/>
                <a:ea typeface="Yu Gothic"/>
                <a:cs typeface="Yu Gothic"/>
              </a:defRPr>
            </a:lvl2pPr>
            <a:lvl3pPr algn="l">
              <a:defRPr sz="3300" b="1">
                <a:solidFill>
                  <a:srgbClr val="172C40"/>
                </a:solidFill>
                <a:latin typeface="Yu Gothic"/>
                <a:ea typeface="Yu Gothic"/>
                <a:cs typeface="Yu Gothic"/>
              </a:defRPr>
            </a:lvl3pPr>
            <a:lvl4pPr algn="l">
              <a:defRPr sz="3300" b="1">
                <a:solidFill>
                  <a:srgbClr val="172C40"/>
                </a:solidFill>
                <a:latin typeface="Yu Gothic"/>
                <a:ea typeface="Yu Gothic"/>
                <a:cs typeface="Yu Gothic"/>
              </a:defRPr>
            </a:lvl4pPr>
            <a:lvl5pPr algn="l">
              <a:defRPr sz="3300" b="1">
                <a:solidFill>
                  <a:srgbClr val="172C40"/>
                </a:solidFill>
                <a:latin typeface="Yu Gothic"/>
                <a:ea typeface="Yu Gothic"/>
                <a:cs typeface="Yu Gothic"/>
              </a:defRPr>
            </a:lvl5pPr>
            <a:lvl6pPr algn="l">
              <a:defRPr sz="3300" b="1">
                <a:solidFill>
                  <a:srgbClr val="172C40"/>
                </a:solidFill>
                <a:latin typeface="Yu Gothic"/>
                <a:ea typeface="Yu Gothic"/>
                <a:cs typeface="Yu Gothic"/>
              </a:defRPr>
            </a:lvl6pPr>
            <a:lvl7pPr algn="l">
              <a:defRPr sz="3300" b="1">
                <a:solidFill>
                  <a:srgbClr val="172C40"/>
                </a:solidFill>
                <a:latin typeface="Yu Gothic"/>
                <a:ea typeface="Yu Gothic"/>
                <a:cs typeface="Yu Gothic"/>
              </a:defRPr>
            </a:lvl7pPr>
            <a:lvl8pPr algn="l">
              <a:defRPr sz="3300" b="1">
                <a:solidFill>
                  <a:srgbClr val="172C40"/>
                </a:solidFill>
                <a:latin typeface="Yu Gothic"/>
                <a:ea typeface="Yu Gothic"/>
                <a:cs typeface="Yu Gothic"/>
              </a:defRPr>
            </a:lvl8pPr>
            <a:lvl9pPr algn="l">
              <a:defRPr sz="3300" b="1">
                <a:solidFill>
                  <a:srgbClr val="172C40"/>
                </a:solidFill>
                <a:latin typeface="Yu Gothic"/>
                <a:ea typeface="Yu Gothic"/>
                <a:cs typeface="Yu Gothic"/>
              </a:defRPr>
            </a:lvl9pPr>
          </a:lstStyle>
          <a:p xmlns:a="http://schemas.openxmlformats.org/drawingml/2006/main">
            <a:pPr algn="l">
              <a:defRPr sz="3300" b="1">
                <a:solidFill>
                  <a:srgbClr val="172C40"/>
                </a:solidFill>
                <a:latin typeface="Yu Gothic"/>
                <a:ea typeface="Yu Gothic"/>
                <a:cs typeface="Yu Gothic"/>
              </a:defRPr>
            </a:pPr>
            <a:r>
              <a:rPr sz="3300" b="1">
                <a:solidFill>
                  <a:srgbClr val="172C40"/>
                </a:solidFill>
                <a:latin typeface="Yu Gothic"/>
                <a:ea typeface="Yu Gothic"/>
                <a:cs typeface="Yu Gothic"/>
              </a:rPr>
              <a:t>Is-a と Has-a</a:t>
            </a:r>
          </a:p>
        </p:txBody>
      </p:sp>
      <p:sp>
        <p:nvSpPr>
          <p:cNvPr id="2" name="継承と参照にはそれぞれの用途がある">
            <a:extLst xmlns:a="http://schemas.openxmlformats.org/drawingml/2006/main">
              <a:ext uri="{FF2B5EF4-FFF2-40B4-BE49-F238E27FC236}">
                <a16:creationId xmlns:a16="http://schemas.microsoft.com/office/drawing/2014/main" id="{A3170AE2-7A7A-4D3D-8697-51FF51506249}"/>
              </a:ext>
            </a:extLst>
          </p:cNvPr>
          <p:cNvSpPr>
            <a:spLocks xmlns:a="http://schemas.openxmlformats.org/drawingml/2006/main" noGrp="1"/>
          </p:cNvSpPr>
          <p:nvPr/>
        </p:nvSpPr>
        <p:spPr>
          <a:xfrm xmlns:a="http://schemas.openxmlformats.org/drawingml/2006/main">
            <a:off x="581025" y="1123950"/>
            <a:ext cx="1100137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526879"/>
                </a:solidFill>
                <a:latin typeface="Yu Gothic"/>
                <a:ea typeface="Yu Gothic"/>
                <a:cs typeface="Yu Gothic"/>
              </a:defRPr>
            </a:defPPr>
            <a:lvl1pPr algn="l">
              <a:defRPr sz="1800" b="0">
                <a:solidFill>
                  <a:srgbClr val="526879"/>
                </a:solidFill>
                <a:latin typeface="Yu Gothic"/>
                <a:ea typeface="Yu Gothic"/>
                <a:cs typeface="Yu Gothic"/>
              </a:defRPr>
            </a:lvl1pPr>
            <a:lvl2pPr algn="l">
              <a:defRPr sz="1800" b="0">
                <a:solidFill>
                  <a:srgbClr val="526879"/>
                </a:solidFill>
                <a:latin typeface="Yu Gothic"/>
                <a:ea typeface="Yu Gothic"/>
                <a:cs typeface="Yu Gothic"/>
              </a:defRPr>
            </a:lvl2pPr>
            <a:lvl3pPr algn="l">
              <a:defRPr sz="1800" b="0">
                <a:solidFill>
                  <a:srgbClr val="526879"/>
                </a:solidFill>
                <a:latin typeface="Yu Gothic"/>
                <a:ea typeface="Yu Gothic"/>
                <a:cs typeface="Yu Gothic"/>
              </a:defRPr>
            </a:lvl3pPr>
            <a:lvl4pPr algn="l">
              <a:defRPr sz="1800" b="0">
                <a:solidFill>
                  <a:srgbClr val="526879"/>
                </a:solidFill>
                <a:latin typeface="Yu Gothic"/>
                <a:ea typeface="Yu Gothic"/>
                <a:cs typeface="Yu Gothic"/>
              </a:defRPr>
            </a:lvl4pPr>
            <a:lvl5pPr algn="l">
              <a:defRPr sz="1800" b="0">
                <a:solidFill>
                  <a:srgbClr val="526879"/>
                </a:solidFill>
                <a:latin typeface="Yu Gothic"/>
                <a:ea typeface="Yu Gothic"/>
                <a:cs typeface="Yu Gothic"/>
              </a:defRPr>
            </a:lvl5pPr>
            <a:lvl6pPr algn="l">
              <a:defRPr sz="1800" b="0">
                <a:solidFill>
                  <a:srgbClr val="526879"/>
                </a:solidFill>
                <a:latin typeface="Yu Gothic"/>
                <a:ea typeface="Yu Gothic"/>
                <a:cs typeface="Yu Gothic"/>
              </a:defRPr>
            </a:lvl6pPr>
            <a:lvl7pPr algn="l">
              <a:defRPr sz="1800" b="0">
                <a:solidFill>
                  <a:srgbClr val="526879"/>
                </a:solidFill>
                <a:latin typeface="Yu Gothic"/>
                <a:ea typeface="Yu Gothic"/>
                <a:cs typeface="Yu Gothic"/>
              </a:defRPr>
            </a:lvl7pPr>
            <a:lvl8pPr algn="l">
              <a:defRPr sz="1800" b="0">
                <a:solidFill>
                  <a:srgbClr val="526879"/>
                </a:solidFill>
                <a:latin typeface="Yu Gothic"/>
                <a:ea typeface="Yu Gothic"/>
                <a:cs typeface="Yu Gothic"/>
              </a:defRPr>
            </a:lvl8pPr>
            <a:lvl9pPr algn="l">
              <a:defRPr sz="1800" b="0">
                <a:solidFill>
                  <a:srgbClr val="526879"/>
                </a:solidFill>
                <a:latin typeface="Yu Gothic"/>
                <a:ea typeface="Yu Gothic"/>
                <a:cs typeface="Yu Gothic"/>
              </a:defRPr>
            </a:lvl9pPr>
          </a:lstStyle>
          <a:p xmlns:a="http://schemas.openxmlformats.org/drawingml/2006/main">
            <a:pPr algn="l">
              <a:defRPr sz="1800" b="0">
                <a:solidFill>
                  <a:srgbClr val="526879"/>
                </a:solidFill>
                <a:latin typeface="Yu Gothic"/>
                <a:ea typeface="Yu Gothic"/>
                <a:cs typeface="Yu Gothic"/>
              </a:defRPr>
            </a:pPr>
            <a:r>
              <a:rPr sz="1800" b="0">
                <a:solidFill>
                  <a:srgbClr val="526879"/>
                </a:solidFill>
                <a:latin typeface="Yu Gothic"/>
                <a:ea typeface="Yu Gothic"/>
                <a:cs typeface="Yu Gothic"/>
              </a:rPr>
              <a:t>継承と参照にはそれぞれの用途がある</a:t>
            </a:r>
          </a:p>
        </p:txBody>
      </p:sp>
      <p:sp>
        <p:nvSpPr>
          <p:cNvPr id="3" name="01">
            <a:extLst xmlns:a="http://schemas.openxmlformats.org/drawingml/2006/main">
              <a:ext uri="{FF2B5EF4-FFF2-40B4-BE49-F238E27FC236}">
                <a16:creationId xmlns:a16="http://schemas.microsoft.com/office/drawing/2014/main" id="{FB9EB2E7-2D64-48D8-9E9A-37AC1E68E3BB}"/>
              </a:ext>
            </a:extLst>
          </p:cNvPr>
          <p:cNvSpPr>
            <a:spLocks xmlns:a="http://schemas.openxmlformats.org/drawingml/2006/main" noGrp="1"/>
          </p:cNvSpPr>
          <p:nvPr/>
        </p:nvSpPr>
        <p:spPr>
          <a:xfrm xmlns:a="http://schemas.openxmlformats.org/drawingml/2006/main">
            <a:off x="590550" y="1971675"/>
            <a:ext cx="7048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087C62"/>
                </a:solidFill>
                <a:latin typeface="Yu Gothic"/>
                <a:ea typeface="Yu Gothic"/>
                <a:cs typeface="Yu Gothic"/>
              </a:defRPr>
            </a:defPPr>
            <a:lvl1pPr algn="l">
              <a:defRPr sz="2400" b="1">
                <a:solidFill>
                  <a:srgbClr val="087C62"/>
                </a:solidFill>
                <a:latin typeface="Yu Gothic"/>
                <a:ea typeface="Yu Gothic"/>
                <a:cs typeface="Yu Gothic"/>
              </a:defRPr>
            </a:lvl1pPr>
            <a:lvl2pPr algn="l">
              <a:defRPr sz="2400" b="1">
                <a:solidFill>
                  <a:srgbClr val="087C62"/>
                </a:solidFill>
                <a:latin typeface="Yu Gothic"/>
                <a:ea typeface="Yu Gothic"/>
                <a:cs typeface="Yu Gothic"/>
              </a:defRPr>
            </a:lvl2pPr>
            <a:lvl3pPr algn="l">
              <a:defRPr sz="2400" b="1">
                <a:solidFill>
                  <a:srgbClr val="087C62"/>
                </a:solidFill>
                <a:latin typeface="Yu Gothic"/>
                <a:ea typeface="Yu Gothic"/>
                <a:cs typeface="Yu Gothic"/>
              </a:defRPr>
            </a:lvl3pPr>
            <a:lvl4pPr algn="l">
              <a:defRPr sz="2400" b="1">
                <a:solidFill>
                  <a:srgbClr val="087C62"/>
                </a:solidFill>
                <a:latin typeface="Yu Gothic"/>
                <a:ea typeface="Yu Gothic"/>
                <a:cs typeface="Yu Gothic"/>
              </a:defRPr>
            </a:lvl4pPr>
            <a:lvl5pPr algn="l">
              <a:defRPr sz="2400" b="1">
                <a:solidFill>
                  <a:srgbClr val="087C62"/>
                </a:solidFill>
                <a:latin typeface="Yu Gothic"/>
                <a:ea typeface="Yu Gothic"/>
                <a:cs typeface="Yu Gothic"/>
              </a:defRPr>
            </a:lvl5pPr>
            <a:lvl6pPr algn="l">
              <a:defRPr sz="2400" b="1">
                <a:solidFill>
                  <a:srgbClr val="087C62"/>
                </a:solidFill>
                <a:latin typeface="Yu Gothic"/>
                <a:ea typeface="Yu Gothic"/>
                <a:cs typeface="Yu Gothic"/>
              </a:defRPr>
            </a:lvl6pPr>
            <a:lvl7pPr algn="l">
              <a:defRPr sz="2400" b="1">
                <a:solidFill>
                  <a:srgbClr val="087C62"/>
                </a:solidFill>
                <a:latin typeface="Yu Gothic"/>
                <a:ea typeface="Yu Gothic"/>
                <a:cs typeface="Yu Gothic"/>
              </a:defRPr>
            </a:lvl7pPr>
            <a:lvl8pPr algn="l">
              <a:defRPr sz="2400" b="1">
                <a:solidFill>
                  <a:srgbClr val="087C62"/>
                </a:solidFill>
                <a:latin typeface="Yu Gothic"/>
                <a:ea typeface="Yu Gothic"/>
                <a:cs typeface="Yu Gothic"/>
              </a:defRPr>
            </a:lvl8pPr>
            <a:lvl9pPr algn="l">
              <a:defRPr sz="2400" b="1">
                <a:solidFill>
                  <a:srgbClr val="087C62"/>
                </a:solidFill>
                <a:latin typeface="Yu Gothic"/>
                <a:ea typeface="Yu Gothic"/>
                <a:cs typeface="Yu Gothic"/>
              </a:defRPr>
            </a:lvl9pPr>
          </a:lstStyle>
          <a:p xmlns:a="http://schemas.openxmlformats.org/drawingml/2006/main">
            <a:pPr algn="l">
              <a:defRPr sz="2400" b="1">
                <a:solidFill>
                  <a:srgbClr val="087C62"/>
                </a:solidFill>
                <a:latin typeface="Yu Gothic"/>
                <a:ea typeface="Yu Gothic"/>
                <a:cs typeface="Yu Gothic"/>
              </a:defRPr>
            </a:pPr>
            <a:r>
              <a:rPr sz="2400" b="1">
                <a:solidFill>
                  <a:srgbClr val="087C62"/>
                </a:solidFill>
                <a:latin typeface="Yu Gothic"/>
                <a:ea typeface="Yu Gothic"/>
                <a:cs typeface="Yu Gothic"/>
              </a:rPr>
              <a:t>01</a:t>
            </a:r>
          </a:p>
        </p:txBody>
      </p:sp>
      <p:sp>
        <p:nvSpPr>
          <p:cNvPr id="4" name="Enemy は Actor の一種であり、そのインターフェースと動作を守る。">
            <a:extLst xmlns:a="http://schemas.openxmlformats.org/drawingml/2006/main">
              <a:ext uri="{FF2B5EF4-FFF2-40B4-BE49-F238E27FC236}">
                <a16:creationId xmlns:a16="http://schemas.microsoft.com/office/drawing/2014/main" id="{9A021854-9D37-4713-9C5A-D0CF541B1488}"/>
              </a:ext>
            </a:extLst>
          </p:cNvPr>
          <p:cNvSpPr>
            <a:spLocks xmlns:a="http://schemas.openxmlformats.org/drawingml/2006/main" noGrp="1"/>
          </p:cNvSpPr>
          <p:nvPr/>
        </p:nvSpPr>
        <p:spPr>
          <a:xfrm xmlns:a="http://schemas.openxmlformats.org/drawingml/2006/main">
            <a:off x="1571625" y="1971675"/>
            <a:ext cx="9858375"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0">
                <a:solidFill>
                  <a:srgbClr val="172C40"/>
                </a:solidFill>
                <a:latin typeface="Yu Gothic"/>
                <a:ea typeface="Yu Gothic"/>
                <a:cs typeface="Yu Gothic"/>
              </a:defRPr>
            </a:defPPr>
            <a:lvl1pPr algn="l">
              <a:defRPr sz="2250" b="0">
                <a:solidFill>
                  <a:srgbClr val="172C40"/>
                </a:solidFill>
                <a:latin typeface="Yu Gothic"/>
                <a:ea typeface="Yu Gothic"/>
                <a:cs typeface="Yu Gothic"/>
              </a:defRPr>
            </a:lvl1pPr>
            <a:lvl2pPr algn="l">
              <a:defRPr sz="2250" b="0">
                <a:solidFill>
                  <a:srgbClr val="172C40"/>
                </a:solidFill>
                <a:latin typeface="Yu Gothic"/>
                <a:ea typeface="Yu Gothic"/>
                <a:cs typeface="Yu Gothic"/>
              </a:defRPr>
            </a:lvl2pPr>
            <a:lvl3pPr algn="l">
              <a:defRPr sz="2250" b="0">
                <a:solidFill>
                  <a:srgbClr val="172C40"/>
                </a:solidFill>
                <a:latin typeface="Yu Gothic"/>
                <a:ea typeface="Yu Gothic"/>
                <a:cs typeface="Yu Gothic"/>
              </a:defRPr>
            </a:lvl3pPr>
            <a:lvl4pPr algn="l">
              <a:defRPr sz="2250" b="0">
                <a:solidFill>
                  <a:srgbClr val="172C40"/>
                </a:solidFill>
                <a:latin typeface="Yu Gothic"/>
                <a:ea typeface="Yu Gothic"/>
                <a:cs typeface="Yu Gothic"/>
              </a:defRPr>
            </a:lvl4pPr>
            <a:lvl5pPr algn="l">
              <a:defRPr sz="2250" b="0">
                <a:solidFill>
                  <a:srgbClr val="172C40"/>
                </a:solidFill>
                <a:latin typeface="Yu Gothic"/>
                <a:ea typeface="Yu Gothic"/>
                <a:cs typeface="Yu Gothic"/>
              </a:defRPr>
            </a:lvl5pPr>
            <a:lvl6pPr algn="l">
              <a:defRPr sz="2250" b="0">
                <a:solidFill>
                  <a:srgbClr val="172C40"/>
                </a:solidFill>
                <a:latin typeface="Yu Gothic"/>
                <a:ea typeface="Yu Gothic"/>
                <a:cs typeface="Yu Gothic"/>
              </a:defRPr>
            </a:lvl6pPr>
            <a:lvl7pPr algn="l">
              <a:defRPr sz="2250" b="0">
                <a:solidFill>
                  <a:srgbClr val="172C40"/>
                </a:solidFill>
                <a:latin typeface="Yu Gothic"/>
                <a:ea typeface="Yu Gothic"/>
                <a:cs typeface="Yu Gothic"/>
              </a:defRPr>
            </a:lvl7pPr>
            <a:lvl8pPr algn="l">
              <a:defRPr sz="2250" b="0">
                <a:solidFill>
                  <a:srgbClr val="172C40"/>
                </a:solidFill>
                <a:latin typeface="Yu Gothic"/>
                <a:ea typeface="Yu Gothic"/>
                <a:cs typeface="Yu Gothic"/>
              </a:defRPr>
            </a:lvl8pPr>
            <a:lvl9pPr algn="l">
              <a:defRPr sz="2250" b="0">
                <a:solidFill>
                  <a:srgbClr val="172C40"/>
                </a:solidFill>
                <a:latin typeface="Yu Gothic"/>
                <a:ea typeface="Yu Gothic"/>
                <a:cs typeface="Yu Gothic"/>
              </a:defRPr>
            </a:lvl9pPr>
          </a:lstStyle>
          <a:p xmlns:a="http://schemas.openxmlformats.org/drawingml/2006/main">
            <a:pPr algn="l">
              <a:defRPr sz="2250" b="0">
                <a:solidFill>
                  <a:srgbClr val="172C40"/>
                </a:solidFill>
                <a:latin typeface="Yu Gothic"/>
                <a:ea typeface="Yu Gothic"/>
                <a:cs typeface="Yu Gothic"/>
              </a:defRPr>
            </a:pPr>
            <a:r>
              <a:rPr sz="2250" b="0">
                <a:solidFill>
                  <a:srgbClr val="172C40"/>
                </a:solidFill>
                <a:latin typeface="Yu Gothic"/>
                <a:ea typeface="Yu Gothic"/>
                <a:cs typeface="Yu Gothic"/>
              </a:rPr>
              <a:t>Enemy は Actor の一種であり、そのインターフェースと動作を守る。</a:t>
            </a:r>
          </a:p>
        </p:txBody>
      </p:sp>
      <p:sp>
        <p:nvSpPr>
          <p:cNvPr id="5" name="02">
            <a:extLst xmlns:a="http://schemas.openxmlformats.org/drawingml/2006/main">
              <a:ext uri="{FF2B5EF4-FFF2-40B4-BE49-F238E27FC236}">
                <a16:creationId xmlns:a16="http://schemas.microsoft.com/office/drawing/2014/main" id="{2284784E-2094-4AE0-8E70-349203CD38AF}"/>
              </a:ext>
            </a:extLst>
          </p:cNvPr>
          <p:cNvSpPr>
            <a:spLocks xmlns:a="http://schemas.openxmlformats.org/drawingml/2006/main" noGrp="1"/>
          </p:cNvSpPr>
          <p:nvPr/>
        </p:nvSpPr>
        <p:spPr>
          <a:xfrm xmlns:a="http://schemas.openxmlformats.org/drawingml/2006/main">
            <a:off x="590550" y="3105150"/>
            <a:ext cx="7048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087C62"/>
                </a:solidFill>
                <a:latin typeface="Yu Gothic"/>
                <a:ea typeface="Yu Gothic"/>
                <a:cs typeface="Yu Gothic"/>
              </a:defRPr>
            </a:defPPr>
            <a:lvl1pPr algn="l">
              <a:defRPr sz="2400" b="1">
                <a:solidFill>
                  <a:srgbClr val="087C62"/>
                </a:solidFill>
                <a:latin typeface="Yu Gothic"/>
                <a:ea typeface="Yu Gothic"/>
                <a:cs typeface="Yu Gothic"/>
              </a:defRPr>
            </a:lvl1pPr>
            <a:lvl2pPr algn="l">
              <a:defRPr sz="2400" b="1">
                <a:solidFill>
                  <a:srgbClr val="087C62"/>
                </a:solidFill>
                <a:latin typeface="Yu Gothic"/>
                <a:ea typeface="Yu Gothic"/>
                <a:cs typeface="Yu Gothic"/>
              </a:defRPr>
            </a:lvl2pPr>
            <a:lvl3pPr algn="l">
              <a:defRPr sz="2400" b="1">
                <a:solidFill>
                  <a:srgbClr val="087C62"/>
                </a:solidFill>
                <a:latin typeface="Yu Gothic"/>
                <a:ea typeface="Yu Gothic"/>
                <a:cs typeface="Yu Gothic"/>
              </a:defRPr>
            </a:lvl3pPr>
            <a:lvl4pPr algn="l">
              <a:defRPr sz="2400" b="1">
                <a:solidFill>
                  <a:srgbClr val="087C62"/>
                </a:solidFill>
                <a:latin typeface="Yu Gothic"/>
                <a:ea typeface="Yu Gothic"/>
                <a:cs typeface="Yu Gothic"/>
              </a:defRPr>
            </a:lvl4pPr>
            <a:lvl5pPr algn="l">
              <a:defRPr sz="2400" b="1">
                <a:solidFill>
                  <a:srgbClr val="087C62"/>
                </a:solidFill>
                <a:latin typeface="Yu Gothic"/>
                <a:ea typeface="Yu Gothic"/>
                <a:cs typeface="Yu Gothic"/>
              </a:defRPr>
            </a:lvl5pPr>
            <a:lvl6pPr algn="l">
              <a:defRPr sz="2400" b="1">
                <a:solidFill>
                  <a:srgbClr val="087C62"/>
                </a:solidFill>
                <a:latin typeface="Yu Gothic"/>
                <a:ea typeface="Yu Gothic"/>
                <a:cs typeface="Yu Gothic"/>
              </a:defRPr>
            </a:lvl6pPr>
            <a:lvl7pPr algn="l">
              <a:defRPr sz="2400" b="1">
                <a:solidFill>
                  <a:srgbClr val="087C62"/>
                </a:solidFill>
                <a:latin typeface="Yu Gothic"/>
                <a:ea typeface="Yu Gothic"/>
                <a:cs typeface="Yu Gothic"/>
              </a:defRPr>
            </a:lvl7pPr>
            <a:lvl8pPr algn="l">
              <a:defRPr sz="2400" b="1">
                <a:solidFill>
                  <a:srgbClr val="087C62"/>
                </a:solidFill>
                <a:latin typeface="Yu Gothic"/>
                <a:ea typeface="Yu Gothic"/>
                <a:cs typeface="Yu Gothic"/>
              </a:defRPr>
            </a:lvl8pPr>
            <a:lvl9pPr algn="l">
              <a:defRPr sz="2400" b="1">
                <a:solidFill>
                  <a:srgbClr val="087C62"/>
                </a:solidFill>
                <a:latin typeface="Yu Gothic"/>
                <a:ea typeface="Yu Gothic"/>
                <a:cs typeface="Yu Gothic"/>
              </a:defRPr>
            </a:lvl9pPr>
          </a:lstStyle>
          <a:p xmlns:a="http://schemas.openxmlformats.org/drawingml/2006/main">
            <a:pPr algn="l">
              <a:defRPr sz="2400" b="1">
                <a:solidFill>
                  <a:srgbClr val="087C62"/>
                </a:solidFill>
                <a:latin typeface="Yu Gothic"/>
                <a:ea typeface="Yu Gothic"/>
                <a:cs typeface="Yu Gothic"/>
              </a:defRPr>
            </a:pPr>
            <a:r>
              <a:rPr sz="2400" b="1">
                <a:solidFill>
                  <a:srgbClr val="087C62"/>
                </a:solidFill>
                <a:latin typeface="Yu Gothic"/>
                <a:ea typeface="Yu Gothic"/>
                <a:cs typeface="Yu Gothic"/>
              </a:rPr>
              <a:t>02</a:t>
            </a:r>
          </a:p>
        </p:txBody>
      </p:sp>
      <p:sp>
        <p:nvSpPr>
          <p:cNvPr id="6" name="Bullet は Player を指す owner を持つ。Player は継承しない。">
            <a:extLst xmlns:a="http://schemas.openxmlformats.org/drawingml/2006/main">
              <a:ext uri="{FF2B5EF4-FFF2-40B4-BE49-F238E27FC236}">
                <a16:creationId xmlns:a16="http://schemas.microsoft.com/office/drawing/2014/main" id="{7013FB32-5676-4E2D-80F6-B9E6485BCB41}"/>
              </a:ext>
            </a:extLst>
          </p:cNvPr>
          <p:cNvSpPr>
            <a:spLocks xmlns:a="http://schemas.openxmlformats.org/drawingml/2006/main" noGrp="1"/>
          </p:cNvSpPr>
          <p:nvPr/>
        </p:nvSpPr>
        <p:spPr>
          <a:xfrm xmlns:a="http://schemas.openxmlformats.org/drawingml/2006/main">
            <a:off x="1571625" y="3105150"/>
            <a:ext cx="9858375"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0">
                <a:solidFill>
                  <a:srgbClr val="172C40"/>
                </a:solidFill>
                <a:latin typeface="Yu Gothic"/>
                <a:ea typeface="Yu Gothic"/>
                <a:cs typeface="Yu Gothic"/>
              </a:defRPr>
            </a:defPPr>
            <a:lvl1pPr algn="l">
              <a:defRPr sz="2250" b="0">
                <a:solidFill>
                  <a:srgbClr val="172C40"/>
                </a:solidFill>
                <a:latin typeface="Yu Gothic"/>
                <a:ea typeface="Yu Gothic"/>
                <a:cs typeface="Yu Gothic"/>
              </a:defRPr>
            </a:lvl1pPr>
            <a:lvl2pPr algn="l">
              <a:defRPr sz="2250" b="0">
                <a:solidFill>
                  <a:srgbClr val="172C40"/>
                </a:solidFill>
                <a:latin typeface="Yu Gothic"/>
                <a:ea typeface="Yu Gothic"/>
                <a:cs typeface="Yu Gothic"/>
              </a:defRPr>
            </a:lvl2pPr>
            <a:lvl3pPr algn="l">
              <a:defRPr sz="2250" b="0">
                <a:solidFill>
                  <a:srgbClr val="172C40"/>
                </a:solidFill>
                <a:latin typeface="Yu Gothic"/>
                <a:ea typeface="Yu Gothic"/>
                <a:cs typeface="Yu Gothic"/>
              </a:defRPr>
            </a:lvl3pPr>
            <a:lvl4pPr algn="l">
              <a:defRPr sz="2250" b="0">
                <a:solidFill>
                  <a:srgbClr val="172C40"/>
                </a:solidFill>
                <a:latin typeface="Yu Gothic"/>
                <a:ea typeface="Yu Gothic"/>
                <a:cs typeface="Yu Gothic"/>
              </a:defRPr>
            </a:lvl4pPr>
            <a:lvl5pPr algn="l">
              <a:defRPr sz="2250" b="0">
                <a:solidFill>
                  <a:srgbClr val="172C40"/>
                </a:solidFill>
                <a:latin typeface="Yu Gothic"/>
                <a:ea typeface="Yu Gothic"/>
                <a:cs typeface="Yu Gothic"/>
              </a:defRPr>
            </a:lvl5pPr>
            <a:lvl6pPr algn="l">
              <a:defRPr sz="2250" b="0">
                <a:solidFill>
                  <a:srgbClr val="172C40"/>
                </a:solidFill>
                <a:latin typeface="Yu Gothic"/>
                <a:ea typeface="Yu Gothic"/>
                <a:cs typeface="Yu Gothic"/>
              </a:defRPr>
            </a:lvl6pPr>
            <a:lvl7pPr algn="l">
              <a:defRPr sz="2250" b="0">
                <a:solidFill>
                  <a:srgbClr val="172C40"/>
                </a:solidFill>
                <a:latin typeface="Yu Gothic"/>
                <a:ea typeface="Yu Gothic"/>
                <a:cs typeface="Yu Gothic"/>
              </a:defRPr>
            </a:lvl7pPr>
            <a:lvl8pPr algn="l">
              <a:defRPr sz="2250" b="0">
                <a:solidFill>
                  <a:srgbClr val="172C40"/>
                </a:solidFill>
                <a:latin typeface="Yu Gothic"/>
                <a:ea typeface="Yu Gothic"/>
                <a:cs typeface="Yu Gothic"/>
              </a:defRPr>
            </a:lvl8pPr>
            <a:lvl9pPr algn="l">
              <a:defRPr sz="2250" b="0">
                <a:solidFill>
                  <a:srgbClr val="172C40"/>
                </a:solidFill>
                <a:latin typeface="Yu Gothic"/>
                <a:ea typeface="Yu Gothic"/>
                <a:cs typeface="Yu Gothic"/>
              </a:defRPr>
            </a:lvl9pPr>
          </a:lstStyle>
          <a:p xmlns:a="http://schemas.openxmlformats.org/drawingml/2006/main">
            <a:pPr algn="l">
              <a:defRPr sz="2250" b="0">
                <a:solidFill>
                  <a:srgbClr val="172C40"/>
                </a:solidFill>
                <a:latin typeface="Yu Gothic"/>
                <a:ea typeface="Yu Gothic"/>
                <a:cs typeface="Yu Gothic"/>
              </a:defRPr>
            </a:pPr>
            <a:r>
              <a:rPr sz="2250" b="0">
                <a:solidFill>
                  <a:srgbClr val="172C40"/>
                </a:solidFill>
                <a:latin typeface="Yu Gothic"/>
                <a:ea typeface="Yu Gothic"/>
                <a:cs typeface="Yu Gothic"/>
              </a:rPr>
              <a:t>Bullet は Player を指す owner を持つ。Player は継承しない。</a:t>
            </a:r>
          </a:p>
        </p:txBody>
      </p:sp>
      <p:sp>
        <p:nvSpPr>
          <p:cNvPr id="7" name="03">
            <a:extLst xmlns:a="http://schemas.openxmlformats.org/drawingml/2006/main">
              <a:ext uri="{FF2B5EF4-FFF2-40B4-BE49-F238E27FC236}">
                <a16:creationId xmlns:a16="http://schemas.microsoft.com/office/drawing/2014/main" id="{16A7EBB6-7B18-4B35-8E9F-A15BBD427744}"/>
              </a:ext>
            </a:extLst>
          </p:cNvPr>
          <p:cNvSpPr>
            <a:spLocks xmlns:a="http://schemas.openxmlformats.org/drawingml/2006/main" noGrp="1"/>
          </p:cNvSpPr>
          <p:nvPr/>
        </p:nvSpPr>
        <p:spPr>
          <a:xfrm xmlns:a="http://schemas.openxmlformats.org/drawingml/2006/main">
            <a:off x="590550" y="4238625"/>
            <a:ext cx="7048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087C62"/>
                </a:solidFill>
                <a:latin typeface="Yu Gothic"/>
                <a:ea typeface="Yu Gothic"/>
                <a:cs typeface="Yu Gothic"/>
              </a:defRPr>
            </a:defPPr>
            <a:lvl1pPr algn="l">
              <a:defRPr sz="2400" b="1">
                <a:solidFill>
                  <a:srgbClr val="087C62"/>
                </a:solidFill>
                <a:latin typeface="Yu Gothic"/>
                <a:ea typeface="Yu Gothic"/>
                <a:cs typeface="Yu Gothic"/>
              </a:defRPr>
            </a:lvl1pPr>
            <a:lvl2pPr algn="l">
              <a:defRPr sz="2400" b="1">
                <a:solidFill>
                  <a:srgbClr val="087C62"/>
                </a:solidFill>
                <a:latin typeface="Yu Gothic"/>
                <a:ea typeface="Yu Gothic"/>
                <a:cs typeface="Yu Gothic"/>
              </a:defRPr>
            </a:lvl2pPr>
            <a:lvl3pPr algn="l">
              <a:defRPr sz="2400" b="1">
                <a:solidFill>
                  <a:srgbClr val="087C62"/>
                </a:solidFill>
                <a:latin typeface="Yu Gothic"/>
                <a:ea typeface="Yu Gothic"/>
                <a:cs typeface="Yu Gothic"/>
              </a:defRPr>
            </a:lvl3pPr>
            <a:lvl4pPr algn="l">
              <a:defRPr sz="2400" b="1">
                <a:solidFill>
                  <a:srgbClr val="087C62"/>
                </a:solidFill>
                <a:latin typeface="Yu Gothic"/>
                <a:ea typeface="Yu Gothic"/>
                <a:cs typeface="Yu Gothic"/>
              </a:defRPr>
            </a:lvl4pPr>
            <a:lvl5pPr algn="l">
              <a:defRPr sz="2400" b="1">
                <a:solidFill>
                  <a:srgbClr val="087C62"/>
                </a:solidFill>
                <a:latin typeface="Yu Gothic"/>
                <a:ea typeface="Yu Gothic"/>
                <a:cs typeface="Yu Gothic"/>
              </a:defRPr>
            </a:lvl5pPr>
            <a:lvl6pPr algn="l">
              <a:defRPr sz="2400" b="1">
                <a:solidFill>
                  <a:srgbClr val="087C62"/>
                </a:solidFill>
                <a:latin typeface="Yu Gothic"/>
                <a:ea typeface="Yu Gothic"/>
                <a:cs typeface="Yu Gothic"/>
              </a:defRPr>
            </a:lvl6pPr>
            <a:lvl7pPr algn="l">
              <a:defRPr sz="2400" b="1">
                <a:solidFill>
                  <a:srgbClr val="087C62"/>
                </a:solidFill>
                <a:latin typeface="Yu Gothic"/>
                <a:ea typeface="Yu Gothic"/>
                <a:cs typeface="Yu Gothic"/>
              </a:defRPr>
            </a:lvl7pPr>
            <a:lvl8pPr algn="l">
              <a:defRPr sz="2400" b="1">
                <a:solidFill>
                  <a:srgbClr val="087C62"/>
                </a:solidFill>
                <a:latin typeface="Yu Gothic"/>
                <a:ea typeface="Yu Gothic"/>
                <a:cs typeface="Yu Gothic"/>
              </a:defRPr>
            </a:lvl8pPr>
            <a:lvl9pPr algn="l">
              <a:defRPr sz="2400" b="1">
                <a:solidFill>
                  <a:srgbClr val="087C62"/>
                </a:solidFill>
                <a:latin typeface="Yu Gothic"/>
                <a:ea typeface="Yu Gothic"/>
                <a:cs typeface="Yu Gothic"/>
              </a:defRPr>
            </a:lvl9pPr>
          </a:lstStyle>
          <a:p xmlns:a="http://schemas.openxmlformats.org/drawingml/2006/main">
            <a:pPr algn="l">
              <a:defRPr sz="2400" b="1">
                <a:solidFill>
                  <a:srgbClr val="087C62"/>
                </a:solidFill>
                <a:latin typeface="Yu Gothic"/>
                <a:ea typeface="Yu Gothic"/>
                <a:cs typeface="Yu Gothic"/>
              </a:defRPr>
            </a:pPr>
            <a:r>
              <a:rPr sz="2400" b="1">
                <a:solidFill>
                  <a:srgbClr val="087C62"/>
                </a:solidFill>
                <a:latin typeface="Yu Gothic"/>
                <a:ea typeface="Yu Gothic"/>
                <a:cs typeface="Yu Gothic"/>
              </a:rPr>
              <a:t>03</a:t>
            </a:r>
          </a:p>
        </p:txBody>
      </p:sp>
      <p:sp>
        <p:nvSpPr>
          <p:cNvPr id="8" name="便利なメソッドを借りるためだけの継承は不自然なモデルになりやすい。">
            <a:extLst xmlns:a="http://schemas.openxmlformats.org/drawingml/2006/main">
              <a:ext uri="{FF2B5EF4-FFF2-40B4-BE49-F238E27FC236}">
                <a16:creationId xmlns:a16="http://schemas.microsoft.com/office/drawing/2014/main" id="{2B4C12C2-0EC6-454D-8BEA-3656710BB84C}"/>
              </a:ext>
            </a:extLst>
          </p:cNvPr>
          <p:cNvSpPr>
            <a:spLocks xmlns:a="http://schemas.openxmlformats.org/drawingml/2006/main" noGrp="1"/>
          </p:cNvSpPr>
          <p:nvPr/>
        </p:nvSpPr>
        <p:spPr>
          <a:xfrm xmlns:a="http://schemas.openxmlformats.org/drawingml/2006/main">
            <a:off x="1571625" y="4238625"/>
            <a:ext cx="9858375"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0">
                <a:solidFill>
                  <a:srgbClr val="172C40"/>
                </a:solidFill>
                <a:latin typeface="Yu Gothic"/>
                <a:ea typeface="Yu Gothic"/>
                <a:cs typeface="Yu Gothic"/>
              </a:defRPr>
            </a:defPPr>
            <a:lvl1pPr algn="l">
              <a:defRPr sz="2250" b="0">
                <a:solidFill>
                  <a:srgbClr val="172C40"/>
                </a:solidFill>
                <a:latin typeface="Yu Gothic"/>
                <a:ea typeface="Yu Gothic"/>
                <a:cs typeface="Yu Gothic"/>
              </a:defRPr>
            </a:lvl1pPr>
            <a:lvl2pPr algn="l">
              <a:defRPr sz="2250" b="0">
                <a:solidFill>
                  <a:srgbClr val="172C40"/>
                </a:solidFill>
                <a:latin typeface="Yu Gothic"/>
                <a:ea typeface="Yu Gothic"/>
                <a:cs typeface="Yu Gothic"/>
              </a:defRPr>
            </a:lvl2pPr>
            <a:lvl3pPr algn="l">
              <a:defRPr sz="2250" b="0">
                <a:solidFill>
                  <a:srgbClr val="172C40"/>
                </a:solidFill>
                <a:latin typeface="Yu Gothic"/>
                <a:ea typeface="Yu Gothic"/>
                <a:cs typeface="Yu Gothic"/>
              </a:defRPr>
            </a:lvl3pPr>
            <a:lvl4pPr algn="l">
              <a:defRPr sz="2250" b="0">
                <a:solidFill>
                  <a:srgbClr val="172C40"/>
                </a:solidFill>
                <a:latin typeface="Yu Gothic"/>
                <a:ea typeface="Yu Gothic"/>
                <a:cs typeface="Yu Gothic"/>
              </a:defRPr>
            </a:lvl4pPr>
            <a:lvl5pPr algn="l">
              <a:defRPr sz="2250" b="0">
                <a:solidFill>
                  <a:srgbClr val="172C40"/>
                </a:solidFill>
                <a:latin typeface="Yu Gothic"/>
                <a:ea typeface="Yu Gothic"/>
                <a:cs typeface="Yu Gothic"/>
              </a:defRPr>
            </a:lvl5pPr>
            <a:lvl6pPr algn="l">
              <a:defRPr sz="2250" b="0">
                <a:solidFill>
                  <a:srgbClr val="172C40"/>
                </a:solidFill>
                <a:latin typeface="Yu Gothic"/>
                <a:ea typeface="Yu Gothic"/>
                <a:cs typeface="Yu Gothic"/>
              </a:defRPr>
            </a:lvl6pPr>
            <a:lvl7pPr algn="l">
              <a:defRPr sz="2250" b="0">
                <a:solidFill>
                  <a:srgbClr val="172C40"/>
                </a:solidFill>
                <a:latin typeface="Yu Gothic"/>
                <a:ea typeface="Yu Gothic"/>
                <a:cs typeface="Yu Gothic"/>
              </a:defRPr>
            </a:lvl7pPr>
            <a:lvl8pPr algn="l">
              <a:defRPr sz="2250" b="0">
                <a:solidFill>
                  <a:srgbClr val="172C40"/>
                </a:solidFill>
                <a:latin typeface="Yu Gothic"/>
                <a:ea typeface="Yu Gothic"/>
                <a:cs typeface="Yu Gothic"/>
              </a:defRPr>
            </a:lvl8pPr>
            <a:lvl9pPr algn="l">
              <a:defRPr sz="2250" b="0">
                <a:solidFill>
                  <a:srgbClr val="172C40"/>
                </a:solidFill>
                <a:latin typeface="Yu Gothic"/>
                <a:ea typeface="Yu Gothic"/>
                <a:cs typeface="Yu Gothic"/>
              </a:defRPr>
            </a:lvl9pPr>
          </a:lstStyle>
          <a:p xmlns:a="http://schemas.openxmlformats.org/drawingml/2006/main">
            <a:pPr algn="l">
              <a:defRPr sz="2250" b="0">
                <a:solidFill>
                  <a:srgbClr val="172C40"/>
                </a:solidFill>
                <a:latin typeface="Yu Gothic"/>
                <a:ea typeface="Yu Gothic"/>
                <a:cs typeface="Yu Gothic"/>
              </a:defRPr>
            </a:pPr>
            <a:r>
              <a:rPr sz="2250" b="0">
                <a:solidFill>
                  <a:srgbClr val="172C40"/>
                </a:solidFill>
                <a:latin typeface="Yu Gothic"/>
                <a:ea typeface="Yu Gothic"/>
                <a:cs typeface="Yu Gothic"/>
              </a:rPr>
              <a:t>便利なメソッドを借りるためだけの継承は不自然なモデルになりやすい。</a:t>
            </a:r>
          </a:p>
        </p:txBody>
      </p:sp>
      <p:sp>
        <p:nvSpPr>
          <p:cNvPr id="9" name="19">
            <a:extLst xmlns:a="http://schemas.openxmlformats.org/drawingml/2006/main">
              <a:ext uri="{FF2B5EF4-FFF2-40B4-BE49-F238E27FC236}">
                <a16:creationId xmlns:a16="http://schemas.microsoft.com/office/drawing/2014/main" id="{444B3D19-6DBF-4B9A-986A-2C8333502148}"/>
              </a:ext>
            </a:extLst>
          </p:cNvPr>
          <p:cNvSpPr>
            <a:spLocks xmlns:a="http://schemas.openxmlformats.org/drawingml/2006/main" noGrp="1"/>
          </p:cNvSpPr>
          <p:nvPr/>
        </p:nvSpPr>
        <p:spPr>
          <a:xfrm xmlns:a="http://schemas.openxmlformats.org/drawingml/2006/main">
            <a:off x="11163300" y="6543675"/>
            <a:ext cx="4572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526879"/>
                </a:solidFill>
                <a:latin typeface="Yu Gothic"/>
                <a:ea typeface="Yu Gothic"/>
                <a:cs typeface="Yu Gothic"/>
              </a:defRPr>
            </a:defPPr>
            <a:lvl1pPr algn="l">
              <a:defRPr sz="1200" b="0">
                <a:solidFill>
                  <a:srgbClr val="526879"/>
                </a:solidFill>
                <a:latin typeface="Yu Gothic"/>
                <a:ea typeface="Yu Gothic"/>
                <a:cs typeface="Yu Gothic"/>
              </a:defRPr>
            </a:lvl1pPr>
            <a:lvl2pPr algn="l">
              <a:defRPr sz="1200" b="0">
                <a:solidFill>
                  <a:srgbClr val="526879"/>
                </a:solidFill>
                <a:latin typeface="Yu Gothic"/>
                <a:ea typeface="Yu Gothic"/>
                <a:cs typeface="Yu Gothic"/>
              </a:defRPr>
            </a:lvl2pPr>
            <a:lvl3pPr algn="l">
              <a:defRPr sz="1200" b="0">
                <a:solidFill>
                  <a:srgbClr val="526879"/>
                </a:solidFill>
                <a:latin typeface="Yu Gothic"/>
                <a:ea typeface="Yu Gothic"/>
                <a:cs typeface="Yu Gothic"/>
              </a:defRPr>
            </a:lvl3pPr>
            <a:lvl4pPr algn="l">
              <a:defRPr sz="1200" b="0">
                <a:solidFill>
                  <a:srgbClr val="526879"/>
                </a:solidFill>
                <a:latin typeface="Yu Gothic"/>
                <a:ea typeface="Yu Gothic"/>
                <a:cs typeface="Yu Gothic"/>
              </a:defRPr>
            </a:lvl4pPr>
            <a:lvl5pPr algn="l">
              <a:defRPr sz="1200" b="0">
                <a:solidFill>
                  <a:srgbClr val="526879"/>
                </a:solidFill>
                <a:latin typeface="Yu Gothic"/>
                <a:ea typeface="Yu Gothic"/>
                <a:cs typeface="Yu Gothic"/>
              </a:defRPr>
            </a:lvl5pPr>
            <a:lvl6pPr algn="l">
              <a:defRPr sz="1200" b="0">
                <a:solidFill>
                  <a:srgbClr val="526879"/>
                </a:solidFill>
                <a:latin typeface="Yu Gothic"/>
                <a:ea typeface="Yu Gothic"/>
                <a:cs typeface="Yu Gothic"/>
              </a:defRPr>
            </a:lvl6pPr>
            <a:lvl7pPr algn="l">
              <a:defRPr sz="1200" b="0">
                <a:solidFill>
                  <a:srgbClr val="526879"/>
                </a:solidFill>
                <a:latin typeface="Yu Gothic"/>
                <a:ea typeface="Yu Gothic"/>
                <a:cs typeface="Yu Gothic"/>
              </a:defRPr>
            </a:lvl7pPr>
            <a:lvl8pPr algn="l">
              <a:defRPr sz="1200" b="0">
                <a:solidFill>
                  <a:srgbClr val="526879"/>
                </a:solidFill>
                <a:latin typeface="Yu Gothic"/>
                <a:ea typeface="Yu Gothic"/>
                <a:cs typeface="Yu Gothic"/>
              </a:defRPr>
            </a:lvl8pPr>
            <a:lvl9pPr algn="l">
              <a:defRPr sz="1200" b="0">
                <a:solidFill>
                  <a:srgbClr val="526879"/>
                </a:solidFill>
                <a:latin typeface="Yu Gothic"/>
                <a:ea typeface="Yu Gothic"/>
                <a:cs typeface="Yu Gothic"/>
              </a:defRPr>
            </a:lvl9pPr>
          </a:lstStyle>
          <a:p xmlns:a="http://schemas.openxmlformats.org/drawingml/2006/main">
            <a:pPr algn="l">
              <a:defRPr sz="1200" b="0">
                <a:solidFill>
                  <a:srgbClr val="526879"/>
                </a:solidFill>
                <a:latin typeface="Yu Gothic"/>
                <a:ea typeface="Yu Gothic"/>
                <a:cs typeface="Yu Gothic"/>
              </a:defRPr>
            </a:pPr>
            <a:r>
              <a:rPr sz="1200" b="0">
                <a:solidFill>
                  <a:srgbClr val="526879"/>
                </a:solidFill>
                <a:latin typeface="Yu Gothic"/>
                <a:ea typeface="Yu Gothic"/>
                <a:cs typeface="Yu Gothic"/>
              </a:rPr>
              <a:t>19</a:t>
            </a:r>
          </a:p>
        </p:txBody>
      </p:sp>
    </p:spTree>
    <p:extLst>
      <p:ext uri="{BB962C8B-B14F-4D97-AF65-F5344CB8AC3E}">
        <p14:creationId xmlns:p14="http://schemas.microsoft.com/office/powerpoint/2010/main" val="1532667175"/>
      </p:ext>
    </p:extLst>
  </p:cSld>
</p:sld>
</file>

<file path=ppt/slides/slide20.xml><?xml version="1.0" encoding="utf-8"?>
<p:sld xmlns:p="http://schemas.openxmlformats.org/presentationml/2006/main">
  <p:cSld>
    <p:bg>
      <p:bgPr>
        <a:solidFill xmlns:a="http://schemas.openxmlformats.org/drawingml/2006/main">
          <a:srgbClr val="0B1422"/>
        </a:solidFill>
      </p:bgPr>
    </p:bg>
    <p:spTree>
      <p:nvGrpSpPr>
        <p:cNvPr id="1" name=""/>
        <p:cNvGrpSpPr/>
        <p:nvPr/>
      </p:nvGrpSpPr>
      <p:grpSpPr>
        <a:xfrm xmlns:a="http://schemas.openxmlformats.org/drawingml/2006/main"/>
      </p:grpSpPr>
      <p:sp>
        <p:nvSpPr>
          <p:cNvPr id="14" name="派生クラスの置き換え可能性">
            <a:extLst xmlns:a="http://schemas.openxmlformats.org/drawingml/2006/main">
              <a:ext uri="{FF2B5EF4-FFF2-40B4-BE49-F238E27FC236}">
                <a16:creationId xmlns:a16="http://schemas.microsoft.com/office/drawing/2014/main" id="{9AC71AC6-B9C9-477C-81FF-77CB9BC2F798}"/>
              </a:ext>
            </a:extLst>
          </p:cNvPr>
          <p:cNvSpPr>
            <a:spLocks xmlns:a="http://schemas.openxmlformats.org/drawingml/2006/main" noGrp="1"/>
          </p:cNvSpPr>
          <p:nvPr/>
        </p:nvSpPr>
        <p:spPr>
          <a:xfrm xmlns:a="http://schemas.openxmlformats.org/drawingml/2006/main">
            <a:off x="561975" y="400050"/>
            <a:ext cx="110490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EDF4FB"/>
                </a:solidFill>
                <a:latin typeface="Yu Gothic"/>
                <a:ea typeface="Yu Gothic"/>
                <a:cs typeface="Yu Gothic"/>
              </a:defRPr>
            </a:defPPr>
            <a:lvl1pPr algn="l">
              <a:defRPr sz="3300" b="1">
                <a:solidFill>
                  <a:srgbClr val="EDF4FB"/>
                </a:solidFill>
                <a:latin typeface="Yu Gothic"/>
                <a:ea typeface="Yu Gothic"/>
                <a:cs typeface="Yu Gothic"/>
              </a:defRPr>
            </a:lvl1pPr>
            <a:lvl2pPr algn="l">
              <a:defRPr sz="3300" b="1">
                <a:solidFill>
                  <a:srgbClr val="EDF4FB"/>
                </a:solidFill>
                <a:latin typeface="Yu Gothic"/>
                <a:ea typeface="Yu Gothic"/>
                <a:cs typeface="Yu Gothic"/>
              </a:defRPr>
            </a:lvl2pPr>
            <a:lvl3pPr algn="l">
              <a:defRPr sz="3300" b="1">
                <a:solidFill>
                  <a:srgbClr val="EDF4FB"/>
                </a:solidFill>
                <a:latin typeface="Yu Gothic"/>
                <a:ea typeface="Yu Gothic"/>
                <a:cs typeface="Yu Gothic"/>
              </a:defRPr>
            </a:lvl3pPr>
            <a:lvl4pPr algn="l">
              <a:defRPr sz="3300" b="1">
                <a:solidFill>
                  <a:srgbClr val="EDF4FB"/>
                </a:solidFill>
                <a:latin typeface="Yu Gothic"/>
                <a:ea typeface="Yu Gothic"/>
                <a:cs typeface="Yu Gothic"/>
              </a:defRPr>
            </a:lvl4pPr>
            <a:lvl5pPr algn="l">
              <a:defRPr sz="3300" b="1">
                <a:solidFill>
                  <a:srgbClr val="EDF4FB"/>
                </a:solidFill>
                <a:latin typeface="Yu Gothic"/>
                <a:ea typeface="Yu Gothic"/>
                <a:cs typeface="Yu Gothic"/>
              </a:defRPr>
            </a:lvl5pPr>
            <a:lvl6pPr algn="l">
              <a:defRPr sz="3300" b="1">
                <a:solidFill>
                  <a:srgbClr val="EDF4FB"/>
                </a:solidFill>
                <a:latin typeface="Yu Gothic"/>
                <a:ea typeface="Yu Gothic"/>
                <a:cs typeface="Yu Gothic"/>
              </a:defRPr>
            </a:lvl6pPr>
            <a:lvl7pPr algn="l">
              <a:defRPr sz="3300" b="1">
                <a:solidFill>
                  <a:srgbClr val="EDF4FB"/>
                </a:solidFill>
                <a:latin typeface="Yu Gothic"/>
                <a:ea typeface="Yu Gothic"/>
                <a:cs typeface="Yu Gothic"/>
              </a:defRPr>
            </a:lvl7pPr>
            <a:lvl8pPr algn="l">
              <a:defRPr sz="3300" b="1">
                <a:solidFill>
                  <a:srgbClr val="EDF4FB"/>
                </a:solidFill>
                <a:latin typeface="Yu Gothic"/>
                <a:ea typeface="Yu Gothic"/>
                <a:cs typeface="Yu Gothic"/>
              </a:defRPr>
            </a:lvl8pPr>
            <a:lvl9pPr algn="l">
              <a:defRPr sz="3300" b="1">
                <a:solidFill>
                  <a:srgbClr val="EDF4FB"/>
                </a:solidFill>
                <a:latin typeface="Yu Gothic"/>
                <a:ea typeface="Yu Gothic"/>
                <a:cs typeface="Yu Gothic"/>
              </a:defRPr>
            </a:lvl9pPr>
          </a:lstStyle>
          <a:p xmlns:a="http://schemas.openxmlformats.org/drawingml/2006/main">
            <a:pPr algn="l">
              <a:defRPr sz="3300" b="1">
                <a:solidFill>
                  <a:srgbClr val="EDF4FB"/>
                </a:solidFill>
                <a:latin typeface="Yu Gothic"/>
                <a:ea typeface="Yu Gothic"/>
                <a:cs typeface="Yu Gothic"/>
              </a:defRPr>
            </a:pPr>
            <a:r>
              <a:rPr sz="3300" b="1">
                <a:solidFill>
                  <a:srgbClr val="EDF4FB"/>
                </a:solidFill>
                <a:latin typeface="Yu Gothic"/>
                <a:ea typeface="Yu Gothic"/>
                <a:cs typeface="Yu Gothic"/>
              </a:rPr>
              <a:t>派生クラスの置き換え可能性</a:t>
            </a:r>
          </a:p>
        </p:txBody>
      </p:sp>
      <p:sp>
        <p:nvSpPr>
          <p:cNvPr id="2" name="呼び出し側は共通の update(dt) の契約に依存する">
            <a:extLst xmlns:a="http://schemas.openxmlformats.org/drawingml/2006/main">
              <a:ext uri="{FF2B5EF4-FFF2-40B4-BE49-F238E27FC236}">
                <a16:creationId xmlns:a16="http://schemas.microsoft.com/office/drawing/2014/main" id="{18BA71DB-E773-402C-AAC0-30CD54EB47A8}"/>
              </a:ext>
            </a:extLst>
          </p:cNvPr>
          <p:cNvSpPr>
            <a:spLocks xmlns:a="http://schemas.openxmlformats.org/drawingml/2006/main" noGrp="1"/>
          </p:cNvSpPr>
          <p:nvPr/>
        </p:nvSpPr>
        <p:spPr>
          <a:xfrm xmlns:a="http://schemas.openxmlformats.org/drawingml/2006/main">
            <a:off x="581025" y="1123950"/>
            <a:ext cx="1100137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68EDBE"/>
                </a:solidFill>
                <a:latin typeface="Yu Gothic"/>
                <a:ea typeface="Yu Gothic"/>
                <a:cs typeface="Yu Gothic"/>
              </a:defRPr>
            </a:defPPr>
            <a:lvl1pPr algn="l">
              <a:defRPr sz="1800" b="0">
                <a:solidFill>
                  <a:srgbClr val="68EDBE"/>
                </a:solidFill>
                <a:latin typeface="Yu Gothic"/>
                <a:ea typeface="Yu Gothic"/>
                <a:cs typeface="Yu Gothic"/>
              </a:defRPr>
            </a:lvl1pPr>
            <a:lvl2pPr algn="l">
              <a:defRPr sz="1800" b="0">
                <a:solidFill>
                  <a:srgbClr val="68EDBE"/>
                </a:solidFill>
                <a:latin typeface="Yu Gothic"/>
                <a:ea typeface="Yu Gothic"/>
                <a:cs typeface="Yu Gothic"/>
              </a:defRPr>
            </a:lvl2pPr>
            <a:lvl3pPr algn="l">
              <a:defRPr sz="1800" b="0">
                <a:solidFill>
                  <a:srgbClr val="68EDBE"/>
                </a:solidFill>
                <a:latin typeface="Yu Gothic"/>
                <a:ea typeface="Yu Gothic"/>
                <a:cs typeface="Yu Gothic"/>
              </a:defRPr>
            </a:lvl3pPr>
            <a:lvl4pPr algn="l">
              <a:defRPr sz="1800" b="0">
                <a:solidFill>
                  <a:srgbClr val="68EDBE"/>
                </a:solidFill>
                <a:latin typeface="Yu Gothic"/>
                <a:ea typeface="Yu Gothic"/>
                <a:cs typeface="Yu Gothic"/>
              </a:defRPr>
            </a:lvl4pPr>
            <a:lvl5pPr algn="l">
              <a:defRPr sz="1800" b="0">
                <a:solidFill>
                  <a:srgbClr val="68EDBE"/>
                </a:solidFill>
                <a:latin typeface="Yu Gothic"/>
                <a:ea typeface="Yu Gothic"/>
                <a:cs typeface="Yu Gothic"/>
              </a:defRPr>
            </a:lvl5pPr>
            <a:lvl6pPr algn="l">
              <a:defRPr sz="1800" b="0">
                <a:solidFill>
                  <a:srgbClr val="68EDBE"/>
                </a:solidFill>
                <a:latin typeface="Yu Gothic"/>
                <a:ea typeface="Yu Gothic"/>
                <a:cs typeface="Yu Gothic"/>
              </a:defRPr>
            </a:lvl6pPr>
            <a:lvl7pPr algn="l">
              <a:defRPr sz="1800" b="0">
                <a:solidFill>
                  <a:srgbClr val="68EDBE"/>
                </a:solidFill>
                <a:latin typeface="Yu Gothic"/>
                <a:ea typeface="Yu Gothic"/>
                <a:cs typeface="Yu Gothic"/>
              </a:defRPr>
            </a:lvl7pPr>
            <a:lvl8pPr algn="l">
              <a:defRPr sz="1800" b="0">
                <a:solidFill>
                  <a:srgbClr val="68EDBE"/>
                </a:solidFill>
                <a:latin typeface="Yu Gothic"/>
                <a:ea typeface="Yu Gothic"/>
                <a:cs typeface="Yu Gothic"/>
              </a:defRPr>
            </a:lvl8pPr>
            <a:lvl9pPr algn="l">
              <a:defRPr sz="1800" b="0">
                <a:solidFill>
                  <a:srgbClr val="68EDBE"/>
                </a:solidFill>
                <a:latin typeface="Yu Gothic"/>
                <a:ea typeface="Yu Gothic"/>
                <a:cs typeface="Yu Gothic"/>
              </a:defRPr>
            </a:lvl9pPr>
          </a:lstStyle>
          <a:p xmlns:a="http://schemas.openxmlformats.org/drawingml/2006/main">
            <a:pPr algn="l">
              <a:defRPr sz="1800" b="0">
                <a:solidFill>
                  <a:srgbClr val="68EDBE"/>
                </a:solidFill>
                <a:latin typeface="Yu Gothic"/>
                <a:ea typeface="Yu Gothic"/>
                <a:cs typeface="Yu Gothic"/>
              </a:defRPr>
            </a:pPr>
            <a:r>
              <a:rPr sz="1800" b="0">
                <a:solidFill>
                  <a:srgbClr val="68EDBE"/>
                </a:solidFill>
                <a:latin typeface="Yu Gothic"/>
                <a:ea typeface="Yu Gothic"/>
                <a:cs typeface="Yu Gothic"/>
              </a:rPr>
              <a:t>呼び出し側は共通の update(dt) の契約に依存する</a:t>
            </a:r>
          </a:p>
        </p:txBody>
      </p:sp>
      <p:sp>
        <p:nvSpPr>
          <p:cNvPr id="3" name="enemies = [">
            <a:extLst xmlns:a="http://schemas.openxmlformats.org/drawingml/2006/main">
              <a:ext uri="{FF2B5EF4-FFF2-40B4-BE49-F238E27FC236}">
                <a16:creationId xmlns:a16="http://schemas.microsoft.com/office/drawing/2014/main" id="{5D855245-59D9-4443-8050-02C14BA2510E}"/>
              </a:ext>
            </a:extLst>
          </p:cNvPr>
          <p:cNvSpPr>
            <a:spLocks xmlns:a="http://schemas.openxmlformats.org/drawingml/2006/main" noGrp="1"/>
          </p:cNvSpPr>
          <p:nvPr/>
        </p:nvSpPr>
        <p:spPr>
          <a:xfrm xmlns:a="http://schemas.openxmlformats.org/drawingml/2006/main">
            <a:off x="590550" y="1838325"/>
            <a:ext cx="10953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EDF4FB"/>
                </a:solidFill>
                <a:latin typeface="Consolas"/>
                <a:ea typeface="Consolas"/>
                <a:cs typeface="Consolas"/>
              </a:defRPr>
            </a:defPPr>
            <a:lvl1pPr algn="l">
              <a:defRPr sz="1950" b="0">
                <a:solidFill>
                  <a:srgbClr val="EDF4FB"/>
                </a:solidFill>
                <a:latin typeface="Consolas"/>
                <a:ea typeface="Consolas"/>
                <a:cs typeface="Consolas"/>
              </a:defRPr>
            </a:lvl1pPr>
            <a:lvl2pPr algn="l">
              <a:defRPr sz="1950" b="0">
                <a:solidFill>
                  <a:srgbClr val="EDF4FB"/>
                </a:solidFill>
                <a:latin typeface="Consolas"/>
                <a:ea typeface="Consolas"/>
                <a:cs typeface="Consolas"/>
              </a:defRPr>
            </a:lvl2pPr>
            <a:lvl3pPr algn="l">
              <a:defRPr sz="1950" b="0">
                <a:solidFill>
                  <a:srgbClr val="EDF4FB"/>
                </a:solidFill>
                <a:latin typeface="Consolas"/>
                <a:ea typeface="Consolas"/>
                <a:cs typeface="Consolas"/>
              </a:defRPr>
            </a:lvl3pPr>
            <a:lvl4pPr algn="l">
              <a:defRPr sz="1950" b="0">
                <a:solidFill>
                  <a:srgbClr val="EDF4FB"/>
                </a:solidFill>
                <a:latin typeface="Consolas"/>
                <a:ea typeface="Consolas"/>
                <a:cs typeface="Consolas"/>
              </a:defRPr>
            </a:lvl4pPr>
            <a:lvl5pPr algn="l">
              <a:defRPr sz="1950" b="0">
                <a:solidFill>
                  <a:srgbClr val="EDF4FB"/>
                </a:solidFill>
                <a:latin typeface="Consolas"/>
                <a:ea typeface="Consolas"/>
                <a:cs typeface="Consolas"/>
              </a:defRPr>
            </a:lvl5pPr>
            <a:lvl6pPr algn="l">
              <a:defRPr sz="1950" b="0">
                <a:solidFill>
                  <a:srgbClr val="EDF4FB"/>
                </a:solidFill>
                <a:latin typeface="Consolas"/>
                <a:ea typeface="Consolas"/>
                <a:cs typeface="Consolas"/>
              </a:defRPr>
            </a:lvl6pPr>
            <a:lvl7pPr algn="l">
              <a:defRPr sz="1950" b="0">
                <a:solidFill>
                  <a:srgbClr val="EDF4FB"/>
                </a:solidFill>
                <a:latin typeface="Consolas"/>
                <a:ea typeface="Consolas"/>
                <a:cs typeface="Consolas"/>
              </a:defRPr>
            </a:lvl7pPr>
            <a:lvl8pPr algn="l">
              <a:defRPr sz="1950" b="0">
                <a:solidFill>
                  <a:srgbClr val="EDF4FB"/>
                </a:solidFill>
                <a:latin typeface="Consolas"/>
                <a:ea typeface="Consolas"/>
                <a:cs typeface="Consolas"/>
              </a:defRPr>
            </a:lvl8pPr>
            <a:lvl9pPr algn="l">
              <a:defRPr sz="1950" b="0">
                <a:solidFill>
                  <a:srgbClr val="EDF4FB"/>
                </a:solidFill>
                <a:latin typeface="Consolas"/>
                <a:ea typeface="Consolas"/>
                <a:cs typeface="Consolas"/>
              </a:defRPr>
            </a:lvl9pPr>
          </a:lstStyle>
          <a:p xmlns:a="http://schemas.openxmlformats.org/drawingml/2006/main">
            <a:pPr algn="l">
              <a:defRPr sz="1950" b="0">
                <a:solidFill>
                  <a:srgbClr val="EDF4FB"/>
                </a:solidFill>
                <a:latin typeface="Consolas"/>
                <a:ea typeface="Consolas"/>
                <a:cs typeface="Consolas"/>
              </a:defRPr>
            </a:pPr>
            <a:r>
              <a:rPr sz="1950" b="0">
                <a:solidFill>
                  <a:srgbClr val="EDF4FB"/>
                </a:solidFill>
                <a:latin typeface="Consolas"/>
                <a:ea typeface="Consolas"/>
                <a:cs typeface="Consolas"/>
              </a:rPr>
              <a:t>enemies = [</a:t>
            </a:r>
          </a:p>
        </p:txBody>
      </p:sp>
      <p:sp>
        <p:nvSpPr>
          <p:cNvPr id="4" name="    Enemy(&quot;E01&quot;, (200, 100)),">
            <a:extLst xmlns:a="http://schemas.openxmlformats.org/drawingml/2006/main">
              <a:ext uri="{FF2B5EF4-FFF2-40B4-BE49-F238E27FC236}">
                <a16:creationId xmlns:a16="http://schemas.microsoft.com/office/drawing/2014/main" id="{EE27E484-BB6F-4D77-ABF5-9E3FFD7BACB0}"/>
              </a:ext>
            </a:extLst>
          </p:cNvPr>
          <p:cNvSpPr>
            <a:spLocks xmlns:a="http://schemas.openxmlformats.org/drawingml/2006/main" noGrp="1"/>
          </p:cNvSpPr>
          <p:nvPr/>
        </p:nvSpPr>
        <p:spPr>
          <a:xfrm xmlns:a="http://schemas.openxmlformats.org/drawingml/2006/main">
            <a:off x="590550" y="2143125"/>
            <a:ext cx="10953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EDF4FB"/>
                </a:solidFill>
                <a:latin typeface="Consolas"/>
                <a:ea typeface="Consolas"/>
                <a:cs typeface="Consolas"/>
              </a:defRPr>
            </a:defPPr>
            <a:lvl1pPr algn="l">
              <a:defRPr sz="1950" b="0">
                <a:solidFill>
                  <a:srgbClr val="EDF4FB"/>
                </a:solidFill>
                <a:latin typeface="Consolas"/>
                <a:ea typeface="Consolas"/>
                <a:cs typeface="Consolas"/>
              </a:defRPr>
            </a:lvl1pPr>
            <a:lvl2pPr algn="l">
              <a:defRPr sz="1950" b="0">
                <a:solidFill>
                  <a:srgbClr val="EDF4FB"/>
                </a:solidFill>
                <a:latin typeface="Consolas"/>
                <a:ea typeface="Consolas"/>
                <a:cs typeface="Consolas"/>
              </a:defRPr>
            </a:lvl2pPr>
            <a:lvl3pPr algn="l">
              <a:defRPr sz="1950" b="0">
                <a:solidFill>
                  <a:srgbClr val="EDF4FB"/>
                </a:solidFill>
                <a:latin typeface="Consolas"/>
                <a:ea typeface="Consolas"/>
                <a:cs typeface="Consolas"/>
              </a:defRPr>
            </a:lvl3pPr>
            <a:lvl4pPr algn="l">
              <a:defRPr sz="1950" b="0">
                <a:solidFill>
                  <a:srgbClr val="EDF4FB"/>
                </a:solidFill>
                <a:latin typeface="Consolas"/>
                <a:ea typeface="Consolas"/>
                <a:cs typeface="Consolas"/>
              </a:defRPr>
            </a:lvl4pPr>
            <a:lvl5pPr algn="l">
              <a:defRPr sz="1950" b="0">
                <a:solidFill>
                  <a:srgbClr val="EDF4FB"/>
                </a:solidFill>
                <a:latin typeface="Consolas"/>
                <a:ea typeface="Consolas"/>
                <a:cs typeface="Consolas"/>
              </a:defRPr>
            </a:lvl5pPr>
            <a:lvl6pPr algn="l">
              <a:defRPr sz="1950" b="0">
                <a:solidFill>
                  <a:srgbClr val="EDF4FB"/>
                </a:solidFill>
                <a:latin typeface="Consolas"/>
                <a:ea typeface="Consolas"/>
                <a:cs typeface="Consolas"/>
              </a:defRPr>
            </a:lvl6pPr>
            <a:lvl7pPr algn="l">
              <a:defRPr sz="1950" b="0">
                <a:solidFill>
                  <a:srgbClr val="EDF4FB"/>
                </a:solidFill>
                <a:latin typeface="Consolas"/>
                <a:ea typeface="Consolas"/>
                <a:cs typeface="Consolas"/>
              </a:defRPr>
            </a:lvl7pPr>
            <a:lvl8pPr algn="l">
              <a:defRPr sz="1950" b="0">
                <a:solidFill>
                  <a:srgbClr val="EDF4FB"/>
                </a:solidFill>
                <a:latin typeface="Consolas"/>
                <a:ea typeface="Consolas"/>
                <a:cs typeface="Consolas"/>
              </a:defRPr>
            </a:lvl8pPr>
            <a:lvl9pPr algn="l">
              <a:defRPr sz="1950" b="0">
                <a:solidFill>
                  <a:srgbClr val="EDF4FB"/>
                </a:solidFill>
                <a:latin typeface="Consolas"/>
                <a:ea typeface="Consolas"/>
                <a:cs typeface="Consolas"/>
              </a:defRPr>
            </a:lvl9pPr>
          </a:lstStyle>
          <a:p xmlns:a="http://schemas.openxmlformats.org/drawingml/2006/main">
            <a:pPr algn="l">
              <a:defRPr sz="1950" b="0">
                <a:solidFill>
                  <a:srgbClr val="EDF4FB"/>
                </a:solidFill>
                <a:latin typeface="Consolas"/>
                <a:ea typeface="Consolas"/>
                <a:cs typeface="Consolas"/>
              </a:defRPr>
            </a:pPr>
            <a:r>
              <a:rPr sz="1950" b="0">
                <a:solidFill>
                  <a:srgbClr val="EDF4FB"/>
                </a:solidFill>
                <a:latin typeface="Consolas"/>
                <a:ea typeface="Consolas"/>
                <a:cs typeface="Consolas"/>
              </a:rPr>
              <a:t>    Enemy("E01", (200, 100)),</a:t>
            </a:r>
          </a:p>
        </p:txBody>
      </p:sp>
      <p:sp>
        <p:nvSpPr>
          <p:cNvPr id="5" name="    FastEnemy(&quot;F01&quot;, (200, 100)),">
            <a:extLst xmlns:a="http://schemas.openxmlformats.org/drawingml/2006/main">
              <a:ext uri="{FF2B5EF4-FFF2-40B4-BE49-F238E27FC236}">
                <a16:creationId xmlns:a16="http://schemas.microsoft.com/office/drawing/2014/main" id="{7FAF187B-1B6E-44EB-B7C5-5F93C03ADE65}"/>
              </a:ext>
            </a:extLst>
          </p:cNvPr>
          <p:cNvSpPr>
            <a:spLocks xmlns:a="http://schemas.openxmlformats.org/drawingml/2006/main" noGrp="1"/>
          </p:cNvSpPr>
          <p:nvPr/>
        </p:nvSpPr>
        <p:spPr>
          <a:xfrm xmlns:a="http://schemas.openxmlformats.org/drawingml/2006/main">
            <a:off x="590550" y="2447925"/>
            <a:ext cx="10953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EDF4FB"/>
                </a:solidFill>
                <a:latin typeface="Consolas"/>
                <a:ea typeface="Consolas"/>
                <a:cs typeface="Consolas"/>
              </a:defRPr>
            </a:defPPr>
            <a:lvl1pPr algn="l">
              <a:defRPr sz="1950" b="0">
                <a:solidFill>
                  <a:srgbClr val="EDF4FB"/>
                </a:solidFill>
                <a:latin typeface="Consolas"/>
                <a:ea typeface="Consolas"/>
                <a:cs typeface="Consolas"/>
              </a:defRPr>
            </a:lvl1pPr>
            <a:lvl2pPr algn="l">
              <a:defRPr sz="1950" b="0">
                <a:solidFill>
                  <a:srgbClr val="EDF4FB"/>
                </a:solidFill>
                <a:latin typeface="Consolas"/>
                <a:ea typeface="Consolas"/>
                <a:cs typeface="Consolas"/>
              </a:defRPr>
            </a:lvl2pPr>
            <a:lvl3pPr algn="l">
              <a:defRPr sz="1950" b="0">
                <a:solidFill>
                  <a:srgbClr val="EDF4FB"/>
                </a:solidFill>
                <a:latin typeface="Consolas"/>
                <a:ea typeface="Consolas"/>
                <a:cs typeface="Consolas"/>
              </a:defRPr>
            </a:lvl3pPr>
            <a:lvl4pPr algn="l">
              <a:defRPr sz="1950" b="0">
                <a:solidFill>
                  <a:srgbClr val="EDF4FB"/>
                </a:solidFill>
                <a:latin typeface="Consolas"/>
                <a:ea typeface="Consolas"/>
                <a:cs typeface="Consolas"/>
              </a:defRPr>
            </a:lvl4pPr>
            <a:lvl5pPr algn="l">
              <a:defRPr sz="1950" b="0">
                <a:solidFill>
                  <a:srgbClr val="EDF4FB"/>
                </a:solidFill>
                <a:latin typeface="Consolas"/>
                <a:ea typeface="Consolas"/>
                <a:cs typeface="Consolas"/>
              </a:defRPr>
            </a:lvl5pPr>
            <a:lvl6pPr algn="l">
              <a:defRPr sz="1950" b="0">
                <a:solidFill>
                  <a:srgbClr val="EDF4FB"/>
                </a:solidFill>
                <a:latin typeface="Consolas"/>
                <a:ea typeface="Consolas"/>
                <a:cs typeface="Consolas"/>
              </a:defRPr>
            </a:lvl6pPr>
            <a:lvl7pPr algn="l">
              <a:defRPr sz="1950" b="0">
                <a:solidFill>
                  <a:srgbClr val="EDF4FB"/>
                </a:solidFill>
                <a:latin typeface="Consolas"/>
                <a:ea typeface="Consolas"/>
                <a:cs typeface="Consolas"/>
              </a:defRPr>
            </a:lvl7pPr>
            <a:lvl8pPr algn="l">
              <a:defRPr sz="1950" b="0">
                <a:solidFill>
                  <a:srgbClr val="EDF4FB"/>
                </a:solidFill>
                <a:latin typeface="Consolas"/>
                <a:ea typeface="Consolas"/>
                <a:cs typeface="Consolas"/>
              </a:defRPr>
            </a:lvl8pPr>
            <a:lvl9pPr algn="l">
              <a:defRPr sz="1950" b="0">
                <a:solidFill>
                  <a:srgbClr val="EDF4FB"/>
                </a:solidFill>
                <a:latin typeface="Consolas"/>
                <a:ea typeface="Consolas"/>
                <a:cs typeface="Consolas"/>
              </a:defRPr>
            </a:lvl9pPr>
          </a:lstStyle>
          <a:p xmlns:a="http://schemas.openxmlformats.org/drawingml/2006/main">
            <a:pPr algn="l">
              <a:defRPr sz="1950" b="0">
                <a:solidFill>
                  <a:srgbClr val="EDF4FB"/>
                </a:solidFill>
                <a:latin typeface="Consolas"/>
                <a:ea typeface="Consolas"/>
                <a:cs typeface="Consolas"/>
              </a:defRPr>
            </a:pPr>
            <a:r>
              <a:rPr sz="1950" b="0">
                <a:solidFill>
                  <a:srgbClr val="EDF4FB"/>
                </a:solidFill>
                <a:latin typeface="Consolas"/>
                <a:ea typeface="Consolas"/>
                <a:cs typeface="Consolas"/>
              </a:rPr>
              <a:t>    FastEnemy("F01", (200, 100)),</a:t>
            </a:r>
          </a:p>
        </p:txBody>
      </p:sp>
      <p:sp>
        <p:nvSpPr>
          <p:cNvPr id="6" name="    DiagonalEnemy(&quot;D01&quot;, (200, 100)),">
            <a:extLst xmlns:a="http://schemas.openxmlformats.org/drawingml/2006/main">
              <a:ext uri="{FF2B5EF4-FFF2-40B4-BE49-F238E27FC236}">
                <a16:creationId xmlns:a16="http://schemas.microsoft.com/office/drawing/2014/main" id="{63C5A13C-4257-4EA5-B665-DF6F46EDBA16}"/>
              </a:ext>
            </a:extLst>
          </p:cNvPr>
          <p:cNvSpPr>
            <a:spLocks xmlns:a="http://schemas.openxmlformats.org/drawingml/2006/main" noGrp="1"/>
          </p:cNvSpPr>
          <p:nvPr/>
        </p:nvSpPr>
        <p:spPr>
          <a:xfrm xmlns:a="http://schemas.openxmlformats.org/drawingml/2006/main">
            <a:off x="590550" y="2752725"/>
            <a:ext cx="10953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EDF4FB"/>
                </a:solidFill>
                <a:latin typeface="Consolas"/>
                <a:ea typeface="Consolas"/>
                <a:cs typeface="Consolas"/>
              </a:defRPr>
            </a:defPPr>
            <a:lvl1pPr algn="l">
              <a:defRPr sz="1950" b="0">
                <a:solidFill>
                  <a:srgbClr val="EDF4FB"/>
                </a:solidFill>
                <a:latin typeface="Consolas"/>
                <a:ea typeface="Consolas"/>
                <a:cs typeface="Consolas"/>
              </a:defRPr>
            </a:lvl1pPr>
            <a:lvl2pPr algn="l">
              <a:defRPr sz="1950" b="0">
                <a:solidFill>
                  <a:srgbClr val="EDF4FB"/>
                </a:solidFill>
                <a:latin typeface="Consolas"/>
                <a:ea typeface="Consolas"/>
                <a:cs typeface="Consolas"/>
              </a:defRPr>
            </a:lvl2pPr>
            <a:lvl3pPr algn="l">
              <a:defRPr sz="1950" b="0">
                <a:solidFill>
                  <a:srgbClr val="EDF4FB"/>
                </a:solidFill>
                <a:latin typeface="Consolas"/>
                <a:ea typeface="Consolas"/>
                <a:cs typeface="Consolas"/>
              </a:defRPr>
            </a:lvl3pPr>
            <a:lvl4pPr algn="l">
              <a:defRPr sz="1950" b="0">
                <a:solidFill>
                  <a:srgbClr val="EDF4FB"/>
                </a:solidFill>
                <a:latin typeface="Consolas"/>
                <a:ea typeface="Consolas"/>
                <a:cs typeface="Consolas"/>
              </a:defRPr>
            </a:lvl4pPr>
            <a:lvl5pPr algn="l">
              <a:defRPr sz="1950" b="0">
                <a:solidFill>
                  <a:srgbClr val="EDF4FB"/>
                </a:solidFill>
                <a:latin typeface="Consolas"/>
                <a:ea typeface="Consolas"/>
                <a:cs typeface="Consolas"/>
              </a:defRPr>
            </a:lvl5pPr>
            <a:lvl6pPr algn="l">
              <a:defRPr sz="1950" b="0">
                <a:solidFill>
                  <a:srgbClr val="EDF4FB"/>
                </a:solidFill>
                <a:latin typeface="Consolas"/>
                <a:ea typeface="Consolas"/>
                <a:cs typeface="Consolas"/>
              </a:defRPr>
            </a:lvl6pPr>
            <a:lvl7pPr algn="l">
              <a:defRPr sz="1950" b="0">
                <a:solidFill>
                  <a:srgbClr val="EDF4FB"/>
                </a:solidFill>
                <a:latin typeface="Consolas"/>
                <a:ea typeface="Consolas"/>
                <a:cs typeface="Consolas"/>
              </a:defRPr>
            </a:lvl7pPr>
            <a:lvl8pPr algn="l">
              <a:defRPr sz="1950" b="0">
                <a:solidFill>
                  <a:srgbClr val="EDF4FB"/>
                </a:solidFill>
                <a:latin typeface="Consolas"/>
                <a:ea typeface="Consolas"/>
                <a:cs typeface="Consolas"/>
              </a:defRPr>
            </a:lvl8pPr>
            <a:lvl9pPr algn="l">
              <a:defRPr sz="1950" b="0">
                <a:solidFill>
                  <a:srgbClr val="EDF4FB"/>
                </a:solidFill>
                <a:latin typeface="Consolas"/>
                <a:ea typeface="Consolas"/>
                <a:cs typeface="Consolas"/>
              </a:defRPr>
            </a:lvl9pPr>
          </a:lstStyle>
          <a:p xmlns:a="http://schemas.openxmlformats.org/drawingml/2006/main">
            <a:pPr algn="l">
              <a:defRPr sz="1950" b="0">
                <a:solidFill>
                  <a:srgbClr val="EDF4FB"/>
                </a:solidFill>
                <a:latin typeface="Consolas"/>
                <a:ea typeface="Consolas"/>
                <a:cs typeface="Consolas"/>
              </a:defRPr>
            </a:pPr>
            <a:r>
              <a:rPr sz="1950" b="0">
                <a:solidFill>
                  <a:srgbClr val="EDF4FB"/>
                </a:solidFill>
                <a:latin typeface="Consolas"/>
                <a:ea typeface="Consolas"/>
                <a:cs typeface="Consolas"/>
              </a:rPr>
              <a:t>    DiagonalEnemy("D01", (200, 100)),</a:t>
            </a:r>
          </a:p>
        </p:txBody>
      </p:sp>
      <p:sp>
        <p:nvSpPr>
          <p:cNvPr id="7" name="]">
            <a:extLst xmlns:a="http://schemas.openxmlformats.org/drawingml/2006/main">
              <a:ext uri="{FF2B5EF4-FFF2-40B4-BE49-F238E27FC236}">
                <a16:creationId xmlns:a16="http://schemas.microsoft.com/office/drawing/2014/main" id="{9487DFD7-F0A9-4C3F-A67B-E93E2CFD1552}"/>
              </a:ext>
            </a:extLst>
          </p:cNvPr>
          <p:cNvSpPr>
            <a:spLocks xmlns:a="http://schemas.openxmlformats.org/drawingml/2006/main" noGrp="1"/>
          </p:cNvSpPr>
          <p:nvPr/>
        </p:nvSpPr>
        <p:spPr>
          <a:xfrm xmlns:a="http://schemas.openxmlformats.org/drawingml/2006/main">
            <a:off x="590550" y="3057525"/>
            <a:ext cx="10953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EDF4FB"/>
                </a:solidFill>
                <a:latin typeface="Consolas"/>
                <a:ea typeface="Consolas"/>
                <a:cs typeface="Consolas"/>
              </a:defRPr>
            </a:defPPr>
            <a:lvl1pPr algn="l">
              <a:defRPr sz="1950" b="0">
                <a:solidFill>
                  <a:srgbClr val="EDF4FB"/>
                </a:solidFill>
                <a:latin typeface="Consolas"/>
                <a:ea typeface="Consolas"/>
                <a:cs typeface="Consolas"/>
              </a:defRPr>
            </a:lvl1pPr>
            <a:lvl2pPr algn="l">
              <a:defRPr sz="1950" b="0">
                <a:solidFill>
                  <a:srgbClr val="EDF4FB"/>
                </a:solidFill>
                <a:latin typeface="Consolas"/>
                <a:ea typeface="Consolas"/>
                <a:cs typeface="Consolas"/>
              </a:defRPr>
            </a:lvl2pPr>
            <a:lvl3pPr algn="l">
              <a:defRPr sz="1950" b="0">
                <a:solidFill>
                  <a:srgbClr val="EDF4FB"/>
                </a:solidFill>
                <a:latin typeface="Consolas"/>
                <a:ea typeface="Consolas"/>
                <a:cs typeface="Consolas"/>
              </a:defRPr>
            </a:lvl3pPr>
            <a:lvl4pPr algn="l">
              <a:defRPr sz="1950" b="0">
                <a:solidFill>
                  <a:srgbClr val="EDF4FB"/>
                </a:solidFill>
                <a:latin typeface="Consolas"/>
                <a:ea typeface="Consolas"/>
                <a:cs typeface="Consolas"/>
              </a:defRPr>
            </a:lvl4pPr>
            <a:lvl5pPr algn="l">
              <a:defRPr sz="1950" b="0">
                <a:solidFill>
                  <a:srgbClr val="EDF4FB"/>
                </a:solidFill>
                <a:latin typeface="Consolas"/>
                <a:ea typeface="Consolas"/>
                <a:cs typeface="Consolas"/>
              </a:defRPr>
            </a:lvl5pPr>
            <a:lvl6pPr algn="l">
              <a:defRPr sz="1950" b="0">
                <a:solidFill>
                  <a:srgbClr val="EDF4FB"/>
                </a:solidFill>
                <a:latin typeface="Consolas"/>
                <a:ea typeface="Consolas"/>
                <a:cs typeface="Consolas"/>
              </a:defRPr>
            </a:lvl6pPr>
            <a:lvl7pPr algn="l">
              <a:defRPr sz="1950" b="0">
                <a:solidFill>
                  <a:srgbClr val="EDF4FB"/>
                </a:solidFill>
                <a:latin typeface="Consolas"/>
                <a:ea typeface="Consolas"/>
                <a:cs typeface="Consolas"/>
              </a:defRPr>
            </a:lvl7pPr>
            <a:lvl8pPr algn="l">
              <a:defRPr sz="1950" b="0">
                <a:solidFill>
                  <a:srgbClr val="EDF4FB"/>
                </a:solidFill>
                <a:latin typeface="Consolas"/>
                <a:ea typeface="Consolas"/>
                <a:cs typeface="Consolas"/>
              </a:defRPr>
            </a:lvl8pPr>
            <a:lvl9pPr algn="l">
              <a:defRPr sz="1950" b="0">
                <a:solidFill>
                  <a:srgbClr val="EDF4FB"/>
                </a:solidFill>
                <a:latin typeface="Consolas"/>
                <a:ea typeface="Consolas"/>
                <a:cs typeface="Consolas"/>
              </a:defRPr>
            </a:lvl9pPr>
          </a:lstStyle>
          <a:p xmlns:a="http://schemas.openxmlformats.org/drawingml/2006/main">
            <a:pPr algn="l">
              <a:defRPr sz="1950" b="0">
                <a:solidFill>
                  <a:srgbClr val="EDF4FB"/>
                </a:solidFill>
                <a:latin typeface="Consolas"/>
                <a:ea typeface="Consolas"/>
                <a:cs typeface="Consolas"/>
              </a:defRPr>
            </a:pPr>
            <a:r>
              <a:rPr sz="1950" b="0">
                <a:solidFill>
                  <a:srgbClr val="EDF4FB"/>
                </a:solidFill>
                <a:latin typeface="Consolas"/>
                <a:ea typeface="Consolas"/>
                <a:cs typeface="Consolas"/>
              </a:rPr>
              <a:t>]</a:t>
            </a:r>
          </a:p>
        </p:txBody>
      </p:sp>
      <p:sp>
        <p:nvSpPr>
          <p:cNvPr id="8" name="for enemy in enemies:">
            <a:extLst xmlns:a="http://schemas.openxmlformats.org/drawingml/2006/main">
              <a:ext uri="{FF2B5EF4-FFF2-40B4-BE49-F238E27FC236}">
                <a16:creationId xmlns:a16="http://schemas.microsoft.com/office/drawing/2014/main" id="{45C848C0-A3DC-4E51-AAD3-FD3AC81D82D1}"/>
              </a:ext>
            </a:extLst>
          </p:cNvPr>
          <p:cNvSpPr>
            <a:spLocks xmlns:a="http://schemas.openxmlformats.org/drawingml/2006/main" noGrp="1"/>
          </p:cNvSpPr>
          <p:nvPr/>
        </p:nvSpPr>
        <p:spPr>
          <a:xfrm xmlns:a="http://schemas.openxmlformats.org/drawingml/2006/main">
            <a:off x="590550" y="3362325"/>
            <a:ext cx="10953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EDF4FB"/>
                </a:solidFill>
                <a:latin typeface="Consolas"/>
                <a:ea typeface="Consolas"/>
                <a:cs typeface="Consolas"/>
              </a:defRPr>
            </a:defPPr>
            <a:lvl1pPr algn="l">
              <a:defRPr sz="1950" b="0">
                <a:solidFill>
                  <a:srgbClr val="EDF4FB"/>
                </a:solidFill>
                <a:latin typeface="Consolas"/>
                <a:ea typeface="Consolas"/>
                <a:cs typeface="Consolas"/>
              </a:defRPr>
            </a:lvl1pPr>
            <a:lvl2pPr algn="l">
              <a:defRPr sz="1950" b="0">
                <a:solidFill>
                  <a:srgbClr val="EDF4FB"/>
                </a:solidFill>
                <a:latin typeface="Consolas"/>
                <a:ea typeface="Consolas"/>
                <a:cs typeface="Consolas"/>
              </a:defRPr>
            </a:lvl2pPr>
            <a:lvl3pPr algn="l">
              <a:defRPr sz="1950" b="0">
                <a:solidFill>
                  <a:srgbClr val="EDF4FB"/>
                </a:solidFill>
                <a:latin typeface="Consolas"/>
                <a:ea typeface="Consolas"/>
                <a:cs typeface="Consolas"/>
              </a:defRPr>
            </a:lvl3pPr>
            <a:lvl4pPr algn="l">
              <a:defRPr sz="1950" b="0">
                <a:solidFill>
                  <a:srgbClr val="EDF4FB"/>
                </a:solidFill>
                <a:latin typeface="Consolas"/>
                <a:ea typeface="Consolas"/>
                <a:cs typeface="Consolas"/>
              </a:defRPr>
            </a:lvl4pPr>
            <a:lvl5pPr algn="l">
              <a:defRPr sz="1950" b="0">
                <a:solidFill>
                  <a:srgbClr val="EDF4FB"/>
                </a:solidFill>
                <a:latin typeface="Consolas"/>
                <a:ea typeface="Consolas"/>
                <a:cs typeface="Consolas"/>
              </a:defRPr>
            </a:lvl5pPr>
            <a:lvl6pPr algn="l">
              <a:defRPr sz="1950" b="0">
                <a:solidFill>
                  <a:srgbClr val="EDF4FB"/>
                </a:solidFill>
                <a:latin typeface="Consolas"/>
                <a:ea typeface="Consolas"/>
                <a:cs typeface="Consolas"/>
              </a:defRPr>
            </a:lvl6pPr>
            <a:lvl7pPr algn="l">
              <a:defRPr sz="1950" b="0">
                <a:solidFill>
                  <a:srgbClr val="EDF4FB"/>
                </a:solidFill>
                <a:latin typeface="Consolas"/>
                <a:ea typeface="Consolas"/>
                <a:cs typeface="Consolas"/>
              </a:defRPr>
            </a:lvl7pPr>
            <a:lvl8pPr algn="l">
              <a:defRPr sz="1950" b="0">
                <a:solidFill>
                  <a:srgbClr val="EDF4FB"/>
                </a:solidFill>
                <a:latin typeface="Consolas"/>
                <a:ea typeface="Consolas"/>
                <a:cs typeface="Consolas"/>
              </a:defRPr>
            </a:lvl8pPr>
            <a:lvl9pPr algn="l">
              <a:defRPr sz="1950" b="0">
                <a:solidFill>
                  <a:srgbClr val="EDF4FB"/>
                </a:solidFill>
                <a:latin typeface="Consolas"/>
                <a:ea typeface="Consolas"/>
                <a:cs typeface="Consolas"/>
              </a:defRPr>
            </a:lvl9pPr>
          </a:lstStyle>
          <a:p xmlns:a="http://schemas.openxmlformats.org/drawingml/2006/main">
            <a:pPr algn="l">
              <a:defRPr sz="1950" b="0">
                <a:solidFill>
                  <a:srgbClr val="EDF4FB"/>
                </a:solidFill>
                <a:latin typeface="Consolas"/>
                <a:ea typeface="Consolas"/>
                <a:cs typeface="Consolas"/>
              </a:defRPr>
            </a:pPr>
            <a:r>
              <a:rPr sz="1950" b="0">
                <a:solidFill>
                  <a:srgbClr val="EDF4FB"/>
                </a:solidFill>
                <a:latin typeface="Consolas"/>
                <a:ea typeface="Consolas"/>
                <a:cs typeface="Consolas"/>
              </a:rPr>
              <a:t>for enemy in enemies:</a:t>
            </a:r>
          </a:p>
        </p:txBody>
      </p:sp>
      <p:sp>
        <p:nvSpPr>
          <p:cNvPr id="9" name="    enemy.update(0.25)">
            <a:extLst xmlns:a="http://schemas.openxmlformats.org/drawingml/2006/main">
              <a:ext uri="{FF2B5EF4-FFF2-40B4-BE49-F238E27FC236}">
                <a16:creationId xmlns:a16="http://schemas.microsoft.com/office/drawing/2014/main" id="{1322EE37-0EE7-4CAC-8E79-388E11B80F5C}"/>
              </a:ext>
            </a:extLst>
          </p:cNvPr>
          <p:cNvSpPr>
            <a:spLocks xmlns:a="http://schemas.openxmlformats.org/drawingml/2006/main" noGrp="1"/>
          </p:cNvSpPr>
          <p:nvPr/>
        </p:nvSpPr>
        <p:spPr>
          <a:xfrm xmlns:a="http://schemas.openxmlformats.org/drawingml/2006/main">
            <a:off x="590550" y="3667125"/>
            <a:ext cx="10953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EDF4FB"/>
                </a:solidFill>
                <a:latin typeface="Consolas"/>
                <a:ea typeface="Consolas"/>
                <a:cs typeface="Consolas"/>
              </a:defRPr>
            </a:defPPr>
            <a:lvl1pPr algn="l">
              <a:defRPr sz="1950" b="0">
                <a:solidFill>
                  <a:srgbClr val="EDF4FB"/>
                </a:solidFill>
                <a:latin typeface="Consolas"/>
                <a:ea typeface="Consolas"/>
                <a:cs typeface="Consolas"/>
              </a:defRPr>
            </a:lvl1pPr>
            <a:lvl2pPr algn="l">
              <a:defRPr sz="1950" b="0">
                <a:solidFill>
                  <a:srgbClr val="EDF4FB"/>
                </a:solidFill>
                <a:latin typeface="Consolas"/>
                <a:ea typeface="Consolas"/>
                <a:cs typeface="Consolas"/>
              </a:defRPr>
            </a:lvl2pPr>
            <a:lvl3pPr algn="l">
              <a:defRPr sz="1950" b="0">
                <a:solidFill>
                  <a:srgbClr val="EDF4FB"/>
                </a:solidFill>
                <a:latin typeface="Consolas"/>
                <a:ea typeface="Consolas"/>
                <a:cs typeface="Consolas"/>
              </a:defRPr>
            </a:lvl3pPr>
            <a:lvl4pPr algn="l">
              <a:defRPr sz="1950" b="0">
                <a:solidFill>
                  <a:srgbClr val="EDF4FB"/>
                </a:solidFill>
                <a:latin typeface="Consolas"/>
                <a:ea typeface="Consolas"/>
                <a:cs typeface="Consolas"/>
              </a:defRPr>
            </a:lvl4pPr>
            <a:lvl5pPr algn="l">
              <a:defRPr sz="1950" b="0">
                <a:solidFill>
                  <a:srgbClr val="EDF4FB"/>
                </a:solidFill>
                <a:latin typeface="Consolas"/>
                <a:ea typeface="Consolas"/>
                <a:cs typeface="Consolas"/>
              </a:defRPr>
            </a:lvl5pPr>
            <a:lvl6pPr algn="l">
              <a:defRPr sz="1950" b="0">
                <a:solidFill>
                  <a:srgbClr val="EDF4FB"/>
                </a:solidFill>
                <a:latin typeface="Consolas"/>
                <a:ea typeface="Consolas"/>
                <a:cs typeface="Consolas"/>
              </a:defRPr>
            </a:lvl6pPr>
            <a:lvl7pPr algn="l">
              <a:defRPr sz="1950" b="0">
                <a:solidFill>
                  <a:srgbClr val="EDF4FB"/>
                </a:solidFill>
                <a:latin typeface="Consolas"/>
                <a:ea typeface="Consolas"/>
                <a:cs typeface="Consolas"/>
              </a:defRPr>
            </a:lvl7pPr>
            <a:lvl8pPr algn="l">
              <a:defRPr sz="1950" b="0">
                <a:solidFill>
                  <a:srgbClr val="EDF4FB"/>
                </a:solidFill>
                <a:latin typeface="Consolas"/>
                <a:ea typeface="Consolas"/>
                <a:cs typeface="Consolas"/>
              </a:defRPr>
            </a:lvl8pPr>
            <a:lvl9pPr algn="l">
              <a:defRPr sz="1950" b="0">
                <a:solidFill>
                  <a:srgbClr val="EDF4FB"/>
                </a:solidFill>
                <a:latin typeface="Consolas"/>
                <a:ea typeface="Consolas"/>
                <a:cs typeface="Consolas"/>
              </a:defRPr>
            </a:lvl9pPr>
          </a:lstStyle>
          <a:p xmlns:a="http://schemas.openxmlformats.org/drawingml/2006/main">
            <a:pPr algn="l">
              <a:defRPr sz="1950" b="0">
                <a:solidFill>
                  <a:srgbClr val="EDF4FB"/>
                </a:solidFill>
                <a:latin typeface="Consolas"/>
                <a:ea typeface="Consolas"/>
                <a:cs typeface="Consolas"/>
              </a:defRPr>
            </a:pPr>
            <a:r>
              <a:rPr sz="1950" b="0">
                <a:solidFill>
                  <a:srgbClr val="EDF4FB"/>
                </a:solidFill>
                <a:latin typeface="Consolas"/>
                <a:ea typeface="Consolas"/>
                <a:cs typeface="Consolas"/>
              </a:rPr>
              <a:t>    enemy.update(0.25)</a:t>
            </a:r>
          </a:p>
        </p:txBody>
      </p:sp>
      <p:sp>
        <p:nvSpPr>
          <p:cNvPr id="10" name="派生クラスも秒数を受け取り、pos と rect を同期する。">
            <a:extLst xmlns:a="http://schemas.openxmlformats.org/drawingml/2006/main">
              <a:ext uri="{FF2B5EF4-FFF2-40B4-BE49-F238E27FC236}">
                <a16:creationId xmlns:a16="http://schemas.microsoft.com/office/drawing/2014/main" id="{9A18C074-7C51-4A75-A694-BF851D15D4F9}"/>
              </a:ext>
            </a:extLst>
          </p:cNvPr>
          <p:cNvSpPr>
            <a:spLocks xmlns:a="http://schemas.openxmlformats.org/drawingml/2006/main" noGrp="1"/>
          </p:cNvSpPr>
          <p:nvPr/>
        </p:nvSpPr>
        <p:spPr>
          <a:xfrm xmlns:a="http://schemas.openxmlformats.org/drawingml/2006/main">
            <a:off x="590550" y="5524500"/>
            <a:ext cx="523875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68EDBE"/>
                </a:solidFill>
                <a:latin typeface="Yu Gothic"/>
                <a:ea typeface="Yu Gothic"/>
                <a:cs typeface="Yu Gothic"/>
              </a:defRPr>
            </a:defPPr>
            <a:lvl1pPr algn="l">
              <a:defRPr sz="1725" b="0">
                <a:solidFill>
                  <a:srgbClr val="68EDBE"/>
                </a:solidFill>
                <a:latin typeface="Yu Gothic"/>
                <a:ea typeface="Yu Gothic"/>
                <a:cs typeface="Yu Gothic"/>
              </a:defRPr>
            </a:lvl1pPr>
            <a:lvl2pPr algn="l">
              <a:defRPr sz="1725" b="0">
                <a:solidFill>
                  <a:srgbClr val="68EDBE"/>
                </a:solidFill>
                <a:latin typeface="Yu Gothic"/>
                <a:ea typeface="Yu Gothic"/>
                <a:cs typeface="Yu Gothic"/>
              </a:defRPr>
            </a:lvl2pPr>
            <a:lvl3pPr algn="l">
              <a:defRPr sz="1725" b="0">
                <a:solidFill>
                  <a:srgbClr val="68EDBE"/>
                </a:solidFill>
                <a:latin typeface="Yu Gothic"/>
                <a:ea typeface="Yu Gothic"/>
                <a:cs typeface="Yu Gothic"/>
              </a:defRPr>
            </a:lvl3pPr>
            <a:lvl4pPr algn="l">
              <a:defRPr sz="1725" b="0">
                <a:solidFill>
                  <a:srgbClr val="68EDBE"/>
                </a:solidFill>
                <a:latin typeface="Yu Gothic"/>
                <a:ea typeface="Yu Gothic"/>
                <a:cs typeface="Yu Gothic"/>
              </a:defRPr>
            </a:lvl4pPr>
            <a:lvl5pPr algn="l">
              <a:defRPr sz="1725" b="0">
                <a:solidFill>
                  <a:srgbClr val="68EDBE"/>
                </a:solidFill>
                <a:latin typeface="Yu Gothic"/>
                <a:ea typeface="Yu Gothic"/>
                <a:cs typeface="Yu Gothic"/>
              </a:defRPr>
            </a:lvl5pPr>
            <a:lvl6pPr algn="l">
              <a:defRPr sz="1725" b="0">
                <a:solidFill>
                  <a:srgbClr val="68EDBE"/>
                </a:solidFill>
                <a:latin typeface="Yu Gothic"/>
                <a:ea typeface="Yu Gothic"/>
                <a:cs typeface="Yu Gothic"/>
              </a:defRPr>
            </a:lvl6pPr>
            <a:lvl7pPr algn="l">
              <a:defRPr sz="1725" b="0">
                <a:solidFill>
                  <a:srgbClr val="68EDBE"/>
                </a:solidFill>
                <a:latin typeface="Yu Gothic"/>
                <a:ea typeface="Yu Gothic"/>
                <a:cs typeface="Yu Gothic"/>
              </a:defRPr>
            </a:lvl7pPr>
            <a:lvl8pPr algn="l">
              <a:defRPr sz="1725" b="0">
                <a:solidFill>
                  <a:srgbClr val="68EDBE"/>
                </a:solidFill>
                <a:latin typeface="Yu Gothic"/>
                <a:ea typeface="Yu Gothic"/>
                <a:cs typeface="Yu Gothic"/>
              </a:defRPr>
            </a:lvl8pPr>
            <a:lvl9pPr algn="l">
              <a:defRPr sz="1725" b="0">
                <a:solidFill>
                  <a:srgbClr val="68EDBE"/>
                </a:solidFill>
                <a:latin typeface="Yu Gothic"/>
                <a:ea typeface="Yu Gothic"/>
                <a:cs typeface="Yu Gothic"/>
              </a:defRPr>
            </a:lvl9pPr>
          </a:lstStyle>
          <a:p xmlns:a="http://schemas.openxmlformats.org/drawingml/2006/main">
            <a:pPr algn="l">
              <a:defRPr sz="1725" b="0">
                <a:solidFill>
                  <a:srgbClr val="68EDBE"/>
                </a:solidFill>
                <a:latin typeface="Yu Gothic"/>
                <a:ea typeface="Yu Gothic"/>
                <a:cs typeface="Yu Gothic"/>
              </a:defRPr>
            </a:pPr>
            <a:r>
              <a:rPr sz="1725" b="0">
                <a:solidFill>
                  <a:srgbClr val="68EDBE"/>
                </a:solidFill>
                <a:latin typeface="Yu Gothic"/>
                <a:ea typeface="Yu Gothic"/>
                <a:cs typeface="Yu Gothic"/>
              </a:rPr>
              <a:t>派生クラスも秒数を受け取り、pos と rect を同期する。</a:t>
            </a:r>
          </a:p>
        </p:txBody>
      </p:sp>
      <p:sp>
        <p:nvSpPr>
          <p:cNvPr id="11" name="同名メソッドだけでは不十分で、動作も呼び出し側の期待を満たす必要がある。">
            <a:extLst xmlns:a="http://schemas.openxmlformats.org/drawingml/2006/main">
              <a:ext uri="{FF2B5EF4-FFF2-40B4-BE49-F238E27FC236}">
                <a16:creationId xmlns:a16="http://schemas.microsoft.com/office/drawing/2014/main" id="{36FF02C5-EC06-4709-A484-595179E692D4}"/>
              </a:ext>
            </a:extLst>
          </p:cNvPr>
          <p:cNvSpPr>
            <a:spLocks xmlns:a="http://schemas.openxmlformats.org/drawingml/2006/main" noGrp="1"/>
          </p:cNvSpPr>
          <p:nvPr/>
        </p:nvSpPr>
        <p:spPr>
          <a:xfrm xmlns:a="http://schemas.openxmlformats.org/drawingml/2006/main">
            <a:off x="6305550" y="5524500"/>
            <a:ext cx="523875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68EDBE"/>
                </a:solidFill>
                <a:latin typeface="Yu Gothic"/>
                <a:ea typeface="Yu Gothic"/>
                <a:cs typeface="Yu Gothic"/>
              </a:defRPr>
            </a:defPPr>
            <a:lvl1pPr algn="l">
              <a:defRPr sz="1725" b="0">
                <a:solidFill>
                  <a:srgbClr val="68EDBE"/>
                </a:solidFill>
                <a:latin typeface="Yu Gothic"/>
                <a:ea typeface="Yu Gothic"/>
                <a:cs typeface="Yu Gothic"/>
              </a:defRPr>
            </a:lvl1pPr>
            <a:lvl2pPr algn="l">
              <a:defRPr sz="1725" b="0">
                <a:solidFill>
                  <a:srgbClr val="68EDBE"/>
                </a:solidFill>
                <a:latin typeface="Yu Gothic"/>
                <a:ea typeface="Yu Gothic"/>
                <a:cs typeface="Yu Gothic"/>
              </a:defRPr>
            </a:lvl2pPr>
            <a:lvl3pPr algn="l">
              <a:defRPr sz="1725" b="0">
                <a:solidFill>
                  <a:srgbClr val="68EDBE"/>
                </a:solidFill>
                <a:latin typeface="Yu Gothic"/>
                <a:ea typeface="Yu Gothic"/>
                <a:cs typeface="Yu Gothic"/>
              </a:defRPr>
            </a:lvl3pPr>
            <a:lvl4pPr algn="l">
              <a:defRPr sz="1725" b="0">
                <a:solidFill>
                  <a:srgbClr val="68EDBE"/>
                </a:solidFill>
                <a:latin typeface="Yu Gothic"/>
                <a:ea typeface="Yu Gothic"/>
                <a:cs typeface="Yu Gothic"/>
              </a:defRPr>
            </a:lvl4pPr>
            <a:lvl5pPr algn="l">
              <a:defRPr sz="1725" b="0">
                <a:solidFill>
                  <a:srgbClr val="68EDBE"/>
                </a:solidFill>
                <a:latin typeface="Yu Gothic"/>
                <a:ea typeface="Yu Gothic"/>
                <a:cs typeface="Yu Gothic"/>
              </a:defRPr>
            </a:lvl5pPr>
            <a:lvl6pPr algn="l">
              <a:defRPr sz="1725" b="0">
                <a:solidFill>
                  <a:srgbClr val="68EDBE"/>
                </a:solidFill>
                <a:latin typeface="Yu Gothic"/>
                <a:ea typeface="Yu Gothic"/>
                <a:cs typeface="Yu Gothic"/>
              </a:defRPr>
            </a:lvl6pPr>
            <a:lvl7pPr algn="l">
              <a:defRPr sz="1725" b="0">
                <a:solidFill>
                  <a:srgbClr val="68EDBE"/>
                </a:solidFill>
                <a:latin typeface="Yu Gothic"/>
                <a:ea typeface="Yu Gothic"/>
                <a:cs typeface="Yu Gothic"/>
              </a:defRPr>
            </a:lvl7pPr>
            <a:lvl8pPr algn="l">
              <a:defRPr sz="1725" b="0">
                <a:solidFill>
                  <a:srgbClr val="68EDBE"/>
                </a:solidFill>
                <a:latin typeface="Yu Gothic"/>
                <a:ea typeface="Yu Gothic"/>
                <a:cs typeface="Yu Gothic"/>
              </a:defRPr>
            </a:lvl8pPr>
            <a:lvl9pPr algn="l">
              <a:defRPr sz="1725" b="0">
                <a:solidFill>
                  <a:srgbClr val="68EDBE"/>
                </a:solidFill>
                <a:latin typeface="Yu Gothic"/>
                <a:ea typeface="Yu Gothic"/>
                <a:cs typeface="Yu Gothic"/>
              </a:defRPr>
            </a:lvl9pPr>
          </a:lstStyle>
          <a:p xmlns:a="http://schemas.openxmlformats.org/drawingml/2006/main">
            <a:pPr algn="l">
              <a:defRPr sz="1725" b="0">
                <a:solidFill>
                  <a:srgbClr val="68EDBE"/>
                </a:solidFill>
                <a:latin typeface="Yu Gothic"/>
                <a:ea typeface="Yu Gothic"/>
                <a:cs typeface="Yu Gothic"/>
              </a:defRPr>
            </a:pPr>
            <a:r>
              <a:rPr sz="1725" b="0">
                <a:solidFill>
                  <a:srgbClr val="68EDBE"/>
                </a:solidFill>
                <a:latin typeface="Yu Gothic"/>
                <a:ea typeface="Yu Gothic"/>
                <a:cs typeface="Yu Gothic"/>
              </a:rPr>
              <a:t>同名メソッドだけでは不十分で、動作も呼び出し側の期待を満たす必要がある。</a:t>
            </a:r>
          </a:p>
        </p:txBody>
      </p:sp>
      <p:sp>
        <p:nvSpPr>
          <p:cNvPr id="12" name="actors.py / week7_demo.py">
            <a:extLst xmlns:a="http://schemas.openxmlformats.org/drawingml/2006/main">
              <a:ext uri="{FF2B5EF4-FFF2-40B4-BE49-F238E27FC236}">
                <a16:creationId xmlns:a16="http://schemas.microsoft.com/office/drawing/2014/main" id="{D51B4B50-E19F-4373-A976-705D9162EBB7}"/>
              </a:ext>
            </a:extLst>
          </p:cNvPr>
          <p:cNvSpPr>
            <a:spLocks xmlns:a="http://schemas.openxmlformats.org/drawingml/2006/main" noGrp="1"/>
          </p:cNvSpPr>
          <p:nvPr/>
        </p:nvSpPr>
        <p:spPr>
          <a:xfrm xmlns:a="http://schemas.openxmlformats.org/drawingml/2006/main">
            <a:off x="590550" y="6543675"/>
            <a:ext cx="10287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EDF4FB"/>
                </a:solidFill>
                <a:latin typeface="Consolas"/>
                <a:ea typeface="Consolas"/>
                <a:cs typeface="Consolas"/>
              </a:defRPr>
            </a:defPPr>
            <a:lvl1pPr algn="l">
              <a:defRPr sz="1200" b="0">
                <a:solidFill>
                  <a:srgbClr val="EDF4FB"/>
                </a:solidFill>
                <a:latin typeface="Consolas"/>
                <a:ea typeface="Consolas"/>
                <a:cs typeface="Consolas"/>
              </a:defRPr>
            </a:lvl1pPr>
            <a:lvl2pPr algn="l">
              <a:defRPr sz="1200" b="0">
                <a:solidFill>
                  <a:srgbClr val="EDF4FB"/>
                </a:solidFill>
                <a:latin typeface="Consolas"/>
                <a:ea typeface="Consolas"/>
                <a:cs typeface="Consolas"/>
              </a:defRPr>
            </a:lvl2pPr>
            <a:lvl3pPr algn="l">
              <a:defRPr sz="1200" b="0">
                <a:solidFill>
                  <a:srgbClr val="EDF4FB"/>
                </a:solidFill>
                <a:latin typeface="Consolas"/>
                <a:ea typeface="Consolas"/>
                <a:cs typeface="Consolas"/>
              </a:defRPr>
            </a:lvl3pPr>
            <a:lvl4pPr algn="l">
              <a:defRPr sz="1200" b="0">
                <a:solidFill>
                  <a:srgbClr val="EDF4FB"/>
                </a:solidFill>
                <a:latin typeface="Consolas"/>
                <a:ea typeface="Consolas"/>
                <a:cs typeface="Consolas"/>
              </a:defRPr>
            </a:lvl4pPr>
            <a:lvl5pPr algn="l">
              <a:defRPr sz="1200" b="0">
                <a:solidFill>
                  <a:srgbClr val="EDF4FB"/>
                </a:solidFill>
                <a:latin typeface="Consolas"/>
                <a:ea typeface="Consolas"/>
                <a:cs typeface="Consolas"/>
              </a:defRPr>
            </a:lvl5pPr>
            <a:lvl6pPr algn="l">
              <a:defRPr sz="1200" b="0">
                <a:solidFill>
                  <a:srgbClr val="EDF4FB"/>
                </a:solidFill>
                <a:latin typeface="Consolas"/>
                <a:ea typeface="Consolas"/>
                <a:cs typeface="Consolas"/>
              </a:defRPr>
            </a:lvl6pPr>
            <a:lvl7pPr algn="l">
              <a:defRPr sz="1200" b="0">
                <a:solidFill>
                  <a:srgbClr val="EDF4FB"/>
                </a:solidFill>
                <a:latin typeface="Consolas"/>
                <a:ea typeface="Consolas"/>
                <a:cs typeface="Consolas"/>
              </a:defRPr>
            </a:lvl7pPr>
            <a:lvl8pPr algn="l">
              <a:defRPr sz="1200" b="0">
                <a:solidFill>
                  <a:srgbClr val="EDF4FB"/>
                </a:solidFill>
                <a:latin typeface="Consolas"/>
                <a:ea typeface="Consolas"/>
                <a:cs typeface="Consolas"/>
              </a:defRPr>
            </a:lvl8pPr>
            <a:lvl9pPr algn="l">
              <a:defRPr sz="1200" b="0">
                <a:solidFill>
                  <a:srgbClr val="EDF4FB"/>
                </a:solidFill>
                <a:latin typeface="Consolas"/>
                <a:ea typeface="Consolas"/>
                <a:cs typeface="Consolas"/>
              </a:defRPr>
            </a:lvl9pPr>
          </a:lstStyle>
          <a:p xmlns:a="http://schemas.openxmlformats.org/drawingml/2006/main">
            <a:pPr algn="l">
              <a:defRPr sz="1200" b="0">
                <a:solidFill>
                  <a:srgbClr val="EDF4FB"/>
                </a:solidFill>
                <a:latin typeface="Consolas"/>
                <a:ea typeface="Consolas"/>
                <a:cs typeface="Consolas"/>
              </a:defRPr>
            </a:pPr>
            <a:r>
              <a:rPr sz="1200" b="0">
                <a:solidFill>
                  <a:srgbClr val="EDF4FB"/>
                </a:solidFill>
                <a:latin typeface="Consolas"/>
                <a:ea typeface="Consolas"/>
                <a:cs typeface="Consolas"/>
              </a:rPr>
              <a:t>actors.py / week7_demo.py</a:t>
            </a:r>
          </a:p>
        </p:txBody>
      </p:sp>
      <p:sp>
        <p:nvSpPr>
          <p:cNvPr id="13" name="20">
            <a:extLst xmlns:a="http://schemas.openxmlformats.org/drawingml/2006/main">
              <a:ext uri="{FF2B5EF4-FFF2-40B4-BE49-F238E27FC236}">
                <a16:creationId xmlns:a16="http://schemas.microsoft.com/office/drawing/2014/main" id="{74610267-CBD3-494E-9C5D-3C3C3DAAA46B}"/>
              </a:ext>
            </a:extLst>
          </p:cNvPr>
          <p:cNvSpPr>
            <a:spLocks xmlns:a="http://schemas.openxmlformats.org/drawingml/2006/main" noGrp="1"/>
          </p:cNvSpPr>
          <p:nvPr/>
        </p:nvSpPr>
        <p:spPr>
          <a:xfrm xmlns:a="http://schemas.openxmlformats.org/drawingml/2006/main">
            <a:off x="11163300" y="6543675"/>
            <a:ext cx="4572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EDF4FB"/>
                </a:solidFill>
                <a:latin typeface="Yu Gothic"/>
                <a:ea typeface="Yu Gothic"/>
                <a:cs typeface="Yu Gothic"/>
              </a:defRPr>
            </a:defPPr>
            <a:lvl1pPr algn="l">
              <a:defRPr sz="1200" b="0">
                <a:solidFill>
                  <a:srgbClr val="EDF4FB"/>
                </a:solidFill>
                <a:latin typeface="Yu Gothic"/>
                <a:ea typeface="Yu Gothic"/>
                <a:cs typeface="Yu Gothic"/>
              </a:defRPr>
            </a:lvl1pPr>
            <a:lvl2pPr algn="l">
              <a:defRPr sz="1200" b="0">
                <a:solidFill>
                  <a:srgbClr val="EDF4FB"/>
                </a:solidFill>
                <a:latin typeface="Yu Gothic"/>
                <a:ea typeface="Yu Gothic"/>
                <a:cs typeface="Yu Gothic"/>
              </a:defRPr>
            </a:lvl2pPr>
            <a:lvl3pPr algn="l">
              <a:defRPr sz="1200" b="0">
                <a:solidFill>
                  <a:srgbClr val="EDF4FB"/>
                </a:solidFill>
                <a:latin typeface="Yu Gothic"/>
                <a:ea typeface="Yu Gothic"/>
                <a:cs typeface="Yu Gothic"/>
              </a:defRPr>
            </a:lvl3pPr>
            <a:lvl4pPr algn="l">
              <a:defRPr sz="1200" b="0">
                <a:solidFill>
                  <a:srgbClr val="EDF4FB"/>
                </a:solidFill>
                <a:latin typeface="Yu Gothic"/>
                <a:ea typeface="Yu Gothic"/>
                <a:cs typeface="Yu Gothic"/>
              </a:defRPr>
            </a:lvl4pPr>
            <a:lvl5pPr algn="l">
              <a:defRPr sz="1200" b="0">
                <a:solidFill>
                  <a:srgbClr val="EDF4FB"/>
                </a:solidFill>
                <a:latin typeface="Yu Gothic"/>
                <a:ea typeface="Yu Gothic"/>
                <a:cs typeface="Yu Gothic"/>
              </a:defRPr>
            </a:lvl5pPr>
            <a:lvl6pPr algn="l">
              <a:defRPr sz="1200" b="0">
                <a:solidFill>
                  <a:srgbClr val="EDF4FB"/>
                </a:solidFill>
                <a:latin typeface="Yu Gothic"/>
                <a:ea typeface="Yu Gothic"/>
                <a:cs typeface="Yu Gothic"/>
              </a:defRPr>
            </a:lvl6pPr>
            <a:lvl7pPr algn="l">
              <a:defRPr sz="1200" b="0">
                <a:solidFill>
                  <a:srgbClr val="EDF4FB"/>
                </a:solidFill>
                <a:latin typeface="Yu Gothic"/>
                <a:ea typeface="Yu Gothic"/>
                <a:cs typeface="Yu Gothic"/>
              </a:defRPr>
            </a:lvl7pPr>
            <a:lvl8pPr algn="l">
              <a:defRPr sz="1200" b="0">
                <a:solidFill>
                  <a:srgbClr val="EDF4FB"/>
                </a:solidFill>
                <a:latin typeface="Yu Gothic"/>
                <a:ea typeface="Yu Gothic"/>
                <a:cs typeface="Yu Gothic"/>
              </a:defRPr>
            </a:lvl8pPr>
            <a:lvl9pPr algn="l">
              <a:defRPr sz="1200" b="0">
                <a:solidFill>
                  <a:srgbClr val="EDF4FB"/>
                </a:solidFill>
                <a:latin typeface="Yu Gothic"/>
                <a:ea typeface="Yu Gothic"/>
                <a:cs typeface="Yu Gothic"/>
              </a:defRPr>
            </a:lvl9pPr>
          </a:lstStyle>
          <a:p xmlns:a="http://schemas.openxmlformats.org/drawingml/2006/main">
            <a:pPr algn="l">
              <a:defRPr sz="1200" b="0">
                <a:solidFill>
                  <a:srgbClr val="EDF4FB"/>
                </a:solidFill>
                <a:latin typeface="Yu Gothic"/>
                <a:ea typeface="Yu Gothic"/>
                <a:cs typeface="Yu Gothic"/>
              </a:defRPr>
            </a:pPr>
            <a:r>
              <a:rPr sz="1200" b="0">
                <a:solidFill>
                  <a:srgbClr val="EDF4FB"/>
                </a:solidFill>
                <a:latin typeface="Yu Gothic"/>
                <a:ea typeface="Yu Gothic"/>
                <a:cs typeface="Yu Gothic"/>
              </a:rPr>
              <a:t>20</a:t>
            </a:r>
          </a:p>
        </p:txBody>
      </p:sp>
    </p:spTree>
    <p:extLst>
      <p:ext uri="{BB962C8B-B14F-4D97-AF65-F5344CB8AC3E}">
        <p14:creationId xmlns:p14="http://schemas.microsoft.com/office/powerpoint/2010/main" val="1768268407"/>
      </p:ext>
    </p:extLst>
  </p:cSld>
</p:sld>
</file>

<file path=ppt/slides/slide21.xml><?xml version="1.0" encoding="utf-8"?>
<p:sld xmlns:p="http://schemas.openxmlformats.org/presentationml/2006/main">
  <p:cSld>
    <p:bg>
      <p:bgPr>
        <a:solidFill xmlns:a="http://schemas.openxmlformats.org/drawingml/2006/main">
          <a:srgbClr val="0B1422"/>
        </a:solidFill>
      </p:bgPr>
    </p:bg>
    <p:spTree>
      <p:nvGrpSpPr>
        <p:cNvPr id="1" name=""/>
        <p:cNvGrpSpPr/>
        <p:nvPr/>
      </p:nvGrpSpPr>
      <p:grpSpPr>
        <a:xfrm xmlns:a="http://schemas.openxmlformats.org/drawingml/2006/main"/>
      </p:grpSpPr>
      <p:sp>
        <p:nvSpPr>
          <p:cNvPr id="14" name="多重継承と MRO">
            <a:extLst xmlns:a="http://schemas.openxmlformats.org/drawingml/2006/main">
              <a:ext uri="{FF2B5EF4-FFF2-40B4-BE49-F238E27FC236}">
                <a16:creationId xmlns:a16="http://schemas.microsoft.com/office/drawing/2014/main" id="{56DEC489-2AE0-438B-8649-C74180C2C9A1}"/>
              </a:ext>
            </a:extLst>
          </p:cNvPr>
          <p:cNvSpPr>
            <a:spLocks xmlns:a="http://schemas.openxmlformats.org/drawingml/2006/main" noGrp="1"/>
          </p:cNvSpPr>
          <p:nvPr/>
        </p:nvSpPr>
        <p:spPr>
          <a:xfrm xmlns:a="http://schemas.openxmlformats.org/drawingml/2006/main">
            <a:off x="561975" y="400050"/>
            <a:ext cx="110490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EDF4FB"/>
                </a:solidFill>
                <a:latin typeface="Yu Gothic"/>
                <a:ea typeface="Yu Gothic"/>
                <a:cs typeface="Yu Gothic"/>
              </a:defRPr>
            </a:defPPr>
            <a:lvl1pPr algn="l">
              <a:defRPr sz="3300" b="1">
                <a:solidFill>
                  <a:srgbClr val="EDF4FB"/>
                </a:solidFill>
                <a:latin typeface="Yu Gothic"/>
                <a:ea typeface="Yu Gothic"/>
                <a:cs typeface="Yu Gothic"/>
              </a:defRPr>
            </a:lvl1pPr>
            <a:lvl2pPr algn="l">
              <a:defRPr sz="3300" b="1">
                <a:solidFill>
                  <a:srgbClr val="EDF4FB"/>
                </a:solidFill>
                <a:latin typeface="Yu Gothic"/>
                <a:ea typeface="Yu Gothic"/>
                <a:cs typeface="Yu Gothic"/>
              </a:defRPr>
            </a:lvl2pPr>
            <a:lvl3pPr algn="l">
              <a:defRPr sz="3300" b="1">
                <a:solidFill>
                  <a:srgbClr val="EDF4FB"/>
                </a:solidFill>
                <a:latin typeface="Yu Gothic"/>
                <a:ea typeface="Yu Gothic"/>
                <a:cs typeface="Yu Gothic"/>
              </a:defRPr>
            </a:lvl3pPr>
            <a:lvl4pPr algn="l">
              <a:defRPr sz="3300" b="1">
                <a:solidFill>
                  <a:srgbClr val="EDF4FB"/>
                </a:solidFill>
                <a:latin typeface="Yu Gothic"/>
                <a:ea typeface="Yu Gothic"/>
                <a:cs typeface="Yu Gothic"/>
              </a:defRPr>
            </a:lvl4pPr>
            <a:lvl5pPr algn="l">
              <a:defRPr sz="3300" b="1">
                <a:solidFill>
                  <a:srgbClr val="EDF4FB"/>
                </a:solidFill>
                <a:latin typeface="Yu Gothic"/>
                <a:ea typeface="Yu Gothic"/>
                <a:cs typeface="Yu Gothic"/>
              </a:defRPr>
            </a:lvl5pPr>
            <a:lvl6pPr algn="l">
              <a:defRPr sz="3300" b="1">
                <a:solidFill>
                  <a:srgbClr val="EDF4FB"/>
                </a:solidFill>
                <a:latin typeface="Yu Gothic"/>
                <a:ea typeface="Yu Gothic"/>
                <a:cs typeface="Yu Gothic"/>
              </a:defRPr>
            </a:lvl6pPr>
            <a:lvl7pPr algn="l">
              <a:defRPr sz="3300" b="1">
                <a:solidFill>
                  <a:srgbClr val="EDF4FB"/>
                </a:solidFill>
                <a:latin typeface="Yu Gothic"/>
                <a:ea typeface="Yu Gothic"/>
                <a:cs typeface="Yu Gothic"/>
              </a:defRPr>
            </a:lvl7pPr>
            <a:lvl8pPr algn="l">
              <a:defRPr sz="3300" b="1">
                <a:solidFill>
                  <a:srgbClr val="EDF4FB"/>
                </a:solidFill>
                <a:latin typeface="Yu Gothic"/>
                <a:ea typeface="Yu Gothic"/>
                <a:cs typeface="Yu Gothic"/>
              </a:defRPr>
            </a:lvl8pPr>
            <a:lvl9pPr algn="l">
              <a:defRPr sz="3300" b="1">
                <a:solidFill>
                  <a:srgbClr val="EDF4FB"/>
                </a:solidFill>
                <a:latin typeface="Yu Gothic"/>
                <a:ea typeface="Yu Gothic"/>
                <a:cs typeface="Yu Gothic"/>
              </a:defRPr>
            </a:lvl9pPr>
          </a:lstStyle>
          <a:p xmlns:a="http://schemas.openxmlformats.org/drawingml/2006/main">
            <a:pPr algn="l">
              <a:defRPr sz="3300" b="1">
                <a:solidFill>
                  <a:srgbClr val="EDF4FB"/>
                </a:solidFill>
                <a:latin typeface="Yu Gothic"/>
                <a:ea typeface="Yu Gothic"/>
                <a:cs typeface="Yu Gothic"/>
              </a:defRPr>
            </a:pPr>
            <a:r>
              <a:rPr sz="3300" b="1">
                <a:solidFill>
                  <a:srgbClr val="EDF4FB"/>
                </a:solidFill>
                <a:latin typeface="Yu Gothic"/>
                <a:ea typeface="Yu Gothic"/>
                <a:cs typeface="Yu Gothic"/>
              </a:rPr>
              <a:t>多重継承と MRO</a:t>
            </a:r>
          </a:p>
        </p:txBody>
      </p:sp>
      <p:sp>
        <p:nvSpPr>
          <p:cNvPr id="2" name="独立した例。ゲームの階層は変更しない">
            <a:extLst xmlns:a="http://schemas.openxmlformats.org/drawingml/2006/main">
              <a:ext uri="{FF2B5EF4-FFF2-40B4-BE49-F238E27FC236}">
                <a16:creationId xmlns:a16="http://schemas.microsoft.com/office/drawing/2014/main" id="{BD0B4098-DFC5-4D96-AD67-CAEC8F23C68A}"/>
              </a:ext>
            </a:extLst>
          </p:cNvPr>
          <p:cNvSpPr>
            <a:spLocks xmlns:a="http://schemas.openxmlformats.org/drawingml/2006/main" noGrp="1"/>
          </p:cNvSpPr>
          <p:nvPr/>
        </p:nvSpPr>
        <p:spPr>
          <a:xfrm xmlns:a="http://schemas.openxmlformats.org/drawingml/2006/main">
            <a:off x="581025" y="1123950"/>
            <a:ext cx="1100137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68EDBE"/>
                </a:solidFill>
                <a:latin typeface="Yu Gothic"/>
                <a:ea typeface="Yu Gothic"/>
                <a:cs typeface="Yu Gothic"/>
              </a:defRPr>
            </a:defPPr>
            <a:lvl1pPr algn="l">
              <a:defRPr sz="1800" b="0">
                <a:solidFill>
                  <a:srgbClr val="68EDBE"/>
                </a:solidFill>
                <a:latin typeface="Yu Gothic"/>
                <a:ea typeface="Yu Gothic"/>
                <a:cs typeface="Yu Gothic"/>
              </a:defRPr>
            </a:lvl1pPr>
            <a:lvl2pPr algn="l">
              <a:defRPr sz="1800" b="0">
                <a:solidFill>
                  <a:srgbClr val="68EDBE"/>
                </a:solidFill>
                <a:latin typeface="Yu Gothic"/>
                <a:ea typeface="Yu Gothic"/>
                <a:cs typeface="Yu Gothic"/>
              </a:defRPr>
            </a:lvl2pPr>
            <a:lvl3pPr algn="l">
              <a:defRPr sz="1800" b="0">
                <a:solidFill>
                  <a:srgbClr val="68EDBE"/>
                </a:solidFill>
                <a:latin typeface="Yu Gothic"/>
                <a:ea typeface="Yu Gothic"/>
                <a:cs typeface="Yu Gothic"/>
              </a:defRPr>
            </a:lvl3pPr>
            <a:lvl4pPr algn="l">
              <a:defRPr sz="1800" b="0">
                <a:solidFill>
                  <a:srgbClr val="68EDBE"/>
                </a:solidFill>
                <a:latin typeface="Yu Gothic"/>
                <a:ea typeface="Yu Gothic"/>
                <a:cs typeface="Yu Gothic"/>
              </a:defRPr>
            </a:lvl4pPr>
            <a:lvl5pPr algn="l">
              <a:defRPr sz="1800" b="0">
                <a:solidFill>
                  <a:srgbClr val="68EDBE"/>
                </a:solidFill>
                <a:latin typeface="Yu Gothic"/>
                <a:ea typeface="Yu Gothic"/>
                <a:cs typeface="Yu Gothic"/>
              </a:defRPr>
            </a:lvl5pPr>
            <a:lvl6pPr algn="l">
              <a:defRPr sz="1800" b="0">
                <a:solidFill>
                  <a:srgbClr val="68EDBE"/>
                </a:solidFill>
                <a:latin typeface="Yu Gothic"/>
                <a:ea typeface="Yu Gothic"/>
                <a:cs typeface="Yu Gothic"/>
              </a:defRPr>
            </a:lvl6pPr>
            <a:lvl7pPr algn="l">
              <a:defRPr sz="1800" b="0">
                <a:solidFill>
                  <a:srgbClr val="68EDBE"/>
                </a:solidFill>
                <a:latin typeface="Yu Gothic"/>
                <a:ea typeface="Yu Gothic"/>
                <a:cs typeface="Yu Gothic"/>
              </a:defRPr>
            </a:lvl7pPr>
            <a:lvl8pPr algn="l">
              <a:defRPr sz="1800" b="0">
                <a:solidFill>
                  <a:srgbClr val="68EDBE"/>
                </a:solidFill>
                <a:latin typeface="Yu Gothic"/>
                <a:ea typeface="Yu Gothic"/>
                <a:cs typeface="Yu Gothic"/>
              </a:defRPr>
            </a:lvl8pPr>
            <a:lvl9pPr algn="l">
              <a:defRPr sz="1800" b="0">
                <a:solidFill>
                  <a:srgbClr val="68EDBE"/>
                </a:solidFill>
                <a:latin typeface="Yu Gothic"/>
                <a:ea typeface="Yu Gothic"/>
                <a:cs typeface="Yu Gothic"/>
              </a:defRPr>
            </a:lvl9pPr>
          </a:lstStyle>
          <a:p xmlns:a="http://schemas.openxmlformats.org/drawingml/2006/main">
            <a:pPr algn="l">
              <a:defRPr sz="1800" b="0">
                <a:solidFill>
                  <a:srgbClr val="68EDBE"/>
                </a:solidFill>
                <a:latin typeface="Yu Gothic"/>
                <a:ea typeface="Yu Gothic"/>
                <a:cs typeface="Yu Gothic"/>
              </a:defRPr>
            </a:pPr>
            <a:r>
              <a:rPr sz="1800" b="0">
                <a:solidFill>
                  <a:srgbClr val="68EDBE"/>
                </a:solidFill>
                <a:latin typeface="Yu Gothic"/>
                <a:ea typeface="Yu Gothic"/>
                <a:cs typeface="Yu Gothic"/>
              </a:rPr>
              <a:t>独立した例。ゲームの階層は変更しない</a:t>
            </a:r>
          </a:p>
        </p:txBody>
      </p:sp>
      <p:sp>
        <p:nvSpPr>
          <p:cNvPr id="3" name="class A: pass">
            <a:extLst xmlns:a="http://schemas.openxmlformats.org/drawingml/2006/main">
              <a:ext uri="{FF2B5EF4-FFF2-40B4-BE49-F238E27FC236}">
                <a16:creationId xmlns:a16="http://schemas.microsoft.com/office/drawing/2014/main" id="{1FBFD906-5668-4E1D-9394-7078B2AE3C6D}"/>
              </a:ext>
            </a:extLst>
          </p:cNvPr>
          <p:cNvSpPr>
            <a:spLocks xmlns:a="http://schemas.openxmlformats.org/drawingml/2006/main" noGrp="1"/>
          </p:cNvSpPr>
          <p:nvPr/>
        </p:nvSpPr>
        <p:spPr>
          <a:xfrm xmlns:a="http://schemas.openxmlformats.org/drawingml/2006/main">
            <a:off x="590550" y="1838325"/>
            <a:ext cx="10953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EDF4FB"/>
                </a:solidFill>
                <a:latin typeface="Consolas"/>
                <a:ea typeface="Consolas"/>
                <a:cs typeface="Consolas"/>
              </a:defRPr>
            </a:defPPr>
            <a:lvl1pPr algn="l">
              <a:defRPr sz="1950" b="0">
                <a:solidFill>
                  <a:srgbClr val="EDF4FB"/>
                </a:solidFill>
                <a:latin typeface="Consolas"/>
                <a:ea typeface="Consolas"/>
                <a:cs typeface="Consolas"/>
              </a:defRPr>
            </a:lvl1pPr>
            <a:lvl2pPr algn="l">
              <a:defRPr sz="1950" b="0">
                <a:solidFill>
                  <a:srgbClr val="EDF4FB"/>
                </a:solidFill>
                <a:latin typeface="Consolas"/>
                <a:ea typeface="Consolas"/>
                <a:cs typeface="Consolas"/>
              </a:defRPr>
            </a:lvl2pPr>
            <a:lvl3pPr algn="l">
              <a:defRPr sz="1950" b="0">
                <a:solidFill>
                  <a:srgbClr val="EDF4FB"/>
                </a:solidFill>
                <a:latin typeface="Consolas"/>
                <a:ea typeface="Consolas"/>
                <a:cs typeface="Consolas"/>
              </a:defRPr>
            </a:lvl3pPr>
            <a:lvl4pPr algn="l">
              <a:defRPr sz="1950" b="0">
                <a:solidFill>
                  <a:srgbClr val="EDF4FB"/>
                </a:solidFill>
                <a:latin typeface="Consolas"/>
                <a:ea typeface="Consolas"/>
                <a:cs typeface="Consolas"/>
              </a:defRPr>
            </a:lvl4pPr>
            <a:lvl5pPr algn="l">
              <a:defRPr sz="1950" b="0">
                <a:solidFill>
                  <a:srgbClr val="EDF4FB"/>
                </a:solidFill>
                <a:latin typeface="Consolas"/>
                <a:ea typeface="Consolas"/>
                <a:cs typeface="Consolas"/>
              </a:defRPr>
            </a:lvl5pPr>
            <a:lvl6pPr algn="l">
              <a:defRPr sz="1950" b="0">
                <a:solidFill>
                  <a:srgbClr val="EDF4FB"/>
                </a:solidFill>
                <a:latin typeface="Consolas"/>
                <a:ea typeface="Consolas"/>
                <a:cs typeface="Consolas"/>
              </a:defRPr>
            </a:lvl6pPr>
            <a:lvl7pPr algn="l">
              <a:defRPr sz="1950" b="0">
                <a:solidFill>
                  <a:srgbClr val="EDF4FB"/>
                </a:solidFill>
                <a:latin typeface="Consolas"/>
                <a:ea typeface="Consolas"/>
                <a:cs typeface="Consolas"/>
              </a:defRPr>
            </a:lvl7pPr>
            <a:lvl8pPr algn="l">
              <a:defRPr sz="1950" b="0">
                <a:solidFill>
                  <a:srgbClr val="EDF4FB"/>
                </a:solidFill>
                <a:latin typeface="Consolas"/>
                <a:ea typeface="Consolas"/>
                <a:cs typeface="Consolas"/>
              </a:defRPr>
            </a:lvl8pPr>
            <a:lvl9pPr algn="l">
              <a:defRPr sz="1950" b="0">
                <a:solidFill>
                  <a:srgbClr val="EDF4FB"/>
                </a:solidFill>
                <a:latin typeface="Consolas"/>
                <a:ea typeface="Consolas"/>
                <a:cs typeface="Consolas"/>
              </a:defRPr>
            </a:lvl9pPr>
          </a:lstStyle>
          <a:p xmlns:a="http://schemas.openxmlformats.org/drawingml/2006/main">
            <a:pPr algn="l">
              <a:defRPr sz="1950" b="0">
                <a:solidFill>
                  <a:srgbClr val="EDF4FB"/>
                </a:solidFill>
                <a:latin typeface="Consolas"/>
                <a:ea typeface="Consolas"/>
                <a:cs typeface="Consolas"/>
              </a:defRPr>
            </a:pPr>
            <a:r>
              <a:rPr sz="1950" b="0">
                <a:solidFill>
                  <a:srgbClr val="EDF4FB"/>
                </a:solidFill>
                <a:latin typeface="Consolas"/>
                <a:ea typeface="Consolas"/>
                <a:cs typeface="Consolas"/>
              </a:rPr>
              <a:t>class A: pass</a:t>
            </a:r>
          </a:p>
        </p:txBody>
      </p:sp>
      <p:sp>
        <p:nvSpPr>
          <p:cNvPr id="4" name="class B(A): pass">
            <a:extLst xmlns:a="http://schemas.openxmlformats.org/drawingml/2006/main">
              <a:ext uri="{FF2B5EF4-FFF2-40B4-BE49-F238E27FC236}">
                <a16:creationId xmlns:a16="http://schemas.microsoft.com/office/drawing/2014/main" id="{F93060D5-093B-4C90-84FC-FDBE5F990919}"/>
              </a:ext>
            </a:extLst>
          </p:cNvPr>
          <p:cNvSpPr>
            <a:spLocks xmlns:a="http://schemas.openxmlformats.org/drawingml/2006/main" noGrp="1"/>
          </p:cNvSpPr>
          <p:nvPr/>
        </p:nvSpPr>
        <p:spPr>
          <a:xfrm xmlns:a="http://schemas.openxmlformats.org/drawingml/2006/main">
            <a:off x="590550" y="2143125"/>
            <a:ext cx="10953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EDF4FB"/>
                </a:solidFill>
                <a:latin typeface="Consolas"/>
                <a:ea typeface="Consolas"/>
                <a:cs typeface="Consolas"/>
              </a:defRPr>
            </a:defPPr>
            <a:lvl1pPr algn="l">
              <a:defRPr sz="1950" b="0">
                <a:solidFill>
                  <a:srgbClr val="EDF4FB"/>
                </a:solidFill>
                <a:latin typeface="Consolas"/>
                <a:ea typeface="Consolas"/>
                <a:cs typeface="Consolas"/>
              </a:defRPr>
            </a:lvl1pPr>
            <a:lvl2pPr algn="l">
              <a:defRPr sz="1950" b="0">
                <a:solidFill>
                  <a:srgbClr val="EDF4FB"/>
                </a:solidFill>
                <a:latin typeface="Consolas"/>
                <a:ea typeface="Consolas"/>
                <a:cs typeface="Consolas"/>
              </a:defRPr>
            </a:lvl2pPr>
            <a:lvl3pPr algn="l">
              <a:defRPr sz="1950" b="0">
                <a:solidFill>
                  <a:srgbClr val="EDF4FB"/>
                </a:solidFill>
                <a:latin typeface="Consolas"/>
                <a:ea typeface="Consolas"/>
                <a:cs typeface="Consolas"/>
              </a:defRPr>
            </a:lvl3pPr>
            <a:lvl4pPr algn="l">
              <a:defRPr sz="1950" b="0">
                <a:solidFill>
                  <a:srgbClr val="EDF4FB"/>
                </a:solidFill>
                <a:latin typeface="Consolas"/>
                <a:ea typeface="Consolas"/>
                <a:cs typeface="Consolas"/>
              </a:defRPr>
            </a:lvl4pPr>
            <a:lvl5pPr algn="l">
              <a:defRPr sz="1950" b="0">
                <a:solidFill>
                  <a:srgbClr val="EDF4FB"/>
                </a:solidFill>
                <a:latin typeface="Consolas"/>
                <a:ea typeface="Consolas"/>
                <a:cs typeface="Consolas"/>
              </a:defRPr>
            </a:lvl5pPr>
            <a:lvl6pPr algn="l">
              <a:defRPr sz="1950" b="0">
                <a:solidFill>
                  <a:srgbClr val="EDF4FB"/>
                </a:solidFill>
                <a:latin typeface="Consolas"/>
                <a:ea typeface="Consolas"/>
                <a:cs typeface="Consolas"/>
              </a:defRPr>
            </a:lvl6pPr>
            <a:lvl7pPr algn="l">
              <a:defRPr sz="1950" b="0">
                <a:solidFill>
                  <a:srgbClr val="EDF4FB"/>
                </a:solidFill>
                <a:latin typeface="Consolas"/>
                <a:ea typeface="Consolas"/>
                <a:cs typeface="Consolas"/>
              </a:defRPr>
            </a:lvl7pPr>
            <a:lvl8pPr algn="l">
              <a:defRPr sz="1950" b="0">
                <a:solidFill>
                  <a:srgbClr val="EDF4FB"/>
                </a:solidFill>
                <a:latin typeface="Consolas"/>
                <a:ea typeface="Consolas"/>
                <a:cs typeface="Consolas"/>
              </a:defRPr>
            </a:lvl8pPr>
            <a:lvl9pPr algn="l">
              <a:defRPr sz="1950" b="0">
                <a:solidFill>
                  <a:srgbClr val="EDF4FB"/>
                </a:solidFill>
                <a:latin typeface="Consolas"/>
                <a:ea typeface="Consolas"/>
                <a:cs typeface="Consolas"/>
              </a:defRPr>
            </a:lvl9pPr>
          </a:lstStyle>
          <a:p xmlns:a="http://schemas.openxmlformats.org/drawingml/2006/main">
            <a:pPr algn="l">
              <a:defRPr sz="1950" b="0">
                <a:solidFill>
                  <a:srgbClr val="EDF4FB"/>
                </a:solidFill>
                <a:latin typeface="Consolas"/>
                <a:ea typeface="Consolas"/>
                <a:cs typeface="Consolas"/>
              </a:defRPr>
            </a:pPr>
            <a:r>
              <a:rPr sz="1950" b="0">
                <a:solidFill>
                  <a:srgbClr val="EDF4FB"/>
                </a:solidFill>
                <a:latin typeface="Consolas"/>
                <a:ea typeface="Consolas"/>
                <a:cs typeface="Consolas"/>
              </a:rPr>
              <a:t>class B(A): pass</a:t>
            </a:r>
          </a:p>
        </p:txBody>
      </p:sp>
      <p:sp>
        <p:nvSpPr>
          <p:cNvPr id="5" name="class C(A): pass">
            <a:extLst xmlns:a="http://schemas.openxmlformats.org/drawingml/2006/main">
              <a:ext uri="{FF2B5EF4-FFF2-40B4-BE49-F238E27FC236}">
                <a16:creationId xmlns:a16="http://schemas.microsoft.com/office/drawing/2014/main" id="{2BC2291C-615B-48E1-988A-DA6A31DBF4DB}"/>
              </a:ext>
            </a:extLst>
          </p:cNvPr>
          <p:cNvSpPr>
            <a:spLocks xmlns:a="http://schemas.openxmlformats.org/drawingml/2006/main" noGrp="1"/>
          </p:cNvSpPr>
          <p:nvPr/>
        </p:nvSpPr>
        <p:spPr>
          <a:xfrm xmlns:a="http://schemas.openxmlformats.org/drawingml/2006/main">
            <a:off x="590550" y="2447925"/>
            <a:ext cx="10953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EDF4FB"/>
                </a:solidFill>
                <a:latin typeface="Consolas"/>
                <a:ea typeface="Consolas"/>
                <a:cs typeface="Consolas"/>
              </a:defRPr>
            </a:defPPr>
            <a:lvl1pPr algn="l">
              <a:defRPr sz="1950" b="0">
                <a:solidFill>
                  <a:srgbClr val="EDF4FB"/>
                </a:solidFill>
                <a:latin typeface="Consolas"/>
                <a:ea typeface="Consolas"/>
                <a:cs typeface="Consolas"/>
              </a:defRPr>
            </a:lvl1pPr>
            <a:lvl2pPr algn="l">
              <a:defRPr sz="1950" b="0">
                <a:solidFill>
                  <a:srgbClr val="EDF4FB"/>
                </a:solidFill>
                <a:latin typeface="Consolas"/>
                <a:ea typeface="Consolas"/>
                <a:cs typeface="Consolas"/>
              </a:defRPr>
            </a:lvl2pPr>
            <a:lvl3pPr algn="l">
              <a:defRPr sz="1950" b="0">
                <a:solidFill>
                  <a:srgbClr val="EDF4FB"/>
                </a:solidFill>
                <a:latin typeface="Consolas"/>
                <a:ea typeface="Consolas"/>
                <a:cs typeface="Consolas"/>
              </a:defRPr>
            </a:lvl3pPr>
            <a:lvl4pPr algn="l">
              <a:defRPr sz="1950" b="0">
                <a:solidFill>
                  <a:srgbClr val="EDF4FB"/>
                </a:solidFill>
                <a:latin typeface="Consolas"/>
                <a:ea typeface="Consolas"/>
                <a:cs typeface="Consolas"/>
              </a:defRPr>
            </a:lvl4pPr>
            <a:lvl5pPr algn="l">
              <a:defRPr sz="1950" b="0">
                <a:solidFill>
                  <a:srgbClr val="EDF4FB"/>
                </a:solidFill>
                <a:latin typeface="Consolas"/>
                <a:ea typeface="Consolas"/>
                <a:cs typeface="Consolas"/>
              </a:defRPr>
            </a:lvl5pPr>
            <a:lvl6pPr algn="l">
              <a:defRPr sz="1950" b="0">
                <a:solidFill>
                  <a:srgbClr val="EDF4FB"/>
                </a:solidFill>
                <a:latin typeface="Consolas"/>
                <a:ea typeface="Consolas"/>
                <a:cs typeface="Consolas"/>
              </a:defRPr>
            </a:lvl6pPr>
            <a:lvl7pPr algn="l">
              <a:defRPr sz="1950" b="0">
                <a:solidFill>
                  <a:srgbClr val="EDF4FB"/>
                </a:solidFill>
                <a:latin typeface="Consolas"/>
                <a:ea typeface="Consolas"/>
                <a:cs typeface="Consolas"/>
              </a:defRPr>
            </a:lvl7pPr>
            <a:lvl8pPr algn="l">
              <a:defRPr sz="1950" b="0">
                <a:solidFill>
                  <a:srgbClr val="EDF4FB"/>
                </a:solidFill>
                <a:latin typeface="Consolas"/>
                <a:ea typeface="Consolas"/>
                <a:cs typeface="Consolas"/>
              </a:defRPr>
            </a:lvl8pPr>
            <a:lvl9pPr algn="l">
              <a:defRPr sz="1950" b="0">
                <a:solidFill>
                  <a:srgbClr val="EDF4FB"/>
                </a:solidFill>
                <a:latin typeface="Consolas"/>
                <a:ea typeface="Consolas"/>
                <a:cs typeface="Consolas"/>
              </a:defRPr>
            </a:lvl9pPr>
          </a:lstStyle>
          <a:p xmlns:a="http://schemas.openxmlformats.org/drawingml/2006/main">
            <a:pPr algn="l">
              <a:defRPr sz="1950" b="0">
                <a:solidFill>
                  <a:srgbClr val="EDF4FB"/>
                </a:solidFill>
                <a:latin typeface="Consolas"/>
                <a:ea typeface="Consolas"/>
                <a:cs typeface="Consolas"/>
              </a:defRPr>
            </a:pPr>
            <a:r>
              <a:rPr sz="1950" b="0">
                <a:solidFill>
                  <a:srgbClr val="EDF4FB"/>
                </a:solidFill>
                <a:latin typeface="Consolas"/>
                <a:ea typeface="Consolas"/>
                <a:cs typeface="Consolas"/>
              </a:rPr>
              <a:t>class C(A): pass</a:t>
            </a:r>
          </a:p>
        </p:txBody>
      </p:sp>
      <p:sp>
        <p:nvSpPr>
          <p:cNvPr id="6" name="class D(B, C): pass">
            <a:extLst xmlns:a="http://schemas.openxmlformats.org/drawingml/2006/main">
              <a:ext uri="{FF2B5EF4-FFF2-40B4-BE49-F238E27FC236}">
                <a16:creationId xmlns:a16="http://schemas.microsoft.com/office/drawing/2014/main" id="{8E42D239-2C75-4936-B066-330ECDD4C306}"/>
              </a:ext>
            </a:extLst>
          </p:cNvPr>
          <p:cNvSpPr>
            <a:spLocks xmlns:a="http://schemas.openxmlformats.org/drawingml/2006/main" noGrp="1"/>
          </p:cNvSpPr>
          <p:nvPr/>
        </p:nvSpPr>
        <p:spPr>
          <a:xfrm xmlns:a="http://schemas.openxmlformats.org/drawingml/2006/main">
            <a:off x="590550" y="2752725"/>
            <a:ext cx="10953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EDF4FB"/>
                </a:solidFill>
                <a:latin typeface="Consolas"/>
                <a:ea typeface="Consolas"/>
                <a:cs typeface="Consolas"/>
              </a:defRPr>
            </a:defPPr>
            <a:lvl1pPr algn="l">
              <a:defRPr sz="1950" b="0">
                <a:solidFill>
                  <a:srgbClr val="EDF4FB"/>
                </a:solidFill>
                <a:latin typeface="Consolas"/>
                <a:ea typeface="Consolas"/>
                <a:cs typeface="Consolas"/>
              </a:defRPr>
            </a:lvl1pPr>
            <a:lvl2pPr algn="l">
              <a:defRPr sz="1950" b="0">
                <a:solidFill>
                  <a:srgbClr val="EDF4FB"/>
                </a:solidFill>
                <a:latin typeface="Consolas"/>
                <a:ea typeface="Consolas"/>
                <a:cs typeface="Consolas"/>
              </a:defRPr>
            </a:lvl2pPr>
            <a:lvl3pPr algn="l">
              <a:defRPr sz="1950" b="0">
                <a:solidFill>
                  <a:srgbClr val="EDF4FB"/>
                </a:solidFill>
                <a:latin typeface="Consolas"/>
                <a:ea typeface="Consolas"/>
                <a:cs typeface="Consolas"/>
              </a:defRPr>
            </a:lvl3pPr>
            <a:lvl4pPr algn="l">
              <a:defRPr sz="1950" b="0">
                <a:solidFill>
                  <a:srgbClr val="EDF4FB"/>
                </a:solidFill>
                <a:latin typeface="Consolas"/>
                <a:ea typeface="Consolas"/>
                <a:cs typeface="Consolas"/>
              </a:defRPr>
            </a:lvl4pPr>
            <a:lvl5pPr algn="l">
              <a:defRPr sz="1950" b="0">
                <a:solidFill>
                  <a:srgbClr val="EDF4FB"/>
                </a:solidFill>
                <a:latin typeface="Consolas"/>
                <a:ea typeface="Consolas"/>
                <a:cs typeface="Consolas"/>
              </a:defRPr>
            </a:lvl5pPr>
            <a:lvl6pPr algn="l">
              <a:defRPr sz="1950" b="0">
                <a:solidFill>
                  <a:srgbClr val="EDF4FB"/>
                </a:solidFill>
                <a:latin typeface="Consolas"/>
                <a:ea typeface="Consolas"/>
                <a:cs typeface="Consolas"/>
              </a:defRPr>
            </a:lvl6pPr>
            <a:lvl7pPr algn="l">
              <a:defRPr sz="1950" b="0">
                <a:solidFill>
                  <a:srgbClr val="EDF4FB"/>
                </a:solidFill>
                <a:latin typeface="Consolas"/>
                <a:ea typeface="Consolas"/>
                <a:cs typeface="Consolas"/>
              </a:defRPr>
            </a:lvl7pPr>
            <a:lvl8pPr algn="l">
              <a:defRPr sz="1950" b="0">
                <a:solidFill>
                  <a:srgbClr val="EDF4FB"/>
                </a:solidFill>
                <a:latin typeface="Consolas"/>
                <a:ea typeface="Consolas"/>
                <a:cs typeface="Consolas"/>
              </a:defRPr>
            </a:lvl8pPr>
            <a:lvl9pPr algn="l">
              <a:defRPr sz="1950" b="0">
                <a:solidFill>
                  <a:srgbClr val="EDF4FB"/>
                </a:solidFill>
                <a:latin typeface="Consolas"/>
                <a:ea typeface="Consolas"/>
                <a:cs typeface="Consolas"/>
              </a:defRPr>
            </a:lvl9pPr>
          </a:lstStyle>
          <a:p xmlns:a="http://schemas.openxmlformats.org/drawingml/2006/main">
            <a:pPr algn="l">
              <a:defRPr sz="1950" b="0">
                <a:solidFill>
                  <a:srgbClr val="EDF4FB"/>
                </a:solidFill>
                <a:latin typeface="Consolas"/>
                <a:ea typeface="Consolas"/>
                <a:cs typeface="Consolas"/>
              </a:defRPr>
            </a:pPr>
            <a:r>
              <a:rPr sz="1950" b="0">
                <a:solidFill>
                  <a:srgbClr val="EDF4FB"/>
                </a:solidFill>
                <a:latin typeface="Consolas"/>
                <a:ea typeface="Consolas"/>
                <a:cs typeface="Consolas"/>
              </a:rPr>
              <a:t>class D(B, C): pass</a:t>
            </a:r>
          </a:p>
        </p:txBody>
      </p:sp>
      <p:sp>
        <p:nvSpPr>
          <p:cNvPr id="7" name="">
            <a:extLst xmlns:a="http://schemas.openxmlformats.org/drawingml/2006/main">
              <a:ext uri="{FF2B5EF4-FFF2-40B4-BE49-F238E27FC236}">
                <a16:creationId xmlns:a16="http://schemas.microsoft.com/office/drawing/2014/main" id="{D9ADB4A8-CCB6-44DF-8E94-2B4DA103A80A}"/>
              </a:ext>
            </a:extLst>
          </p:cNvPr>
          <p:cNvSpPr>
            <a:spLocks xmlns:a="http://schemas.openxmlformats.org/drawingml/2006/main" noGrp="1"/>
          </p:cNvSpPr>
          <p:nvPr/>
        </p:nvSpPr>
        <p:spPr>
          <a:xfrm xmlns:a="http://schemas.openxmlformats.org/drawingml/2006/main">
            <a:off x="590550" y="3057525"/>
            <a:ext cx="10953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EDF4FB"/>
                </a:solidFill>
                <a:latin typeface="Consolas"/>
                <a:ea typeface="Consolas"/>
                <a:cs typeface="Consolas"/>
              </a:defRPr>
            </a:defPPr>
            <a:lvl1pPr algn="l">
              <a:defRPr sz="1950" b="0">
                <a:solidFill>
                  <a:srgbClr val="EDF4FB"/>
                </a:solidFill>
                <a:latin typeface="Consolas"/>
                <a:ea typeface="Consolas"/>
                <a:cs typeface="Consolas"/>
              </a:defRPr>
            </a:lvl1pPr>
            <a:lvl2pPr algn="l">
              <a:defRPr sz="1950" b="0">
                <a:solidFill>
                  <a:srgbClr val="EDF4FB"/>
                </a:solidFill>
                <a:latin typeface="Consolas"/>
                <a:ea typeface="Consolas"/>
                <a:cs typeface="Consolas"/>
              </a:defRPr>
            </a:lvl2pPr>
            <a:lvl3pPr algn="l">
              <a:defRPr sz="1950" b="0">
                <a:solidFill>
                  <a:srgbClr val="EDF4FB"/>
                </a:solidFill>
                <a:latin typeface="Consolas"/>
                <a:ea typeface="Consolas"/>
                <a:cs typeface="Consolas"/>
              </a:defRPr>
            </a:lvl3pPr>
            <a:lvl4pPr algn="l">
              <a:defRPr sz="1950" b="0">
                <a:solidFill>
                  <a:srgbClr val="EDF4FB"/>
                </a:solidFill>
                <a:latin typeface="Consolas"/>
                <a:ea typeface="Consolas"/>
                <a:cs typeface="Consolas"/>
              </a:defRPr>
            </a:lvl4pPr>
            <a:lvl5pPr algn="l">
              <a:defRPr sz="1950" b="0">
                <a:solidFill>
                  <a:srgbClr val="EDF4FB"/>
                </a:solidFill>
                <a:latin typeface="Consolas"/>
                <a:ea typeface="Consolas"/>
                <a:cs typeface="Consolas"/>
              </a:defRPr>
            </a:lvl5pPr>
            <a:lvl6pPr algn="l">
              <a:defRPr sz="1950" b="0">
                <a:solidFill>
                  <a:srgbClr val="EDF4FB"/>
                </a:solidFill>
                <a:latin typeface="Consolas"/>
                <a:ea typeface="Consolas"/>
                <a:cs typeface="Consolas"/>
              </a:defRPr>
            </a:lvl6pPr>
            <a:lvl7pPr algn="l">
              <a:defRPr sz="1950" b="0">
                <a:solidFill>
                  <a:srgbClr val="EDF4FB"/>
                </a:solidFill>
                <a:latin typeface="Consolas"/>
                <a:ea typeface="Consolas"/>
                <a:cs typeface="Consolas"/>
              </a:defRPr>
            </a:lvl7pPr>
            <a:lvl8pPr algn="l">
              <a:defRPr sz="1950" b="0">
                <a:solidFill>
                  <a:srgbClr val="EDF4FB"/>
                </a:solidFill>
                <a:latin typeface="Consolas"/>
                <a:ea typeface="Consolas"/>
                <a:cs typeface="Consolas"/>
              </a:defRPr>
            </a:lvl8pPr>
            <a:lvl9pPr algn="l">
              <a:defRPr sz="1950" b="0">
                <a:solidFill>
                  <a:srgbClr val="EDF4FB"/>
                </a:solidFill>
                <a:latin typeface="Consolas"/>
                <a:ea typeface="Consolas"/>
                <a:cs typeface="Consolas"/>
              </a:defRPr>
            </a:lvl9pPr>
          </a:lstStyle>
          <a:p xmlns:a="http://schemas.openxmlformats.org/drawingml/2006/main">
            <a:r>
              <a:t/>
            </a:r>
          </a:p>
        </p:txBody>
      </p:sp>
      <p:sp>
        <p:nvSpPr>
          <p:cNvPr id="8" name="print([cls.__name__ for cls in D.__mro__])">
            <a:extLst xmlns:a="http://schemas.openxmlformats.org/drawingml/2006/main">
              <a:ext uri="{FF2B5EF4-FFF2-40B4-BE49-F238E27FC236}">
                <a16:creationId xmlns:a16="http://schemas.microsoft.com/office/drawing/2014/main" id="{7CAEB764-A73F-408B-A683-73D31DC80ED2}"/>
              </a:ext>
            </a:extLst>
          </p:cNvPr>
          <p:cNvSpPr>
            <a:spLocks xmlns:a="http://schemas.openxmlformats.org/drawingml/2006/main" noGrp="1"/>
          </p:cNvSpPr>
          <p:nvPr/>
        </p:nvSpPr>
        <p:spPr>
          <a:xfrm xmlns:a="http://schemas.openxmlformats.org/drawingml/2006/main">
            <a:off x="590550" y="3362325"/>
            <a:ext cx="10953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EDF4FB"/>
                </a:solidFill>
                <a:latin typeface="Consolas"/>
                <a:ea typeface="Consolas"/>
                <a:cs typeface="Consolas"/>
              </a:defRPr>
            </a:defPPr>
            <a:lvl1pPr algn="l">
              <a:defRPr sz="1950" b="0">
                <a:solidFill>
                  <a:srgbClr val="EDF4FB"/>
                </a:solidFill>
                <a:latin typeface="Consolas"/>
                <a:ea typeface="Consolas"/>
                <a:cs typeface="Consolas"/>
              </a:defRPr>
            </a:lvl1pPr>
            <a:lvl2pPr algn="l">
              <a:defRPr sz="1950" b="0">
                <a:solidFill>
                  <a:srgbClr val="EDF4FB"/>
                </a:solidFill>
                <a:latin typeface="Consolas"/>
                <a:ea typeface="Consolas"/>
                <a:cs typeface="Consolas"/>
              </a:defRPr>
            </a:lvl2pPr>
            <a:lvl3pPr algn="l">
              <a:defRPr sz="1950" b="0">
                <a:solidFill>
                  <a:srgbClr val="EDF4FB"/>
                </a:solidFill>
                <a:latin typeface="Consolas"/>
                <a:ea typeface="Consolas"/>
                <a:cs typeface="Consolas"/>
              </a:defRPr>
            </a:lvl3pPr>
            <a:lvl4pPr algn="l">
              <a:defRPr sz="1950" b="0">
                <a:solidFill>
                  <a:srgbClr val="EDF4FB"/>
                </a:solidFill>
                <a:latin typeface="Consolas"/>
                <a:ea typeface="Consolas"/>
                <a:cs typeface="Consolas"/>
              </a:defRPr>
            </a:lvl4pPr>
            <a:lvl5pPr algn="l">
              <a:defRPr sz="1950" b="0">
                <a:solidFill>
                  <a:srgbClr val="EDF4FB"/>
                </a:solidFill>
                <a:latin typeface="Consolas"/>
                <a:ea typeface="Consolas"/>
                <a:cs typeface="Consolas"/>
              </a:defRPr>
            </a:lvl5pPr>
            <a:lvl6pPr algn="l">
              <a:defRPr sz="1950" b="0">
                <a:solidFill>
                  <a:srgbClr val="EDF4FB"/>
                </a:solidFill>
                <a:latin typeface="Consolas"/>
                <a:ea typeface="Consolas"/>
                <a:cs typeface="Consolas"/>
              </a:defRPr>
            </a:lvl6pPr>
            <a:lvl7pPr algn="l">
              <a:defRPr sz="1950" b="0">
                <a:solidFill>
                  <a:srgbClr val="EDF4FB"/>
                </a:solidFill>
                <a:latin typeface="Consolas"/>
                <a:ea typeface="Consolas"/>
                <a:cs typeface="Consolas"/>
              </a:defRPr>
            </a:lvl7pPr>
            <a:lvl8pPr algn="l">
              <a:defRPr sz="1950" b="0">
                <a:solidFill>
                  <a:srgbClr val="EDF4FB"/>
                </a:solidFill>
                <a:latin typeface="Consolas"/>
                <a:ea typeface="Consolas"/>
                <a:cs typeface="Consolas"/>
              </a:defRPr>
            </a:lvl8pPr>
            <a:lvl9pPr algn="l">
              <a:defRPr sz="1950" b="0">
                <a:solidFill>
                  <a:srgbClr val="EDF4FB"/>
                </a:solidFill>
                <a:latin typeface="Consolas"/>
                <a:ea typeface="Consolas"/>
                <a:cs typeface="Consolas"/>
              </a:defRPr>
            </a:lvl9pPr>
          </a:lstStyle>
          <a:p xmlns:a="http://schemas.openxmlformats.org/drawingml/2006/main">
            <a:pPr algn="l">
              <a:defRPr sz="1950" b="0">
                <a:solidFill>
                  <a:srgbClr val="EDF4FB"/>
                </a:solidFill>
                <a:latin typeface="Consolas"/>
                <a:ea typeface="Consolas"/>
                <a:cs typeface="Consolas"/>
              </a:defRPr>
            </a:pPr>
            <a:r>
              <a:rPr sz="1950" b="0">
                <a:solidFill>
                  <a:srgbClr val="EDF4FB"/>
                </a:solidFill>
                <a:latin typeface="Consolas"/>
                <a:ea typeface="Consolas"/>
                <a:cs typeface="Consolas"/>
              </a:rPr>
              <a:t>print([cls.__name__ for cls in D.__mro__])</a:t>
            </a:r>
          </a:p>
        </p:txBody>
      </p:sp>
      <p:sp>
        <p:nvSpPr>
          <p:cNvPr id="9" name="# [&quot;D&quot;, &quot;B&quot;, &quot;C&quot;, &quot;A&quot;, &quot;object&quot;]">
            <a:extLst xmlns:a="http://schemas.openxmlformats.org/drawingml/2006/main">
              <a:ext uri="{FF2B5EF4-FFF2-40B4-BE49-F238E27FC236}">
                <a16:creationId xmlns:a16="http://schemas.microsoft.com/office/drawing/2014/main" id="{B79DBB60-C26C-4334-9494-C559CB3E2213}"/>
              </a:ext>
            </a:extLst>
          </p:cNvPr>
          <p:cNvSpPr>
            <a:spLocks xmlns:a="http://schemas.openxmlformats.org/drawingml/2006/main" noGrp="1"/>
          </p:cNvSpPr>
          <p:nvPr/>
        </p:nvSpPr>
        <p:spPr>
          <a:xfrm xmlns:a="http://schemas.openxmlformats.org/drawingml/2006/main">
            <a:off x="590550" y="3667125"/>
            <a:ext cx="10953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EDF4FB"/>
                </a:solidFill>
                <a:latin typeface="Consolas"/>
                <a:ea typeface="Consolas"/>
                <a:cs typeface="Consolas"/>
              </a:defRPr>
            </a:defPPr>
            <a:lvl1pPr algn="l">
              <a:defRPr sz="1950" b="0">
                <a:solidFill>
                  <a:srgbClr val="EDF4FB"/>
                </a:solidFill>
                <a:latin typeface="Consolas"/>
                <a:ea typeface="Consolas"/>
                <a:cs typeface="Consolas"/>
              </a:defRPr>
            </a:lvl1pPr>
            <a:lvl2pPr algn="l">
              <a:defRPr sz="1950" b="0">
                <a:solidFill>
                  <a:srgbClr val="EDF4FB"/>
                </a:solidFill>
                <a:latin typeface="Consolas"/>
                <a:ea typeface="Consolas"/>
                <a:cs typeface="Consolas"/>
              </a:defRPr>
            </a:lvl2pPr>
            <a:lvl3pPr algn="l">
              <a:defRPr sz="1950" b="0">
                <a:solidFill>
                  <a:srgbClr val="EDF4FB"/>
                </a:solidFill>
                <a:latin typeface="Consolas"/>
                <a:ea typeface="Consolas"/>
                <a:cs typeface="Consolas"/>
              </a:defRPr>
            </a:lvl3pPr>
            <a:lvl4pPr algn="l">
              <a:defRPr sz="1950" b="0">
                <a:solidFill>
                  <a:srgbClr val="EDF4FB"/>
                </a:solidFill>
                <a:latin typeface="Consolas"/>
                <a:ea typeface="Consolas"/>
                <a:cs typeface="Consolas"/>
              </a:defRPr>
            </a:lvl4pPr>
            <a:lvl5pPr algn="l">
              <a:defRPr sz="1950" b="0">
                <a:solidFill>
                  <a:srgbClr val="EDF4FB"/>
                </a:solidFill>
                <a:latin typeface="Consolas"/>
                <a:ea typeface="Consolas"/>
                <a:cs typeface="Consolas"/>
              </a:defRPr>
            </a:lvl5pPr>
            <a:lvl6pPr algn="l">
              <a:defRPr sz="1950" b="0">
                <a:solidFill>
                  <a:srgbClr val="EDF4FB"/>
                </a:solidFill>
                <a:latin typeface="Consolas"/>
                <a:ea typeface="Consolas"/>
                <a:cs typeface="Consolas"/>
              </a:defRPr>
            </a:lvl6pPr>
            <a:lvl7pPr algn="l">
              <a:defRPr sz="1950" b="0">
                <a:solidFill>
                  <a:srgbClr val="EDF4FB"/>
                </a:solidFill>
                <a:latin typeface="Consolas"/>
                <a:ea typeface="Consolas"/>
                <a:cs typeface="Consolas"/>
              </a:defRPr>
            </a:lvl7pPr>
            <a:lvl8pPr algn="l">
              <a:defRPr sz="1950" b="0">
                <a:solidFill>
                  <a:srgbClr val="EDF4FB"/>
                </a:solidFill>
                <a:latin typeface="Consolas"/>
                <a:ea typeface="Consolas"/>
                <a:cs typeface="Consolas"/>
              </a:defRPr>
            </a:lvl8pPr>
            <a:lvl9pPr algn="l">
              <a:defRPr sz="1950" b="0">
                <a:solidFill>
                  <a:srgbClr val="EDF4FB"/>
                </a:solidFill>
                <a:latin typeface="Consolas"/>
                <a:ea typeface="Consolas"/>
                <a:cs typeface="Consolas"/>
              </a:defRPr>
            </a:lvl9pPr>
          </a:lstStyle>
          <a:p xmlns:a="http://schemas.openxmlformats.org/drawingml/2006/main">
            <a:pPr algn="l">
              <a:defRPr sz="1950" b="0">
                <a:solidFill>
                  <a:srgbClr val="EDF4FB"/>
                </a:solidFill>
                <a:latin typeface="Consolas"/>
                <a:ea typeface="Consolas"/>
                <a:cs typeface="Consolas"/>
              </a:defRPr>
            </a:pPr>
            <a:r>
              <a:rPr sz="1950" b="0">
                <a:solidFill>
                  <a:srgbClr val="EDF4FB"/>
                </a:solidFill>
                <a:latin typeface="Consolas"/>
                <a:ea typeface="Consolas"/>
                <a:cs typeface="Consolas"/>
              </a:rPr>
              <a:t># ["D", "B", "C", "A", "object"]</a:t>
            </a:r>
          </a:p>
        </p:txBody>
      </p:sp>
      <p:sp>
        <p:nvSpPr>
          <p:cNvPr id="10" name="MRO はメソッド解決順序で、C3 線形化によって決まる。">
            <a:extLst xmlns:a="http://schemas.openxmlformats.org/drawingml/2006/main">
              <a:ext uri="{FF2B5EF4-FFF2-40B4-BE49-F238E27FC236}">
                <a16:creationId xmlns:a16="http://schemas.microsoft.com/office/drawing/2014/main" id="{0B4A078E-CBD1-4D79-9B31-05A29FC7AB88}"/>
              </a:ext>
            </a:extLst>
          </p:cNvPr>
          <p:cNvSpPr>
            <a:spLocks xmlns:a="http://schemas.openxmlformats.org/drawingml/2006/main" noGrp="1"/>
          </p:cNvSpPr>
          <p:nvPr/>
        </p:nvSpPr>
        <p:spPr>
          <a:xfrm xmlns:a="http://schemas.openxmlformats.org/drawingml/2006/main">
            <a:off x="590550" y="5524500"/>
            <a:ext cx="523875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68EDBE"/>
                </a:solidFill>
                <a:latin typeface="Yu Gothic"/>
                <a:ea typeface="Yu Gothic"/>
                <a:cs typeface="Yu Gothic"/>
              </a:defRPr>
            </a:defPPr>
            <a:lvl1pPr algn="l">
              <a:defRPr sz="1725" b="0">
                <a:solidFill>
                  <a:srgbClr val="68EDBE"/>
                </a:solidFill>
                <a:latin typeface="Yu Gothic"/>
                <a:ea typeface="Yu Gothic"/>
                <a:cs typeface="Yu Gothic"/>
              </a:defRPr>
            </a:lvl1pPr>
            <a:lvl2pPr algn="l">
              <a:defRPr sz="1725" b="0">
                <a:solidFill>
                  <a:srgbClr val="68EDBE"/>
                </a:solidFill>
                <a:latin typeface="Yu Gothic"/>
                <a:ea typeface="Yu Gothic"/>
                <a:cs typeface="Yu Gothic"/>
              </a:defRPr>
            </a:lvl2pPr>
            <a:lvl3pPr algn="l">
              <a:defRPr sz="1725" b="0">
                <a:solidFill>
                  <a:srgbClr val="68EDBE"/>
                </a:solidFill>
                <a:latin typeface="Yu Gothic"/>
                <a:ea typeface="Yu Gothic"/>
                <a:cs typeface="Yu Gothic"/>
              </a:defRPr>
            </a:lvl3pPr>
            <a:lvl4pPr algn="l">
              <a:defRPr sz="1725" b="0">
                <a:solidFill>
                  <a:srgbClr val="68EDBE"/>
                </a:solidFill>
                <a:latin typeface="Yu Gothic"/>
                <a:ea typeface="Yu Gothic"/>
                <a:cs typeface="Yu Gothic"/>
              </a:defRPr>
            </a:lvl4pPr>
            <a:lvl5pPr algn="l">
              <a:defRPr sz="1725" b="0">
                <a:solidFill>
                  <a:srgbClr val="68EDBE"/>
                </a:solidFill>
                <a:latin typeface="Yu Gothic"/>
                <a:ea typeface="Yu Gothic"/>
                <a:cs typeface="Yu Gothic"/>
              </a:defRPr>
            </a:lvl5pPr>
            <a:lvl6pPr algn="l">
              <a:defRPr sz="1725" b="0">
                <a:solidFill>
                  <a:srgbClr val="68EDBE"/>
                </a:solidFill>
                <a:latin typeface="Yu Gothic"/>
                <a:ea typeface="Yu Gothic"/>
                <a:cs typeface="Yu Gothic"/>
              </a:defRPr>
            </a:lvl6pPr>
            <a:lvl7pPr algn="l">
              <a:defRPr sz="1725" b="0">
                <a:solidFill>
                  <a:srgbClr val="68EDBE"/>
                </a:solidFill>
                <a:latin typeface="Yu Gothic"/>
                <a:ea typeface="Yu Gothic"/>
                <a:cs typeface="Yu Gothic"/>
              </a:defRPr>
            </a:lvl7pPr>
            <a:lvl8pPr algn="l">
              <a:defRPr sz="1725" b="0">
                <a:solidFill>
                  <a:srgbClr val="68EDBE"/>
                </a:solidFill>
                <a:latin typeface="Yu Gothic"/>
                <a:ea typeface="Yu Gothic"/>
                <a:cs typeface="Yu Gothic"/>
              </a:defRPr>
            </a:lvl8pPr>
            <a:lvl9pPr algn="l">
              <a:defRPr sz="1725" b="0">
                <a:solidFill>
                  <a:srgbClr val="68EDBE"/>
                </a:solidFill>
                <a:latin typeface="Yu Gothic"/>
                <a:ea typeface="Yu Gothic"/>
                <a:cs typeface="Yu Gothic"/>
              </a:defRPr>
            </a:lvl9pPr>
          </a:lstStyle>
          <a:p xmlns:a="http://schemas.openxmlformats.org/drawingml/2006/main">
            <a:pPr algn="l">
              <a:defRPr sz="1725" b="0">
                <a:solidFill>
                  <a:srgbClr val="68EDBE"/>
                </a:solidFill>
                <a:latin typeface="Yu Gothic"/>
                <a:ea typeface="Yu Gothic"/>
                <a:cs typeface="Yu Gothic"/>
              </a:defRPr>
            </a:pPr>
            <a:r>
              <a:rPr sz="1725" b="0">
                <a:solidFill>
                  <a:srgbClr val="68EDBE"/>
                </a:solidFill>
                <a:latin typeface="Yu Gothic"/>
                <a:ea typeface="Yu Gothic"/>
                <a:cs typeface="Yu Gothic"/>
              </a:rPr>
              <a:t>MRO はメソッド解決順序で、C3 線形化によって決まる。</a:t>
            </a:r>
          </a:p>
        </p:txBody>
      </p:sp>
      <p:sp>
        <p:nvSpPr>
          <p:cNvPr id="11" name="D の順序は D・B・C・A・object。">
            <a:extLst xmlns:a="http://schemas.openxmlformats.org/drawingml/2006/main">
              <a:ext uri="{FF2B5EF4-FFF2-40B4-BE49-F238E27FC236}">
                <a16:creationId xmlns:a16="http://schemas.microsoft.com/office/drawing/2014/main" id="{15503418-A5A9-4B9B-BD60-F3CC869381F9}"/>
              </a:ext>
            </a:extLst>
          </p:cNvPr>
          <p:cNvSpPr>
            <a:spLocks xmlns:a="http://schemas.openxmlformats.org/drawingml/2006/main" noGrp="1"/>
          </p:cNvSpPr>
          <p:nvPr/>
        </p:nvSpPr>
        <p:spPr>
          <a:xfrm xmlns:a="http://schemas.openxmlformats.org/drawingml/2006/main">
            <a:off x="6305550" y="5524500"/>
            <a:ext cx="523875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68EDBE"/>
                </a:solidFill>
                <a:latin typeface="Yu Gothic"/>
                <a:ea typeface="Yu Gothic"/>
                <a:cs typeface="Yu Gothic"/>
              </a:defRPr>
            </a:defPPr>
            <a:lvl1pPr algn="l">
              <a:defRPr sz="1725" b="0">
                <a:solidFill>
                  <a:srgbClr val="68EDBE"/>
                </a:solidFill>
                <a:latin typeface="Yu Gothic"/>
                <a:ea typeface="Yu Gothic"/>
                <a:cs typeface="Yu Gothic"/>
              </a:defRPr>
            </a:lvl1pPr>
            <a:lvl2pPr algn="l">
              <a:defRPr sz="1725" b="0">
                <a:solidFill>
                  <a:srgbClr val="68EDBE"/>
                </a:solidFill>
                <a:latin typeface="Yu Gothic"/>
                <a:ea typeface="Yu Gothic"/>
                <a:cs typeface="Yu Gothic"/>
              </a:defRPr>
            </a:lvl2pPr>
            <a:lvl3pPr algn="l">
              <a:defRPr sz="1725" b="0">
                <a:solidFill>
                  <a:srgbClr val="68EDBE"/>
                </a:solidFill>
                <a:latin typeface="Yu Gothic"/>
                <a:ea typeface="Yu Gothic"/>
                <a:cs typeface="Yu Gothic"/>
              </a:defRPr>
            </a:lvl3pPr>
            <a:lvl4pPr algn="l">
              <a:defRPr sz="1725" b="0">
                <a:solidFill>
                  <a:srgbClr val="68EDBE"/>
                </a:solidFill>
                <a:latin typeface="Yu Gothic"/>
                <a:ea typeface="Yu Gothic"/>
                <a:cs typeface="Yu Gothic"/>
              </a:defRPr>
            </a:lvl4pPr>
            <a:lvl5pPr algn="l">
              <a:defRPr sz="1725" b="0">
                <a:solidFill>
                  <a:srgbClr val="68EDBE"/>
                </a:solidFill>
                <a:latin typeface="Yu Gothic"/>
                <a:ea typeface="Yu Gothic"/>
                <a:cs typeface="Yu Gothic"/>
              </a:defRPr>
            </a:lvl5pPr>
            <a:lvl6pPr algn="l">
              <a:defRPr sz="1725" b="0">
                <a:solidFill>
                  <a:srgbClr val="68EDBE"/>
                </a:solidFill>
                <a:latin typeface="Yu Gothic"/>
                <a:ea typeface="Yu Gothic"/>
                <a:cs typeface="Yu Gothic"/>
              </a:defRPr>
            </a:lvl6pPr>
            <a:lvl7pPr algn="l">
              <a:defRPr sz="1725" b="0">
                <a:solidFill>
                  <a:srgbClr val="68EDBE"/>
                </a:solidFill>
                <a:latin typeface="Yu Gothic"/>
                <a:ea typeface="Yu Gothic"/>
                <a:cs typeface="Yu Gothic"/>
              </a:defRPr>
            </a:lvl7pPr>
            <a:lvl8pPr algn="l">
              <a:defRPr sz="1725" b="0">
                <a:solidFill>
                  <a:srgbClr val="68EDBE"/>
                </a:solidFill>
                <a:latin typeface="Yu Gothic"/>
                <a:ea typeface="Yu Gothic"/>
                <a:cs typeface="Yu Gothic"/>
              </a:defRPr>
            </a:lvl8pPr>
            <a:lvl9pPr algn="l">
              <a:defRPr sz="1725" b="0">
                <a:solidFill>
                  <a:srgbClr val="68EDBE"/>
                </a:solidFill>
                <a:latin typeface="Yu Gothic"/>
                <a:ea typeface="Yu Gothic"/>
                <a:cs typeface="Yu Gothic"/>
              </a:defRPr>
            </a:lvl9pPr>
          </a:lstStyle>
          <a:p xmlns:a="http://schemas.openxmlformats.org/drawingml/2006/main">
            <a:pPr algn="l">
              <a:defRPr sz="1725" b="0">
                <a:solidFill>
                  <a:srgbClr val="68EDBE"/>
                </a:solidFill>
                <a:latin typeface="Yu Gothic"/>
                <a:ea typeface="Yu Gothic"/>
                <a:cs typeface="Yu Gothic"/>
              </a:defRPr>
            </a:pPr>
            <a:r>
              <a:rPr sz="1725" b="0">
                <a:solidFill>
                  <a:srgbClr val="68EDBE"/>
                </a:solidFill>
                <a:latin typeface="Yu Gothic"/>
                <a:ea typeface="Yu Gothic"/>
                <a:cs typeface="Yu Gothic"/>
              </a:rPr>
              <a:t>D の順序は D・B・C・A・object。</a:t>
            </a:r>
          </a:p>
        </p:txBody>
      </p:sp>
      <p:sp>
        <p:nvSpPr>
          <p:cNvPr id="12" name="actors.py / week7_demo.py">
            <a:extLst xmlns:a="http://schemas.openxmlformats.org/drawingml/2006/main">
              <a:ext uri="{FF2B5EF4-FFF2-40B4-BE49-F238E27FC236}">
                <a16:creationId xmlns:a16="http://schemas.microsoft.com/office/drawing/2014/main" id="{C29A4FB0-7D6F-4186-AC06-0F073ABD31A9}"/>
              </a:ext>
            </a:extLst>
          </p:cNvPr>
          <p:cNvSpPr>
            <a:spLocks xmlns:a="http://schemas.openxmlformats.org/drawingml/2006/main" noGrp="1"/>
          </p:cNvSpPr>
          <p:nvPr/>
        </p:nvSpPr>
        <p:spPr>
          <a:xfrm xmlns:a="http://schemas.openxmlformats.org/drawingml/2006/main">
            <a:off x="590550" y="6543675"/>
            <a:ext cx="10287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EDF4FB"/>
                </a:solidFill>
                <a:latin typeface="Consolas"/>
                <a:ea typeface="Consolas"/>
                <a:cs typeface="Consolas"/>
              </a:defRPr>
            </a:defPPr>
            <a:lvl1pPr algn="l">
              <a:defRPr sz="1200" b="0">
                <a:solidFill>
                  <a:srgbClr val="EDF4FB"/>
                </a:solidFill>
                <a:latin typeface="Consolas"/>
                <a:ea typeface="Consolas"/>
                <a:cs typeface="Consolas"/>
              </a:defRPr>
            </a:lvl1pPr>
            <a:lvl2pPr algn="l">
              <a:defRPr sz="1200" b="0">
                <a:solidFill>
                  <a:srgbClr val="EDF4FB"/>
                </a:solidFill>
                <a:latin typeface="Consolas"/>
                <a:ea typeface="Consolas"/>
                <a:cs typeface="Consolas"/>
              </a:defRPr>
            </a:lvl2pPr>
            <a:lvl3pPr algn="l">
              <a:defRPr sz="1200" b="0">
                <a:solidFill>
                  <a:srgbClr val="EDF4FB"/>
                </a:solidFill>
                <a:latin typeface="Consolas"/>
                <a:ea typeface="Consolas"/>
                <a:cs typeface="Consolas"/>
              </a:defRPr>
            </a:lvl3pPr>
            <a:lvl4pPr algn="l">
              <a:defRPr sz="1200" b="0">
                <a:solidFill>
                  <a:srgbClr val="EDF4FB"/>
                </a:solidFill>
                <a:latin typeface="Consolas"/>
                <a:ea typeface="Consolas"/>
                <a:cs typeface="Consolas"/>
              </a:defRPr>
            </a:lvl4pPr>
            <a:lvl5pPr algn="l">
              <a:defRPr sz="1200" b="0">
                <a:solidFill>
                  <a:srgbClr val="EDF4FB"/>
                </a:solidFill>
                <a:latin typeface="Consolas"/>
                <a:ea typeface="Consolas"/>
                <a:cs typeface="Consolas"/>
              </a:defRPr>
            </a:lvl5pPr>
            <a:lvl6pPr algn="l">
              <a:defRPr sz="1200" b="0">
                <a:solidFill>
                  <a:srgbClr val="EDF4FB"/>
                </a:solidFill>
                <a:latin typeface="Consolas"/>
                <a:ea typeface="Consolas"/>
                <a:cs typeface="Consolas"/>
              </a:defRPr>
            </a:lvl6pPr>
            <a:lvl7pPr algn="l">
              <a:defRPr sz="1200" b="0">
                <a:solidFill>
                  <a:srgbClr val="EDF4FB"/>
                </a:solidFill>
                <a:latin typeface="Consolas"/>
                <a:ea typeface="Consolas"/>
                <a:cs typeface="Consolas"/>
              </a:defRPr>
            </a:lvl7pPr>
            <a:lvl8pPr algn="l">
              <a:defRPr sz="1200" b="0">
                <a:solidFill>
                  <a:srgbClr val="EDF4FB"/>
                </a:solidFill>
                <a:latin typeface="Consolas"/>
                <a:ea typeface="Consolas"/>
                <a:cs typeface="Consolas"/>
              </a:defRPr>
            </a:lvl8pPr>
            <a:lvl9pPr algn="l">
              <a:defRPr sz="1200" b="0">
                <a:solidFill>
                  <a:srgbClr val="EDF4FB"/>
                </a:solidFill>
                <a:latin typeface="Consolas"/>
                <a:ea typeface="Consolas"/>
                <a:cs typeface="Consolas"/>
              </a:defRPr>
            </a:lvl9pPr>
          </a:lstStyle>
          <a:p xmlns:a="http://schemas.openxmlformats.org/drawingml/2006/main">
            <a:pPr algn="l">
              <a:defRPr sz="1200" b="0">
                <a:solidFill>
                  <a:srgbClr val="EDF4FB"/>
                </a:solidFill>
                <a:latin typeface="Consolas"/>
                <a:ea typeface="Consolas"/>
                <a:cs typeface="Consolas"/>
              </a:defRPr>
            </a:pPr>
            <a:r>
              <a:rPr sz="1200" b="0">
                <a:solidFill>
                  <a:srgbClr val="EDF4FB"/>
                </a:solidFill>
                <a:latin typeface="Consolas"/>
                <a:ea typeface="Consolas"/>
                <a:cs typeface="Consolas"/>
              </a:rPr>
              <a:t>actors.py / week7_demo.py</a:t>
            </a:r>
          </a:p>
        </p:txBody>
      </p:sp>
      <p:sp>
        <p:nvSpPr>
          <p:cNvPr id="13" name="21">
            <a:extLst xmlns:a="http://schemas.openxmlformats.org/drawingml/2006/main">
              <a:ext uri="{FF2B5EF4-FFF2-40B4-BE49-F238E27FC236}">
                <a16:creationId xmlns:a16="http://schemas.microsoft.com/office/drawing/2014/main" id="{50DF740B-3446-49A5-B951-62889959FE31}"/>
              </a:ext>
            </a:extLst>
          </p:cNvPr>
          <p:cNvSpPr>
            <a:spLocks xmlns:a="http://schemas.openxmlformats.org/drawingml/2006/main" noGrp="1"/>
          </p:cNvSpPr>
          <p:nvPr/>
        </p:nvSpPr>
        <p:spPr>
          <a:xfrm xmlns:a="http://schemas.openxmlformats.org/drawingml/2006/main">
            <a:off x="11163300" y="6543675"/>
            <a:ext cx="4572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EDF4FB"/>
                </a:solidFill>
                <a:latin typeface="Yu Gothic"/>
                <a:ea typeface="Yu Gothic"/>
                <a:cs typeface="Yu Gothic"/>
              </a:defRPr>
            </a:defPPr>
            <a:lvl1pPr algn="l">
              <a:defRPr sz="1200" b="0">
                <a:solidFill>
                  <a:srgbClr val="EDF4FB"/>
                </a:solidFill>
                <a:latin typeface="Yu Gothic"/>
                <a:ea typeface="Yu Gothic"/>
                <a:cs typeface="Yu Gothic"/>
              </a:defRPr>
            </a:lvl1pPr>
            <a:lvl2pPr algn="l">
              <a:defRPr sz="1200" b="0">
                <a:solidFill>
                  <a:srgbClr val="EDF4FB"/>
                </a:solidFill>
                <a:latin typeface="Yu Gothic"/>
                <a:ea typeface="Yu Gothic"/>
                <a:cs typeface="Yu Gothic"/>
              </a:defRPr>
            </a:lvl2pPr>
            <a:lvl3pPr algn="l">
              <a:defRPr sz="1200" b="0">
                <a:solidFill>
                  <a:srgbClr val="EDF4FB"/>
                </a:solidFill>
                <a:latin typeface="Yu Gothic"/>
                <a:ea typeface="Yu Gothic"/>
                <a:cs typeface="Yu Gothic"/>
              </a:defRPr>
            </a:lvl3pPr>
            <a:lvl4pPr algn="l">
              <a:defRPr sz="1200" b="0">
                <a:solidFill>
                  <a:srgbClr val="EDF4FB"/>
                </a:solidFill>
                <a:latin typeface="Yu Gothic"/>
                <a:ea typeface="Yu Gothic"/>
                <a:cs typeface="Yu Gothic"/>
              </a:defRPr>
            </a:lvl4pPr>
            <a:lvl5pPr algn="l">
              <a:defRPr sz="1200" b="0">
                <a:solidFill>
                  <a:srgbClr val="EDF4FB"/>
                </a:solidFill>
                <a:latin typeface="Yu Gothic"/>
                <a:ea typeface="Yu Gothic"/>
                <a:cs typeface="Yu Gothic"/>
              </a:defRPr>
            </a:lvl5pPr>
            <a:lvl6pPr algn="l">
              <a:defRPr sz="1200" b="0">
                <a:solidFill>
                  <a:srgbClr val="EDF4FB"/>
                </a:solidFill>
                <a:latin typeface="Yu Gothic"/>
                <a:ea typeface="Yu Gothic"/>
                <a:cs typeface="Yu Gothic"/>
              </a:defRPr>
            </a:lvl6pPr>
            <a:lvl7pPr algn="l">
              <a:defRPr sz="1200" b="0">
                <a:solidFill>
                  <a:srgbClr val="EDF4FB"/>
                </a:solidFill>
                <a:latin typeface="Yu Gothic"/>
                <a:ea typeface="Yu Gothic"/>
                <a:cs typeface="Yu Gothic"/>
              </a:defRPr>
            </a:lvl7pPr>
            <a:lvl8pPr algn="l">
              <a:defRPr sz="1200" b="0">
                <a:solidFill>
                  <a:srgbClr val="EDF4FB"/>
                </a:solidFill>
                <a:latin typeface="Yu Gothic"/>
                <a:ea typeface="Yu Gothic"/>
                <a:cs typeface="Yu Gothic"/>
              </a:defRPr>
            </a:lvl8pPr>
            <a:lvl9pPr algn="l">
              <a:defRPr sz="1200" b="0">
                <a:solidFill>
                  <a:srgbClr val="EDF4FB"/>
                </a:solidFill>
                <a:latin typeface="Yu Gothic"/>
                <a:ea typeface="Yu Gothic"/>
                <a:cs typeface="Yu Gothic"/>
              </a:defRPr>
            </a:lvl9pPr>
          </a:lstStyle>
          <a:p xmlns:a="http://schemas.openxmlformats.org/drawingml/2006/main">
            <a:pPr algn="l">
              <a:defRPr sz="1200" b="0">
                <a:solidFill>
                  <a:srgbClr val="EDF4FB"/>
                </a:solidFill>
                <a:latin typeface="Yu Gothic"/>
                <a:ea typeface="Yu Gothic"/>
                <a:cs typeface="Yu Gothic"/>
              </a:defRPr>
            </a:pPr>
            <a:r>
              <a:rPr sz="1200" b="0">
                <a:solidFill>
                  <a:srgbClr val="EDF4FB"/>
                </a:solidFill>
                <a:latin typeface="Yu Gothic"/>
                <a:ea typeface="Yu Gothic"/>
                <a:cs typeface="Yu Gothic"/>
              </a:rPr>
              <a:t>21</a:t>
            </a:r>
          </a:p>
        </p:txBody>
      </p:sp>
    </p:spTree>
    <p:extLst>
      <p:ext uri="{BB962C8B-B14F-4D97-AF65-F5344CB8AC3E}">
        <p14:creationId xmlns:p14="http://schemas.microsoft.com/office/powerpoint/2010/main" val="1465520586"/>
      </p:ext>
    </p:extLst>
  </p:cSld>
</p:sld>
</file>

<file path=ppt/slides/slide22.xml><?xml version="1.0" encoding="utf-8"?>
<p:sld xmlns:p="http://schemas.openxmlformats.org/presentationml/2006/main">
  <p:cSld>
    <p:bg>
      <p:bgPr>
        <a:solidFill xmlns:a="http://schemas.openxmlformats.org/drawingml/2006/main">
          <a:srgbClr val="0B1422"/>
        </a:solidFill>
      </p:bgPr>
    </p:bg>
    <p:spTree>
      <p:nvGrpSpPr>
        <p:cNvPr id="1" name=""/>
        <p:cNvGrpSpPr/>
        <p:nvPr/>
      </p:nvGrpSpPr>
      <p:grpSpPr>
        <a:xfrm xmlns:a="http://schemas.openxmlformats.org/drawingml/2006/main"/>
      </p:grpSpPr>
      <p:sp>
        <p:nvSpPr>
          <p:cNvPr id="19" name="協調的な super() の呼び出し">
            <a:extLst xmlns:a="http://schemas.openxmlformats.org/drawingml/2006/main">
              <a:ext uri="{FF2B5EF4-FFF2-40B4-BE49-F238E27FC236}">
                <a16:creationId xmlns:a16="http://schemas.microsoft.com/office/drawing/2014/main" id="{D21B7706-4F84-4CE5-855D-D79C30669444}"/>
              </a:ext>
            </a:extLst>
          </p:cNvPr>
          <p:cNvSpPr>
            <a:spLocks xmlns:a="http://schemas.openxmlformats.org/drawingml/2006/main" noGrp="1"/>
          </p:cNvSpPr>
          <p:nvPr/>
        </p:nvSpPr>
        <p:spPr>
          <a:xfrm xmlns:a="http://schemas.openxmlformats.org/drawingml/2006/main">
            <a:off x="561975" y="400050"/>
            <a:ext cx="110490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EDF4FB"/>
                </a:solidFill>
                <a:latin typeface="Yu Gothic"/>
                <a:ea typeface="Yu Gothic"/>
                <a:cs typeface="Yu Gothic"/>
              </a:defRPr>
            </a:defPPr>
            <a:lvl1pPr algn="l">
              <a:defRPr sz="3300" b="1">
                <a:solidFill>
                  <a:srgbClr val="EDF4FB"/>
                </a:solidFill>
                <a:latin typeface="Yu Gothic"/>
                <a:ea typeface="Yu Gothic"/>
                <a:cs typeface="Yu Gothic"/>
              </a:defRPr>
            </a:lvl1pPr>
            <a:lvl2pPr algn="l">
              <a:defRPr sz="3300" b="1">
                <a:solidFill>
                  <a:srgbClr val="EDF4FB"/>
                </a:solidFill>
                <a:latin typeface="Yu Gothic"/>
                <a:ea typeface="Yu Gothic"/>
                <a:cs typeface="Yu Gothic"/>
              </a:defRPr>
            </a:lvl2pPr>
            <a:lvl3pPr algn="l">
              <a:defRPr sz="3300" b="1">
                <a:solidFill>
                  <a:srgbClr val="EDF4FB"/>
                </a:solidFill>
                <a:latin typeface="Yu Gothic"/>
                <a:ea typeface="Yu Gothic"/>
                <a:cs typeface="Yu Gothic"/>
              </a:defRPr>
            </a:lvl3pPr>
            <a:lvl4pPr algn="l">
              <a:defRPr sz="3300" b="1">
                <a:solidFill>
                  <a:srgbClr val="EDF4FB"/>
                </a:solidFill>
                <a:latin typeface="Yu Gothic"/>
                <a:ea typeface="Yu Gothic"/>
                <a:cs typeface="Yu Gothic"/>
              </a:defRPr>
            </a:lvl4pPr>
            <a:lvl5pPr algn="l">
              <a:defRPr sz="3300" b="1">
                <a:solidFill>
                  <a:srgbClr val="EDF4FB"/>
                </a:solidFill>
                <a:latin typeface="Yu Gothic"/>
                <a:ea typeface="Yu Gothic"/>
                <a:cs typeface="Yu Gothic"/>
              </a:defRPr>
            </a:lvl5pPr>
            <a:lvl6pPr algn="l">
              <a:defRPr sz="3300" b="1">
                <a:solidFill>
                  <a:srgbClr val="EDF4FB"/>
                </a:solidFill>
                <a:latin typeface="Yu Gothic"/>
                <a:ea typeface="Yu Gothic"/>
                <a:cs typeface="Yu Gothic"/>
              </a:defRPr>
            </a:lvl6pPr>
            <a:lvl7pPr algn="l">
              <a:defRPr sz="3300" b="1">
                <a:solidFill>
                  <a:srgbClr val="EDF4FB"/>
                </a:solidFill>
                <a:latin typeface="Yu Gothic"/>
                <a:ea typeface="Yu Gothic"/>
                <a:cs typeface="Yu Gothic"/>
              </a:defRPr>
            </a:lvl7pPr>
            <a:lvl8pPr algn="l">
              <a:defRPr sz="3300" b="1">
                <a:solidFill>
                  <a:srgbClr val="EDF4FB"/>
                </a:solidFill>
                <a:latin typeface="Yu Gothic"/>
                <a:ea typeface="Yu Gothic"/>
                <a:cs typeface="Yu Gothic"/>
              </a:defRPr>
            </a:lvl8pPr>
            <a:lvl9pPr algn="l">
              <a:defRPr sz="3300" b="1">
                <a:solidFill>
                  <a:srgbClr val="EDF4FB"/>
                </a:solidFill>
                <a:latin typeface="Yu Gothic"/>
                <a:ea typeface="Yu Gothic"/>
                <a:cs typeface="Yu Gothic"/>
              </a:defRPr>
            </a:lvl9pPr>
          </a:lstStyle>
          <a:p xmlns:a="http://schemas.openxmlformats.org/drawingml/2006/main">
            <a:pPr algn="l">
              <a:defRPr sz="3300" b="1">
                <a:solidFill>
                  <a:srgbClr val="EDF4FB"/>
                </a:solidFill>
                <a:latin typeface="Yu Gothic"/>
                <a:ea typeface="Yu Gothic"/>
                <a:cs typeface="Yu Gothic"/>
              </a:defRPr>
            </a:pPr>
            <a:r>
              <a:rPr sz="3300" b="1">
                <a:solidFill>
                  <a:srgbClr val="EDF4FB"/>
                </a:solidFill>
                <a:latin typeface="Yu Gothic"/>
                <a:ea typeface="Yu Gothic"/>
                <a:cs typeface="Yu Gothic"/>
              </a:rPr>
              <a:t>協調的な super() の呼び出し</a:t>
            </a:r>
          </a:p>
        </p:txBody>
      </p:sp>
      <p:sp>
        <p:nvSpPr>
          <p:cNvPr id="2" name="以下のクラス定義後に D(B, C) を再定義する">
            <a:extLst xmlns:a="http://schemas.openxmlformats.org/drawingml/2006/main">
              <a:ext uri="{FF2B5EF4-FFF2-40B4-BE49-F238E27FC236}">
                <a16:creationId xmlns:a16="http://schemas.microsoft.com/office/drawing/2014/main" id="{DD8586F2-D8A1-477C-A4CB-B03AA2E58EE6}"/>
              </a:ext>
            </a:extLst>
          </p:cNvPr>
          <p:cNvSpPr>
            <a:spLocks xmlns:a="http://schemas.openxmlformats.org/drawingml/2006/main" noGrp="1"/>
          </p:cNvSpPr>
          <p:nvPr/>
        </p:nvSpPr>
        <p:spPr>
          <a:xfrm xmlns:a="http://schemas.openxmlformats.org/drawingml/2006/main">
            <a:off x="581025" y="1123950"/>
            <a:ext cx="1100137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68EDBE"/>
                </a:solidFill>
                <a:latin typeface="Yu Gothic"/>
                <a:ea typeface="Yu Gothic"/>
                <a:cs typeface="Yu Gothic"/>
              </a:defRPr>
            </a:defPPr>
            <a:lvl1pPr algn="l">
              <a:defRPr sz="1800" b="0">
                <a:solidFill>
                  <a:srgbClr val="68EDBE"/>
                </a:solidFill>
                <a:latin typeface="Yu Gothic"/>
                <a:ea typeface="Yu Gothic"/>
                <a:cs typeface="Yu Gothic"/>
              </a:defRPr>
            </a:lvl1pPr>
            <a:lvl2pPr algn="l">
              <a:defRPr sz="1800" b="0">
                <a:solidFill>
                  <a:srgbClr val="68EDBE"/>
                </a:solidFill>
                <a:latin typeface="Yu Gothic"/>
                <a:ea typeface="Yu Gothic"/>
                <a:cs typeface="Yu Gothic"/>
              </a:defRPr>
            </a:lvl2pPr>
            <a:lvl3pPr algn="l">
              <a:defRPr sz="1800" b="0">
                <a:solidFill>
                  <a:srgbClr val="68EDBE"/>
                </a:solidFill>
                <a:latin typeface="Yu Gothic"/>
                <a:ea typeface="Yu Gothic"/>
                <a:cs typeface="Yu Gothic"/>
              </a:defRPr>
            </a:lvl3pPr>
            <a:lvl4pPr algn="l">
              <a:defRPr sz="1800" b="0">
                <a:solidFill>
                  <a:srgbClr val="68EDBE"/>
                </a:solidFill>
                <a:latin typeface="Yu Gothic"/>
                <a:ea typeface="Yu Gothic"/>
                <a:cs typeface="Yu Gothic"/>
              </a:defRPr>
            </a:lvl4pPr>
            <a:lvl5pPr algn="l">
              <a:defRPr sz="1800" b="0">
                <a:solidFill>
                  <a:srgbClr val="68EDBE"/>
                </a:solidFill>
                <a:latin typeface="Yu Gothic"/>
                <a:ea typeface="Yu Gothic"/>
                <a:cs typeface="Yu Gothic"/>
              </a:defRPr>
            </a:lvl5pPr>
            <a:lvl6pPr algn="l">
              <a:defRPr sz="1800" b="0">
                <a:solidFill>
                  <a:srgbClr val="68EDBE"/>
                </a:solidFill>
                <a:latin typeface="Yu Gothic"/>
                <a:ea typeface="Yu Gothic"/>
                <a:cs typeface="Yu Gothic"/>
              </a:defRPr>
            </a:lvl6pPr>
            <a:lvl7pPr algn="l">
              <a:defRPr sz="1800" b="0">
                <a:solidFill>
                  <a:srgbClr val="68EDBE"/>
                </a:solidFill>
                <a:latin typeface="Yu Gothic"/>
                <a:ea typeface="Yu Gothic"/>
                <a:cs typeface="Yu Gothic"/>
              </a:defRPr>
            </a:lvl7pPr>
            <a:lvl8pPr algn="l">
              <a:defRPr sz="1800" b="0">
                <a:solidFill>
                  <a:srgbClr val="68EDBE"/>
                </a:solidFill>
                <a:latin typeface="Yu Gothic"/>
                <a:ea typeface="Yu Gothic"/>
                <a:cs typeface="Yu Gothic"/>
              </a:defRPr>
            </a:lvl8pPr>
            <a:lvl9pPr algn="l">
              <a:defRPr sz="1800" b="0">
                <a:solidFill>
                  <a:srgbClr val="68EDBE"/>
                </a:solidFill>
                <a:latin typeface="Yu Gothic"/>
                <a:ea typeface="Yu Gothic"/>
                <a:cs typeface="Yu Gothic"/>
              </a:defRPr>
            </a:lvl9pPr>
          </a:lstStyle>
          <a:p xmlns:a="http://schemas.openxmlformats.org/drawingml/2006/main">
            <a:pPr algn="l">
              <a:defRPr sz="1800" b="0">
                <a:solidFill>
                  <a:srgbClr val="68EDBE"/>
                </a:solidFill>
                <a:latin typeface="Yu Gothic"/>
                <a:ea typeface="Yu Gothic"/>
                <a:cs typeface="Yu Gothic"/>
              </a:defRPr>
            </a:pPr>
            <a:r>
              <a:rPr sz="1800" b="0">
                <a:solidFill>
                  <a:srgbClr val="68EDBE"/>
                </a:solidFill>
                <a:latin typeface="Yu Gothic"/>
                <a:ea typeface="Yu Gothic"/>
                <a:cs typeface="Yu Gothic"/>
              </a:rPr>
              <a:t>以下のクラス定義後に D(B, C) を再定義する</a:t>
            </a:r>
          </a:p>
        </p:txBody>
      </p:sp>
      <p:sp>
        <p:nvSpPr>
          <p:cNvPr id="3" name="class A:">
            <a:extLst xmlns:a="http://schemas.openxmlformats.org/drawingml/2006/main">
              <a:ext uri="{FF2B5EF4-FFF2-40B4-BE49-F238E27FC236}">
                <a16:creationId xmlns:a16="http://schemas.microsoft.com/office/drawing/2014/main" id="{9051CBE4-5594-4931-B919-FC292A8A4CED}"/>
              </a:ext>
            </a:extLst>
          </p:cNvPr>
          <p:cNvSpPr>
            <a:spLocks xmlns:a="http://schemas.openxmlformats.org/drawingml/2006/main" noGrp="1"/>
          </p:cNvSpPr>
          <p:nvPr/>
        </p:nvSpPr>
        <p:spPr>
          <a:xfrm xmlns:a="http://schemas.openxmlformats.org/drawingml/2006/main">
            <a:off x="590550" y="1838325"/>
            <a:ext cx="10953750" cy="3286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EDF4FB"/>
                </a:solidFill>
                <a:latin typeface="Consolas"/>
                <a:ea typeface="Consolas"/>
                <a:cs typeface="Consolas"/>
              </a:defRPr>
            </a:defPPr>
            <a:lvl1pPr algn="l">
              <a:defRPr sz="1950" b="0">
                <a:solidFill>
                  <a:srgbClr val="EDF4FB"/>
                </a:solidFill>
                <a:latin typeface="Consolas"/>
                <a:ea typeface="Consolas"/>
                <a:cs typeface="Consolas"/>
              </a:defRPr>
            </a:lvl1pPr>
            <a:lvl2pPr algn="l">
              <a:defRPr sz="1950" b="0">
                <a:solidFill>
                  <a:srgbClr val="EDF4FB"/>
                </a:solidFill>
                <a:latin typeface="Consolas"/>
                <a:ea typeface="Consolas"/>
                <a:cs typeface="Consolas"/>
              </a:defRPr>
            </a:lvl2pPr>
            <a:lvl3pPr algn="l">
              <a:defRPr sz="1950" b="0">
                <a:solidFill>
                  <a:srgbClr val="EDF4FB"/>
                </a:solidFill>
                <a:latin typeface="Consolas"/>
                <a:ea typeface="Consolas"/>
                <a:cs typeface="Consolas"/>
              </a:defRPr>
            </a:lvl3pPr>
            <a:lvl4pPr algn="l">
              <a:defRPr sz="1950" b="0">
                <a:solidFill>
                  <a:srgbClr val="EDF4FB"/>
                </a:solidFill>
                <a:latin typeface="Consolas"/>
                <a:ea typeface="Consolas"/>
                <a:cs typeface="Consolas"/>
              </a:defRPr>
            </a:lvl4pPr>
            <a:lvl5pPr algn="l">
              <a:defRPr sz="1950" b="0">
                <a:solidFill>
                  <a:srgbClr val="EDF4FB"/>
                </a:solidFill>
                <a:latin typeface="Consolas"/>
                <a:ea typeface="Consolas"/>
                <a:cs typeface="Consolas"/>
              </a:defRPr>
            </a:lvl5pPr>
            <a:lvl6pPr algn="l">
              <a:defRPr sz="1950" b="0">
                <a:solidFill>
                  <a:srgbClr val="EDF4FB"/>
                </a:solidFill>
                <a:latin typeface="Consolas"/>
                <a:ea typeface="Consolas"/>
                <a:cs typeface="Consolas"/>
              </a:defRPr>
            </a:lvl6pPr>
            <a:lvl7pPr algn="l">
              <a:defRPr sz="1950" b="0">
                <a:solidFill>
                  <a:srgbClr val="EDF4FB"/>
                </a:solidFill>
                <a:latin typeface="Consolas"/>
                <a:ea typeface="Consolas"/>
                <a:cs typeface="Consolas"/>
              </a:defRPr>
            </a:lvl7pPr>
            <a:lvl8pPr algn="l">
              <a:defRPr sz="1950" b="0">
                <a:solidFill>
                  <a:srgbClr val="EDF4FB"/>
                </a:solidFill>
                <a:latin typeface="Consolas"/>
                <a:ea typeface="Consolas"/>
                <a:cs typeface="Consolas"/>
              </a:defRPr>
            </a:lvl8pPr>
            <a:lvl9pPr algn="l">
              <a:defRPr sz="1950" b="0">
                <a:solidFill>
                  <a:srgbClr val="EDF4FB"/>
                </a:solidFill>
                <a:latin typeface="Consolas"/>
                <a:ea typeface="Consolas"/>
                <a:cs typeface="Consolas"/>
              </a:defRPr>
            </a:lvl9pPr>
          </a:lstStyle>
          <a:p xmlns:a="http://schemas.openxmlformats.org/drawingml/2006/main">
            <a:pPr algn="l">
              <a:defRPr sz="1950" b="0">
                <a:solidFill>
                  <a:srgbClr val="EDF4FB"/>
                </a:solidFill>
                <a:latin typeface="Consolas"/>
                <a:ea typeface="Consolas"/>
                <a:cs typeface="Consolas"/>
              </a:defRPr>
            </a:pPr>
            <a:r>
              <a:rPr sz="1950" b="0">
                <a:solidFill>
                  <a:srgbClr val="EDF4FB"/>
                </a:solidFill>
                <a:latin typeface="Consolas"/>
                <a:ea typeface="Consolas"/>
                <a:cs typeface="Consolas"/>
              </a:rPr>
              <a:t>class A:</a:t>
            </a:r>
          </a:p>
        </p:txBody>
      </p:sp>
      <p:sp>
        <p:nvSpPr>
          <p:cNvPr id="4" name="    def act(self): print(&quot;A&quot;)">
            <a:extLst xmlns:a="http://schemas.openxmlformats.org/drawingml/2006/main">
              <a:ext uri="{FF2B5EF4-FFF2-40B4-BE49-F238E27FC236}">
                <a16:creationId xmlns:a16="http://schemas.microsoft.com/office/drawing/2014/main" id="{691FB7F0-3629-46E5-A595-C099284D7899}"/>
              </a:ext>
            </a:extLst>
          </p:cNvPr>
          <p:cNvSpPr>
            <a:spLocks xmlns:a="http://schemas.openxmlformats.org/drawingml/2006/main" noGrp="1"/>
          </p:cNvSpPr>
          <p:nvPr/>
        </p:nvSpPr>
        <p:spPr>
          <a:xfrm xmlns:a="http://schemas.openxmlformats.org/drawingml/2006/main">
            <a:off x="590550" y="2128838"/>
            <a:ext cx="10953750" cy="3286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EDF4FB"/>
                </a:solidFill>
                <a:latin typeface="Consolas"/>
                <a:ea typeface="Consolas"/>
                <a:cs typeface="Consolas"/>
              </a:defRPr>
            </a:defPPr>
            <a:lvl1pPr algn="l">
              <a:defRPr sz="1950" b="0">
                <a:solidFill>
                  <a:srgbClr val="EDF4FB"/>
                </a:solidFill>
                <a:latin typeface="Consolas"/>
                <a:ea typeface="Consolas"/>
                <a:cs typeface="Consolas"/>
              </a:defRPr>
            </a:lvl1pPr>
            <a:lvl2pPr algn="l">
              <a:defRPr sz="1950" b="0">
                <a:solidFill>
                  <a:srgbClr val="EDF4FB"/>
                </a:solidFill>
                <a:latin typeface="Consolas"/>
                <a:ea typeface="Consolas"/>
                <a:cs typeface="Consolas"/>
              </a:defRPr>
            </a:lvl2pPr>
            <a:lvl3pPr algn="l">
              <a:defRPr sz="1950" b="0">
                <a:solidFill>
                  <a:srgbClr val="EDF4FB"/>
                </a:solidFill>
                <a:latin typeface="Consolas"/>
                <a:ea typeface="Consolas"/>
                <a:cs typeface="Consolas"/>
              </a:defRPr>
            </a:lvl3pPr>
            <a:lvl4pPr algn="l">
              <a:defRPr sz="1950" b="0">
                <a:solidFill>
                  <a:srgbClr val="EDF4FB"/>
                </a:solidFill>
                <a:latin typeface="Consolas"/>
                <a:ea typeface="Consolas"/>
                <a:cs typeface="Consolas"/>
              </a:defRPr>
            </a:lvl4pPr>
            <a:lvl5pPr algn="l">
              <a:defRPr sz="1950" b="0">
                <a:solidFill>
                  <a:srgbClr val="EDF4FB"/>
                </a:solidFill>
                <a:latin typeface="Consolas"/>
                <a:ea typeface="Consolas"/>
                <a:cs typeface="Consolas"/>
              </a:defRPr>
            </a:lvl5pPr>
            <a:lvl6pPr algn="l">
              <a:defRPr sz="1950" b="0">
                <a:solidFill>
                  <a:srgbClr val="EDF4FB"/>
                </a:solidFill>
                <a:latin typeface="Consolas"/>
                <a:ea typeface="Consolas"/>
                <a:cs typeface="Consolas"/>
              </a:defRPr>
            </a:lvl6pPr>
            <a:lvl7pPr algn="l">
              <a:defRPr sz="1950" b="0">
                <a:solidFill>
                  <a:srgbClr val="EDF4FB"/>
                </a:solidFill>
                <a:latin typeface="Consolas"/>
                <a:ea typeface="Consolas"/>
                <a:cs typeface="Consolas"/>
              </a:defRPr>
            </a:lvl7pPr>
            <a:lvl8pPr algn="l">
              <a:defRPr sz="1950" b="0">
                <a:solidFill>
                  <a:srgbClr val="EDF4FB"/>
                </a:solidFill>
                <a:latin typeface="Consolas"/>
                <a:ea typeface="Consolas"/>
                <a:cs typeface="Consolas"/>
              </a:defRPr>
            </a:lvl8pPr>
            <a:lvl9pPr algn="l">
              <a:defRPr sz="1950" b="0">
                <a:solidFill>
                  <a:srgbClr val="EDF4FB"/>
                </a:solidFill>
                <a:latin typeface="Consolas"/>
                <a:ea typeface="Consolas"/>
                <a:cs typeface="Consolas"/>
              </a:defRPr>
            </a:lvl9pPr>
          </a:lstStyle>
          <a:p xmlns:a="http://schemas.openxmlformats.org/drawingml/2006/main">
            <a:pPr algn="l">
              <a:defRPr sz="1950" b="0">
                <a:solidFill>
                  <a:srgbClr val="EDF4FB"/>
                </a:solidFill>
                <a:latin typeface="Consolas"/>
                <a:ea typeface="Consolas"/>
                <a:cs typeface="Consolas"/>
              </a:defRPr>
            </a:pPr>
            <a:r>
              <a:rPr sz="1950" b="0">
                <a:solidFill>
                  <a:srgbClr val="EDF4FB"/>
                </a:solidFill>
                <a:latin typeface="Consolas"/>
                <a:ea typeface="Consolas"/>
                <a:cs typeface="Consolas"/>
              </a:rPr>
              <a:t>    def act(self): print("A")</a:t>
            </a:r>
          </a:p>
        </p:txBody>
      </p:sp>
      <p:sp>
        <p:nvSpPr>
          <p:cNvPr id="5" name="class B(A):">
            <a:extLst xmlns:a="http://schemas.openxmlformats.org/drawingml/2006/main">
              <a:ext uri="{FF2B5EF4-FFF2-40B4-BE49-F238E27FC236}">
                <a16:creationId xmlns:a16="http://schemas.microsoft.com/office/drawing/2014/main" id="{3E002EE5-72B4-44AD-B23A-F7A912B62EB9}"/>
              </a:ext>
            </a:extLst>
          </p:cNvPr>
          <p:cNvSpPr>
            <a:spLocks xmlns:a="http://schemas.openxmlformats.org/drawingml/2006/main" noGrp="1"/>
          </p:cNvSpPr>
          <p:nvPr/>
        </p:nvSpPr>
        <p:spPr>
          <a:xfrm xmlns:a="http://schemas.openxmlformats.org/drawingml/2006/main">
            <a:off x="590550" y="2419350"/>
            <a:ext cx="10953750" cy="3286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EDF4FB"/>
                </a:solidFill>
                <a:latin typeface="Consolas"/>
                <a:ea typeface="Consolas"/>
                <a:cs typeface="Consolas"/>
              </a:defRPr>
            </a:defPPr>
            <a:lvl1pPr algn="l">
              <a:defRPr sz="1950" b="0">
                <a:solidFill>
                  <a:srgbClr val="EDF4FB"/>
                </a:solidFill>
                <a:latin typeface="Consolas"/>
                <a:ea typeface="Consolas"/>
                <a:cs typeface="Consolas"/>
              </a:defRPr>
            </a:lvl1pPr>
            <a:lvl2pPr algn="l">
              <a:defRPr sz="1950" b="0">
                <a:solidFill>
                  <a:srgbClr val="EDF4FB"/>
                </a:solidFill>
                <a:latin typeface="Consolas"/>
                <a:ea typeface="Consolas"/>
                <a:cs typeface="Consolas"/>
              </a:defRPr>
            </a:lvl2pPr>
            <a:lvl3pPr algn="l">
              <a:defRPr sz="1950" b="0">
                <a:solidFill>
                  <a:srgbClr val="EDF4FB"/>
                </a:solidFill>
                <a:latin typeface="Consolas"/>
                <a:ea typeface="Consolas"/>
                <a:cs typeface="Consolas"/>
              </a:defRPr>
            </a:lvl3pPr>
            <a:lvl4pPr algn="l">
              <a:defRPr sz="1950" b="0">
                <a:solidFill>
                  <a:srgbClr val="EDF4FB"/>
                </a:solidFill>
                <a:latin typeface="Consolas"/>
                <a:ea typeface="Consolas"/>
                <a:cs typeface="Consolas"/>
              </a:defRPr>
            </a:lvl4pPr>
            <a:lvl5pPr algn="l">
              <a:defRPr sz="1950" b="0">
                <a:solidFill>
                  <a:srgbClr val="EDF4FB"/>
                </a:solidFill>
                <a:latin typeface="Consolas"/>
                <a:ea typeface="Consolas"/>
                <a:cs typeface="Consolas"/>
              </a:defRPr>
            </a:lvl5pPr>
            <a:lvl6pPr algn="l">
              <a:defRPr sz="1950" b="0">
                <a:solidFill>
                  <a:srgbClr val="EDF4FB"/>
                </a:solidFill>
                <a:latin typeface="Consolas"/>
                <a:ea typeface="Consolas"/>
                <a:cs typeface="Consolas"/>
              </a:defRPr>
            </a:lvl6pPr>
            <a:lvl7pPr algn="l">
              <a:defRPr sz="1950" b="0">
                <a:solidFill>
                  <a:srgbClr val="EDF4FB"/>
                </a:solidFill>
                <a:latin typeface="Consolas"/>
                <a:ea typeface="Consolas"/>
                <a:cs typeface="Consolas"/>
              </a:defRPr>
            </a:lvl7pPr>
            <a:lvl8pPr algn="l">
              <a:defRPr sz="1950" b="0">
                <a:solidFill>
                  <a:srgbClr val="EDF4FB"/>
                </a:solidFill>
                <a:latin typeface="Consolas"/>
                <a:ea typeface="Consolas"/>
                <a:cs typeface="Consolas"/>
              </a:defRPr>
            </a:lvl8pPr>
            <a:lvl9pPr algn="l">
              <a:defRPr sz="1950" b="0">
                <a:solidFill>
                  <a:srgbClr val="EDF4FB"/>
                </a:solidFill>
                <a:latin typeface="Consolas"/>
                <a:ea typeface="Consolas"/>
                <a:cs typeface="Consolas"/>
              </a:defRPr>
            </a:lvl9pPr>
          </a:lstStyle>
          <a:p xmlns:a="http://schemas.openxmlformats.org/drawingml/2006/main">
            <a:pPr algn="l">
              <a:defRPr sz="1950" b="0">
                <a:solidFill>
                  <a:srgbClr val="EDF4FB"/>
                </a:solidFill>
                <a:latin typeface="Consolas"/>
                <a:ea typeface="Consolas"/>
                <a:cs typeface="Consolas"/>
              </a:defRPr>
            </a:pPr>
            <a:r>
              <a:rPr sz="1950" b="0">
                <a:solidFill>
                  <a:srgbClr val="EDF4FB"/>
                </a:solidFill>
                <a:latin typeface="Consolas"/>
                <a:ea typeface="Consolas"/>
                <a:cs typeface="Consolas"/>
              </a:rPr>
              <a:t>class B(A):</a:t>
            </a:r>
          </a:p>
        </p:txBody>
      </p:sp>
      <p:sp>
        <p:nvSpPr>
          <p:cNvPr id="6" name="    def act(self):">
            <a:extLst xmlns:a="http://schemas.openxmlformats.org/drawingml/2006/main">
              <a:ext uri="{FF2B5EF4-FFF2-40B4-BE49-F238E27FC236}">
                <a16:creationId xmlns:a16="http://schemas.microsoft.com/office/drawing/2014/main" id="{5AB44EB9-21AA-4F20-B6BE-83ED5231C265}"/>
              </a:ext>
            </a:extLst>
          </p:cNvPr>
          <p:cNvSpPr>
            <a:spLocks xmlns:a="http://schemas.openxmlformats.org/drawingml/2006/main" noGrp="1"/>
          </p:cNvSpPr>
          <p:nvPr/>
        </p:nvSpPr>
        <p:spPr>
          <a:xfrm xmlns:a="http://schemas.openxmlformats.org/drawingml/2006/main">
            <a:off x="590550" y="2709863"/>
            <a:ext cx="10953750" cy="3286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EDF4FB"/>
                </a:solidFill>
                <a:latin typeface="Consolas"/>
                <a:ea typeface="Consolas"/>
                <a:cs typeface="Consolas"/>
              </a:defRPr>
            </a:defPPr>
            <a:lvl1pPr algn="l">
              <a:defRPr sz="1950" b="0">
                <a:solidFill>
                  <a:srgbClr val="EDF4FB"/>
                </a:solidFill>
                <a:latin typeface="Consolas"/>
                <a:ea typeface="Consolas"/>
                <a:cs typeface="Consolas"/>
              </a:defRPr>
            </a:lvl1pPr>
            <a:lvl2pPr algn="l">
              <a:defRPr sz="1950" b="0">
                <a:solidFill>
                  <a:srgbClr val="EDF4FB"/>
                </a:solidFill>
                <a:latin typeface="Consolas"/>
                <a:ea typeface="Consolas"/>
                <a:cs typeface="Consolas"/>
              </a:defRPr>
            </a:lvl2pPr>
            <a:lvl3pPr algn="l">
              <a:defRPr sz="1950" b="0">
                <a:solidFill>
                  <a:srgbClr val="EDF4FB"/>
                </a:solidFill>
                <a:latin typeface="Consolas"/>
                <a:ea typeface="Consolas"/>
                <a:cs typeface="Consolas"/>
              </a:defRPr>
            </a:lvl3pPr>
            <a:lvl4pPr algn="l">
              <a:defRPr sz="1950" b="0">
                <a:solidFill>
                  <a:srgbClr val="EDF4FB"/>
                </a:solidFill>
                <a:latin typeface="Consolas"/>
                <a:ea typeface="Consolas"/>
                <a:cs typeface="Consolas"/>
              </a:defRPr>
            </a:lvl4pPr>
            <a:lvl5pPr algn="l">
              <a:defRPr sz="1950" b="0">
                <a:solidFill>
                  <a:srgbClr val="EDF4FB"/>
                </a:solidFill>
                <a:latin typeface="Consolas"/>
                <a:ea typeface="Consolas"/>
                <a:cs typeface="Consolas"/>
              </a:defRPr>
            </a:lvl5pPr>
            <a:lvl6pPr algn="l">
              <a:defRPr sz="1950" b="0">
                <a:solidFill>
                  <a:srgbClr val="EDF4FB"/>
                </a:solidFill>
                <a:latin typeface="Consolas"/>
                <a:ea typeface="Consolas"/>
                <a:cs typeface="Consolas"/>
              </a:defRPr>
            </a:lvl6pPr>
            <a:lvl7pPr algn="l">
              <a:defRPr sz="1950" b="0">
                <a:solidFill>
                  <a:srgbClr val="EDF4FB"/>
                </a:solidFill>
                <a:latin typeface="Consolas"/>
                <a:ea typeface="Consolas"/>
                <a:cs typeface="Consolas"/>
              </a:defRPr>
            </a:lvl7pPr>
            <a:lvl8pPr algn="l">
              <a:defRPr sz="1950" b="0">
                <a:solidFill>
                  <a:srgbClr val="EDF4FB"/>
                </a:solidFill>
                <a:latin typeface="Consolas"/>
                <a:ea typeface="Consolas"/>
                <a:cs typeface="Consolas"/>
              </a:defRPr>
            </a:lvl8pPr>
            <a:lvl9pPr algn="l">
              <a:defRPr sz="1950" b="0">
                <a:solidFill>
                  <a:srgbClr val="EDF4FB"/>
                </a:solidFill>
                <a:latin typeface="Consolas"/>
                <a:ea typeface="Consolas"/>
                <a:cs typeface="Consolas"/>
              </a:defRPr>
            </a:lvl9pPr>
          </a:lstStyle>
          <a:p xmlns:a="http://schemas.openxmlformats.org/drawingml/2006/main">
            <a:pPr algn="l">
              <a:defRPr sz="1950" b="0">
                <a:solidFill>
                  <a:srgbClr val="EDF4FB"/>
                </a:solidFill>
                <a:latin typeface="Consolas"/>
                <a:ea typeface="Consolas"/>
                <a:cs typeface="Consolas"/>
              </a:defRPr>
            </a:pPr>
            <a:r>
              <a:rPr sz="1950" b="0">
                <a:solidFill>
                  <a:srgbClr val="EDF4FB"/>
                </a:solidFill>
                <a:latin typeface="Consolas"/>
                <a:ea typeface="Consolas"/>
                <a:cs typeface="Consolas"/>
              </a:rPr>
              <a:t>    def act(self):</a:t>
            </a:r>
          </a:p>
        </p:txBody>
      </p:sp>
      <p:sp>
        <p:nvSpPr>
          <p:cNvPr id="7" name="        print(&quot;B&quot;)">
            <a:extLst xmlns:a="http://schemas.openxmlformats.org/drawingml/2006/main">
              <a:ext uri="{FF2B5EF4-FFF2-40B4-BE49-F238E27FC236}">
                <a16:creationId xmlns:a16="http://schemas.microsoft.com/office/drawing/2014/main" id="{7F9EADFA-83F0-4739-9CB0-125638CED151}"/>
              </a:ext>
            </a:extLst>
          </p:cNvPr>
          <p:cNvSpPr>
            <a:spLocks xmlns:a="http://schemas.openxmlformats.org/drawingml/2006/main" noGrp="1"/>
          </p:cNvSpPr>
          <p:nvPr/>
        </p:nvSpPr>
        <p:spPr>
          <a:xfrm xmlns:a="http://schemas.openxmlformats.org/drawingml/2006/main">
            <a:off x="590550" y="3000375"/>
            <a:ext cx="10953750" cy="3286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EDF4FB"/>
                </a:solidFill>
                <a:latin typeface="Consolas"/>
                <a:ea typeface="Consolas"/>
                <a:cs typeface="Consolas"/>
              </a:defRPr>
            </a:defPPr>
            <a:lvl1pPr algn="l">
              <a:defRPr sz="1950" b="0">
                <a:solidFill>
                  <a:srgbClr val="EDF4FB"/>
                </a:solidFill>
                <a:latin typeface="Consolas"/>
                <a:ea typeface="Consolas"/>
                <a:cs typeface="Consolas"/>
              </a:defRPr>
            </a:lvl1pPr>
            <a:lvl2pPr algn="l">
              <a:defRPr sz="1950" b="0">
                <a:solidFill>
                  <a:srgbClr val="EDF4FB"/>
                </a:solidFill>
                <a:latin typeface="Consolas"/>
                <a:ea typeface="Consolas"/>
                <a:cs typeface="Consolas"/>
              </a:defRPr>
            </a:lvl2pPr>
            <a:lvl3pPr algn="l">
              <a:defRPr sz="1950" b="0">
                <a:solidFill>
                  <a:srgbClr val="EDF4FB"/>
                </a:solidFill>
                <a:latin typeface="Consolas"/>
                <a:ea typeface="Consolas"/>
                <a:cs typeface="Consolas"/>
              </a:defRPr>
            </a:lvl3pPr>
            <a:lvl4pPr algn="l">
              <a:defRPr sz="1950" b="0">
                <a:solidFill>
                  <a:srgbClr val="EDF4FB"/>
                </a:solidFill>
                <a:latin typeface="Consolas"/>
                <a:ea typeface="Consolas"/>
                <a:cs typeface="Consolas"/>
              </a:defRPr>
            </a:lvl4pPr>
            <a:lvl5pPr algn="l">
              <a:defRPr sz="1950" b="0">
                <a:solidFill>
                  <a:srgbClr val="EDF4FB"/>
                </a:solidFill>
                <a:latin typeface="Consolas"/>
                <a:ea typeface="Consolas"/>
                <a:cs typeface="Consolas"/>
              </a:defRPr>
            </a:lvl5pPr>
            <a:lvl6pPr algn="l">
              <a:defRPr sz="1950" b="0">
                <a:solidFill>
                  <a:srgbClr val="EDF4FB"/>
                </a:solidFill>
                <a:latin typeface="Consolas"/>
                <a:ea typeface="Consolas"/>
                <a:cs typeface="Consolas"/>
              </a:defRPr>
            </a:lvl6pPr>
            <a:lvl7pPr algn="l">
              <a:defRPr sz="1950" b="0">
                <a:solidFill>
                  <a:srgbClr val="EDF4FB"/>
                </a:solidFill>
                <a:latin typeface="Consolas"/>
                <a:ea typeface="Consolas"/>
                <a:cs typeface="Consolas"/>
              </a:defRPr>
            </a:lvl7pPr>
            <a:lvl8pPr algn="l">
              <a:defRPr sz="1950" b="0">
                <a:solidFill>
                  <a:srgbClr val="EDF4FB"/>
                </a:solidFill>
                <a:latin typeface="Consolas"/>
                <a:ea typeface="Consolas"/>
                <a:cs typeface="Consolas"/>
              </a:defRPr>
            </a:lvl8pPr>
            <a:lvl9pPr algn="l">
              <a:defRPr sz="1950" b="0">
                <a:solidFill>
                  <a:srgbClr val="EDF4FB"/>
                </a:solidFill>
                <a:latin typeface="Consolas"/>
                <a:ea typeface="Consolas"/>
                <a:cs typeface="Consolas"/>
              </a:defRPr>
            </a:lvl9pPr>
          </a:lstStyle>
          <a:p xmlns:a="http://schemas.openxmlformats.org/drawingml/2006/main">
            <a:pPr algn="l">
              <a:defRPr sz="1950" b="0">
                <a:solidFill>
                  <a:srgbClr val="EDF4FB"/>
                </a:solidFill>
                <a:latin typeface="Consolas"/>
                <a:ea typeface="Consolas"/>
                <a:cs typeface="Consolas"/>
              </a:defRPr>
            </a:pPr>
            <a:r>
              <a:rPr sz="1950" b="0">
                <a:solidFill>
                  <a:srgbClr val="EDF4FB"/>
                </a:solidFill>
                <a:latin typeface="Consolas"/>
                <a:ea typeface="Consolas"/>
                <a:cs typeface="Consolas"/>
              </a:rPr>
              <a:t>        print("B")</a:t>
            </a:r>
          </a:p>
        </p:txBody>
      </p:sp>
      <p:sp>
        <p:nvSpPr>
          <p:cNvPr id="8" name="        super().act()">
            <a:extLst xmlns:a="http://schemas.openxmlformats.org/drawingml/2006/main">
              <a:ext uri="{FF2B5EF4-FFF2-40B4-BE49-F238E27FC236}">
                <a16:creationId xmlns:a16="http://schemas.microsoft.com/office/drawing/2014/main" id="{EC5A122E-5B69-4CD3-9DD3-994159970C9A}"/>
              </a:ext>
            </a:extLst>
          </p:cNvPr>
          <p:cNvSpPr>
            <a:spLocks xmlns:a="http://schemas.openxmlformats.org/drawingml/2006/main" noGrp="1"/>
          </p:cNvSpPr>
          <p:nvPr/>
        </p:nvSpPr>
        <p:spPr>
          <a:xfrm xmlns:a="http://schemas.openxmlformats.org/drawingml/2006/main">
            <a:off x="590550" y="3290888"/>
            <a:ext cx="10953750" cy="3286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EDF4FB"/>
                </a:solidFill>
                <a:latin typeface="Consolas"/>
                <a:ea typeface="Consolas"/>
                <a:cs typeface="Consolas"/>
              </a:defRPr>
            </a:defPPr>
            <a:lvl1pPr algn="l">
              <a:defRPr sz="1950" b="0">
                <a:solidFill>
                  <a:srgbClr val="EDF4FB"/>
                </a:solidFill>
                <a:latin typeface="Consolas"/>
                <a:ea typeface="Consolas"/>
                <a:cs typeface="Consolas"/>
              </a:defRPr>
            </a:lvl1pPr>
            <a:lvl2pPr algn="l">
              <a:defRPr sz="1950" b="0">
                <a:solidFill>
                  <a:srgbClr val="EDF4FB"/>
                </a:solidFill>
                <a:latin typeface="Consolas"/>
                <a:ea typeface="Consolas"/>
                <a:cs typeface="Consolas"/>
              </a:defRPr>
            </a:lvl2pPr>
            <a:lvl3pPr algn="l">
              <a:defRPr sz="1950" b="0">
                <a:solidFill>
                  <a:srgbClr val="EDF4FB"/>
                </a:solidFill>
                <a:latin typeface="Consolas"/>
                <a:ea typeface="Consolas"/>
                <a:cs typeface="Consolas"/>
              </a:defRPr>
            </a:lvl3pPr>
            <a:lvl4pPr algn="l">
              <a:defRPr sz="1950" b="0">
                <a:solidFill>
                  <a:srgbClr val="EDF4FB"/>
                </a:solidFill>
                <a:latin typeface="Consolas"/>
                <a:ea typeface="Consolas"/>
                <a:cs typeface="Consolas"/>
              </a:defRPr>
            </a:lvl4pPr>
            <a:lvl5pPr algn="l">
              <a:defRPr sz="1950" b="0">
                <a:solidFill>
                  <a:srgbClr val="EDF4FB"/>
                </a:solidFill>
                <a:latin typeface="Consolas"/>
                <a:ea typeface="Consolas"/>
                <a:cs typeface="Consolas"/>
              </a:defRPr>
            </a:lvl5pPr>
            <a:lvl6pPr algn="l">
              <a:defRPr sz="1950" b="0">
                <a:solidFill>
                  <a:srgbClr val="EDF4FB"/>
                </a:solidFill>
                <a:latin typeface="Consolas"/>
                <a:ea typeface="Consolas"/>
                <a:cs typeface="Consolas"/>
              </a:defRPr>
            </a:lvl6pPr>
            <a:lvl7pPr algn="l">
              <a:defRPr sz="1950" b="0">
                <a:solidFill>
                  <a:srgbClr val="EDF4FB"/>
                </a:solidFill>
                <a:latin typeface="Consolas"/>
                <a:ea typeface="Consolas"/>
                <a:cs typeface="Consolas"/>
              </a:defRPr>
            </a:lvl7pPr>
            <a:lvl8pPr algn="l">
              <a:defRPr sz="1950" b="0">
                <a:solidFill>
                  <a:srgbClr val="EDF4FB"/>
                </a:solidFill>
                <a:latin typeface="Consolas"/>
                <a:ea typeface="Consolas"/>
                <a:cs typeface="Consolas"/>
              </a:defRPr>
            </a:lvl8pPr>
            <a:lvl9pPr algn="l">
              <a:defRPr sz="1950" b="0">
                <a:solidFill>
                  <a:srgbClr val="EDF4FB"/>
                </a:solidFill>
                <a:latin typeface="Consolas"/>
                <a:ea typeface="Consolas"/>
                <a:cs typeface="Consolas"/>
              </a:defRPr>
            </a:lvl9pPr>
          </a:lstStyle>
          <a:p xmlns:a="http://schemas.openxmlformats.org/drawingml/2006/main">
            <a:pPr algn="l">
              <a:defRPr sz="1950" b="0">
                <a:solidFill>
                  <a:srgbClr val="EDF4FB"/>
                </a:solidFill>
                <a:latin typeface="Consolas"/>
                <a:ea typeface="Consolas"/>
                <a:cs typeface="Consolas"/>
              </a:defRPr>
            </a:pPr>
            <a:r>
              <a:rPr sz="1950" b="0">
                <a:solidFill>
                  <a:srgbClr val="EDF4FB"/>
                </a:solidFill>
                <a:latin typeface="Consolas"/>
                <a:ea typeface="Consolas"/>
                <a:cs typeface="Consolas"/>
              </a:rPr>
              <a:t>        super().act()</a:t>
            </a:r>
          </a:p>
        </p:txBody>
      </p:sp>
      <p:sp>
        <p:nvSpPr>
          <p:cNvPr id="9" name="class C(A):">
            <a:extLst xmlns:a="http://schemas.openxmlformats.org/drawingml/2006/main">
              <a:ext uri="{FF2B5EF4-FFF2-40B4-BE49-F238E27FC236}">
                <a16:creationId xmlns:a16="http://schemas.microsoft.com/office/drawing/2014/main" id="{381E016B-DBB6-41FE-BEA9-4DCB40C59005}"/>
              </a:ext>
            </a:extLst>
          </p:cNvPr>
          <p:cNvSpPr>
            <a:spLocks xmlns:a="http://schemas.openxmlformats.org/drawingml/2006/main" noGrp="1"/>
          </p:cNvSpPr>
          <p:nvPr/>
        </p:nvSpPr>
        <p:spPr>
          <a:xfrm xmlns:a="http://schemas.openxmlformats.org/drawingml/2006/main">
            <a:off x="590550" y="3581400"/>
            <a:ext cx="10953750" cy="3286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EDF4FB"/>
                </a:solidFill>
                <a:latin typeface="Consolas"/>
                <a:ea typeface="Consolas"/>
                <a:cs typeface="Consolas"/>
              </a:defRPr>
            </a:defPPr>
            <a:lvl1pPr algn="l">
              <a:defRPr sz="1950" b="0">
                <a:solidFill>
                  <a:srgbClr val="EDF4FB"/>
                </a:solidFill>
                <a:latin typeface="Consolas"/>
                <a:ea typeface="Consolas"/>
                <a:cs typeface="Consolas"/>
              </a:defRPr>
            </a:lvl1pPr>
            <a:lvl2pPr algn="l">
              <a:defRPr sz="1950" b="0">
                <a:solidFill>
                  <a:srgbClr val="EDF4FB"/>
                </a:solidFill>
                <a:latin typeface="Consolas"/>
                <a:ea typeface="Consolas"/>
                <a:cs typeface="Consolas"/>
              </a:defRPr>
            </a:lvl2pPr>
            <a:lvl3pPr algn="l">
              <a:defRPr sz="1950" b="0">
                <a:solidFill>
                  <a:srgbClr val="EDF4FB"/>
                </a:solidFill>
                <a:latin typeface="Consolas"/>
                <a:ea typeface="Consolas"/>
                <a:cs typeface="Consolas"/>
              </a:defRPr>
            </a:lvl3pPr>
            <a:lvl4pPr algn="l">
              <a:defRPr sz="1950" b="0">
                <a:solidFill>
                  <a:srgbClr val="EDF4FB"/>
                </a:solidFill>
                <a:latin typeface="Consolas"/>
                <a:ea typeface="Consolas"/>
                <a:cs typeface="Consolas"/>
              </a:defRPr>
            </a:lvl4pPr>
            <a:lvl5pPr algn="l">
              <a:defRPr sz="1950" b="0">
                <a:solidFill>
                  <a:srgbClr val="EDF4FB"/>
                </a:solidFill>
                <a:latin typeface="Consolas"/>
                <a:ea typeface="Consolas"/>
                <a:cs typeface="Consolas"/>
              </a:defRPr>
            </a:lvl5pPr>
            <a:lvl6pPr algn="l">
              <a:defRPr sz="1950" b="0">
                <a:solidFill>
                  <a:srgbClr val="EDF4FB"/>
                </a:solidFill>
                <a:latin typeface="Consolas"/>
                <a:ea typeface="Consolas"/>
                <a:cs typeface="Consolas"/>
              </a:defRPr>
            </a:lvl6pPr>
            <a:lvl7pPr algn="l">
              <a:defRPr sz="1950" b="0">
                <a:solidFill>
                  <a:srgbClr val="EDF4FB"/>
                </a:solidFill>
                <a:latin typeface="Consolas"/>
                <a:ea typeface="Consolas"/>
                <a:cs typeface="Consolas"/>
              </a:defRPr>
            </a:lvl7pPr>
            <a:lvl8pPr algn="l">
              <a:defRPr sz="1950" b="0">
                <a:solidFill>
                  <a:srgbClr val="EDF4FB"/>
                </a:solidFill>
                <a:latin typeface="Consolas"/>
                <a:ea typeface="Consolas"/>
                <a:cs typeface="Consolas"/>
              </a:defRPr>
            </a:lvl8pPr>
            <a:lvl9pPr algn="l">
              <a:defRPr sz="1950" b="0">
                <a:solidFill>
                  <a:srgbClr val="EDF4FB"/>
                </a:solidFill>
                <a:latin typeface="Consolas"/>
                <a:ea typeface="Consolas"/>
                <a:cs typeface="Consolas"/>
              </a:defRPr>
            </a:lvl9pPr>
          </a:lstStyle>
          <a:p xmlns:a="http://schemas.openxmlformats.org/drawingml/2006/main">
            <a:pPr algn="l">
              <a:defRPr sz="1950" b="0">
                <a:solidFill>
                  <a:srgbClr val="EDF4FB"/>
                </a:solidFill>
                <a:latin typeface="Consolas"/>
                <a:ea typeface="Consolas"/>
                <a:cs typeface="Consolas"/>
              </a:defRPr>
            </a:pPr>
            <a:r>
              <a:rPr sz="1950" b="0">
                <a:solidFill>
                  <a:srgbClr val="EDF4FB"/>
                </a:solidFill>
                <a:latin typeface="Consolas"/>
                <a:ea typeface="Consolas"/>
                <a:cs typeface="Consolas"/>
              </a:rPr>
              <a:t>class C(A):</a:t>
            </a:r>
          </a:p>
        </p:txBody>
      </p:sp>
      <p:sp>
        <p:nvSpPr>
          <p:cNvPr id="10" name="    def act(self):">
            <a:extLst xmlns:a="http://schemas.openxmlformats.org/drawingml/2006/main">
              <a:ext uri="{FF2B5EF4-FFF2-40B4-BE49-F238E27FC236}">
                <a16:creationId xmlns:a16="http://schemas.microsoft.com/office/drawing/2014/main" id="{0F1AD3AE-7A3E-4434-BB67-BF06475E3D62}"/>
              </a:ext>
            </a:extLst>
          </p:cNvPr>
          <p:cNvSpPr>
            <a:spLocks xmlns:a="http://schemas.openxmlformats.org/drawingml/2006/main" noGrp="1"/>
          </p:cNvSpPr>
          <p:nvPr/>
        </p:nvSpPr>
        <p:spPr>
          <a:xfrm xmlns:a="http://schemas.openxmlformats.org/drawingml/2006/main">
            <a:off x="590550" y="3871913"/>
            <a:ext cx="10953750" cy="3286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EDF4FB"/>
                </a:solidFill>
                <a:latin typeface="Consolas"/>
                <a:ea typeface="Consolas"/>
                <a:cs typeface="Consolas"/>
              </a:defRPr>
            </a:defPPr>
            <a:lvl1pPr algn="l">
              <a:defRPr sz="1950" b="0">
                <a:solidFill>
                  <a:srgbClr val="EDF4FB"/>
                </a:solidFill>
                <a:latin typeface="Consolas"/>
                <a:ea typeface="Consolas"/>
                <a:cs typeface="Consolas"/>
              </a:defRPr>
            </a:lvl1pPr>
            <a:lvl2pPr algn="l">
              <a:defRPr sz="1950" b="0">
                <a:solidFill>
                  <a:srgbClr val="EDF4FB"/>
                </a:solidFill>
                <a:latin typeface="Consolas"/>
                <a:ea typeface="Consolas"/>
                <a:cs typeface="Consolas"/>
              </a:defRPr>
            </a:lvl2pPr>
            <a:lvl3pPr algn="l">
              <a:defRPr sz="1950" b="0">
                <a:solidFill>
                  <a:srgbClr val="EDF4FB"/>
                </a:solidFill>
                <a:latin typeface="Consolas"/>
                <a:ea typeface="Consolas"/>
                <a:cs typeface="Consolas"/>
              </a:defRPr>
            </a:lvl3pPr>
            <a:lvl4pPr algn="l">
              <a:defRPr sz="1950" b="0">
                <a:solidFill>
                  <a:srgbClr val="EDF4FB"/>
                </a:solidFill>
                <a:latin typeface="Consolas"/>
                <a:ea typeface="Consolas"/>
                <a:cs typeface="Consolas"/>
              </a:defRPr>
            </a:lvl4pPr>
            <a:lvl5pPr algn="l">
              <a:defRPr sz="1950" b="0">
                <a:solidFill>
                  <a:srgbClr val="EDF4FB"/>
                </a:solidFill>
                <a:latin typeface="Consolas"/>
                <a:ea typeface="Consolas"/>
                <a:cs typeface="Consolas"/>
              </a:defRPr>
            </a:lvl5pPr>
            <a:lvl6pPr algn="l">
              <a:defRPr sz="1950" b="0">
                <a:solidFill>
                  <a:srgbClr val="EDF4FB"/>
                </a:solidFill>
                <a:latin typeface="Consolas"/>
                <a:ea typeface="Consolas"/>
                <a:cs typeface="Consolas"/>
              </a:defRPr>
            </a:lvl6pPr>
            <a:lvl7pPr algn="l">
              <a:defRPr sz="1950" b="0">
                <a:solidFill>
                  <a:srgbClr val="EDF4FB"/>
                </a:solidFill>
                <a:latin typeface="Consolas"/>
                <a:ea typeface="Consolas"/>
                <a:cs typeface="Consolas"/>
              </a:defRPr>
            </a:lvl7pPr>
            <a:lvl8pPr algn="l">
              <a:defRPr sz="1950" b="0">
                <a:solidFill>
                  <a:srgbClr val="EDF4FB"/>
                </a:solidFill>
                <a:latin typeface="Consolas"/>
                <a:ea typeface="Consolas"/>
                <a:cs typeface="Consolas"/>
              </a:defRPr>
            </a:lvl8pPr>
            <a:lvl9pPr algn="l">
              <a:defRPr sz="1950" b="0">
                <a:solidFill>
                  <a:srgbClr val="EDF4FB"/>
                </a:solidFill>
                <a:latin typeface="Consolas"/>
                <a:ea typeface="Consolas"/>
                <a:cs typeface="Consolas"/>
              </a:defRPr>
            </a:lvl9pPr>
          </a:lstStyle>
          <a:p xmlns:a="http://schemas.openxmlformats.org/drawingml/2006/main">
            <a:pPr algn="l">
              <a:defRPr sz="1950" b="0">
                <a:solidFill>
                  <a:srgbClr val="EDF4FB"/>
                </a:solidFill>
                <a:latin typeface="Consolas"/>
                <a:ea typeface="Consolas"/>
                <a:cs typeface="Consolas"/>
              </a:defRPr>
            </a:pPr>
            <a:r>
              <a:rPr sz="1950" b="0">
                <a:solidFill>
                  <a:srgbClr val="EDF4FB"/>
                </a:solidFill>
                <a:latin typeface="Consolas"/>
                <a:ea typeface="Consolas"/>
                <a:cs typeface="Consolas"/>
              </a:rPr>
              <a:t>    def act(self):</a:t>
            </a:r>
          </a:p>
        </p:txBody>
      </p:sp>
      <p:sp>
        <p:nvSpPr>
          <p:cNvPr id="11" name="        print(&quot;C&quot;)">
            <a:extLst xmlns:a="http://schemas.openxmlformats.org/drawingml/2006/main">
              <a:ext uri="{FF2B5EF4-FFF2-40B4-BE49-F238E27FC236}">
                <a16:creationId xmlns:a16="http://schemas.microsoft.com/office/drawing/2014/main" id="{9C7FECF3-D1EF-4221-8826-378808ECCDC7}"/>
              </a:ext>
            </a:extLst>
          </p:cNvPr>
          <p:cNvSpPr>
            <a:spLocks xmlns:a="http://schemas.openxmlformats.org/drawingml/2006/main" noGrp="1"/>
          </p:cNvSpPr>
          <p:nvPr/>
        </p:nvSpPr>
        <p:spPr>
          <a:xfrm xmlns:a="http://schemas.openxmlformats.org/drawingml/2006/main">
            <a:off x="590550" y="4162425"/>
            <a:ext cx="10953750" cy="3286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EDF4FB"/>
                </a:solidFill>
                <a:latin typeface="Consolas"/>
                <a:ea typeface="Consolas"/>
                <a:cs typeface="Consolas"/>
              </a:defRPr>
            </a:defPPr>
            <a:lvl1pPr algn="l">
              <a:defRPr sz="1950" b="0">
                <a:solidFill>
                  <a:srgbClr val="EDF4FB"/>
                </a:solidFill>
                <a:latin typeface="Consolas"/>
                <a:ea typeface="Consolas"/>
                <a:cs typeface="Consolas"/>
              </a:defRPr>
            </a:lvl1pPr>
            <a:lvl2pPr algn="l">
              <a:defRPr sz="1950" b="0">
                <a:solidFill>
                  <a:srgbClr val="EDF4FB"/>
                </a:solidFill>
                <a:latin typeface="Consolas"/>
                <a:ea typeface="Consolas"/>
                <a:cs typeface="Consolas"/>
              </a:defRPr>
            </a:lvl2pPr>
            <a:lvl3pPr algn="l">
              <a:defRPr sz="1950" b="0">
                <a:solidFill>
                  <a:srgbClr val="EDF4FB"/>
                </a:solidFill>
                <a:latin typeface="Consolas"/>
                <a:ea typeface="Consolas"/>
                <a:cs typeface="Consolas"/>
              </a:defRPr>
            </a:lvl3pPr>
            <a:lvl4pPr algn="l">
              <a:defRPr sz="1950" b="0">
                <a:solidFill>
                  <a:srgbClr val="EDF4FB"/>
                </a:solidFill>
                <a:latin typeface="Consolas"/>
                <a:ea typeface="Consolas"/>
                <a:cs typeface="Consolas"/>
              </a:defRPr>
            </a:lvl4pPr>
            <a:lvl5pPr algn="l">
              <a:defRPr sz="1950" b="0">
                <a:solidFill>
                  <a:srgbClr val="EDF4FB"/>
                </a:solidFill>
                <a:latin typeface="Consolas"/>
                <a:ea typeface="Consolas"/>
                <a:cs typeface="Consolas"/>
              </a:defRPr>
            </a:lvl5pPr>
            <a:lvl6pPr algn="l">
              <a:defRPr sz="1950" b="0">
                <a:solidFill>
                  <a:srgbClr val="EDF4FB"/>
                </a:solidFill>
                <a:latin typeface="Consolas"/>
                <a:ea typeface="Consolas"/>
                <a:cs typeface="Consolas"/>
              </a:defRPr>
            </a:lvl6pPr>
            <a:lvl7pPr algn="l">
              <a:defRPr sz="1950" b="0">
                <a:solidFill>
                  <a:srgbClr val="EDF4FB"/>
                </a:solidFill>
                <a:latin typeface="Consolas"/>
                <a:ea typeface="Consolas"/>
                <a:cs typeface="Consolas"/>
              </a:defRPr>
            </a:lvl7pPr>
            <a:lvl8pPr algn="l">
              <a:defRPr sz="1950" b="0">
                <a:solidFill>
                  <a:srgbClr val="EDF4FB"/>
                </a:solidFill>
                <a:latin typeface="Consolas"/>
                <a:ea typeface="Consolas"/>
                <a:cs typeface="Consolas"/>
              </a:defRPr>
            </a:lvl8pPr>
            <a:lvl9pPr algn="l">
              <a:defRPr sz="1950" b="0">
                <a:solidFill>
                  <a:srgbClr val="EDF4FB"/>
                </a:solidFill>
                <a:latin typeface="Consolas"/>
                <a:ea typeface="Consolas"/>
                <a:cs typeface="Consolas"/>
              </a:defRPr>
            </a:lvl9pPr>
          </a:lstStyle>
          <a:p xmlns:a="http://schemas.openxmlformats.org/drawingml/2006/main">
            <a:pPr algn="l">
              <a:defRPr sz="1950" b="0">
                <a:solidFill>
                  <a:srgbClr val="EDF4FB"/>
                </a:solidFill>
                <a:latin typeface="Consolas"/>
                <a:ea typeface="Consolas"/>
                <a:cs typeface="Consolas"/>
              </a:defRPr>
            </a:pPr>
            <a:r>
              <a:rPr sz="1950" b="0">
                <a:solidFill>
                  <a:srgbClr val="EDF4FB"/>
                </a:solidFill>
                <a:latin typeface="Consolas"/>
                <a:ea typeface="Consolas"/>
                <a:cs typeface="Consolas"/>
              </a:rPr>
              <a:t>        print("C")</a:t>
            </a:r>
          </a:p>
        </p:txBody>
      </p:sp>
      <p:sp>
        <p:nvSpPr>
          <p:cNvPr id="12" name="        super().act()">
            <a:extLst xmlns:a="http://schemas.openxmlformats.org/drawingml/2006/main">
              <a:ext uri="{FF2B5EF4-FFF2-40B4-BE49-F238E27FC236}">
                <a16:creationId xmlns:a16="http://schemas.microsoft.com/office/drawing/2014/main" id="{488D2085-BCA1-461C-82D0-3F3AF3B531A5}"/>
              </a:ext>
            </a:extLst>
          </p:cNvPr>
          <p:cNvSpPr>
            <a:spLocks xmlns:a="http://schemas.openxmlformats.org/drawingml/2006/main" noGrp="1"/>
          </p:cNvSpPr>
          <p:nvPr/>
        </p:nvSpPr>
        <p:spPr>
          <a:xfrm xmlns:a="http://schemas.openxmlformats.org/drawingml/2006/main">
            <a:off x="590550" y="4452938"/>
            <a:ext cx="10953750" cy="3286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EDF4FB"/>
                </a:solidFill>
                <a:latin typeface="Consolas"/>
                <a:ea typeface="Consolas"/>
                <a:cs typeface="Consolas"/>
              </a:defRPr>
            </a:defPPr>
            <a:lvl1pPr algn="l">
              <a:defRPr sz="1950" b="0">
                <a:solidFill>
                  <a:srgbClr val="EDF4FB"/>
                </a:solidFill>
                <a:latin typeface="Consolas"/>
                <a:ea typeface="Consolas"/>
                <a:cs typeface="Consolas"/>
              </a:defRPr>
            </a:lvl1pPr>
            <a:lvl2pPr algn="l">
              <a:defRPr sz="1950" b="0">
                <a:solidFill>
                  <a:srgbClr val="EDF4FB"/>
                </a:solidFill>
                <a:latin typeface="Consolas"/>
                <a:ea typeface="Consolas"/>
                <a:cs typeface="Consolas"/>
              </a:defRPr>
            </a:lvl2pPr>
            <a:lvl3pPr algn="l">
              <a:defRPr sz="1950" b="0">
                <a:solidFill>
                  <a:srgbClr val="EDF4FB"/>
                </a:solidFill>
                <a:latin typeface="Consolas"/>
                <a:ea typeface="Consolas"/>
                <a:cs typeface="Consolas"/>
              </a:defRPr>
            </a:lvl3pPr>
            <a:lvl4pPr algn="l">
              <a:defRPr sz="1950" b="0">
                <a:solidFill>
                  <a:srgbClr val="EDF4FB"/>
                </a:solidFill>
                <a:latin typeface="Consolas"/>
                <a:ea typeface="Consolas"/>
                <a:cs typeface="Consolas"/>
              </a:defRPr>
            </a:lvl4pPr>
            <a:lvl5pPr algn="l">
              <a:defRPr sz="1950" b="0">
                <a:solidFill>
                  <a:srgbClr val="EDF4FB"/>
                </a:solidFill>
                <a:latin typeface="Consolas"/>
                <a:ea typeface="Consolas"/>
                <a:cs typeface="Consolas"/>
              </a:defRPr>
            </a:lvl5pPr>
            <a:lvl6pPr algn="l">
              <a:defRPr sz="1950" b="0">
                <a:solidFill>
                  <a:srgbClr val="EDF4FB"/>
                </a:solidFill>
                <a:latin typeface="Consolas"/>
                <a:ea typeface="Consolas"/>
                <a:cs typeface="Consolas"/>
              </a:defRPr>
            </a:lvl6pPr>
            <a:lvl7pPr algn="l">
              <a:defRPr sz="1950" b="0">
                <a:solidFill>
                  <a:srgbClr val="EDF4FB"/>
                </a:solidFill>
                <a:latin typeface="Consolas"/>
                <a:ea typeface="Consolas"/>
                <a:cs typeface="Consolas"/>
              </a:defRPr>
            </a:lvl7pPr>
            <a:lvl8pPr algn="l">
              <a:defRPr sz="1950" b="0">
                <a:solidFill>
                  <a:srgbClr val="EDF4FB"/>
                </a:solidFill>
                <a:latin typeface="Consolas"/>
                <a:ea typeface="Consolas"/>
                <a:cs typeface="Consolas"/>
              </a:defRPr>
            </a:lvl8pPr>
            <a:lvl9pPr algn="l">
              <a:defRPr sz="1950" b="0">
                <a:solidFill>
                  <a:srgbClr val="EDF4FB"/>
                </a:solidFill>
                <a:latin typeface="Consolas"/>
                <a:ea typeface="Consolas"/>
                <a:cs typeface="Consolas"/>
              </a:defRPr>
            </a:lvl9pPr>
          </a:lstStyle>
          <a:p xmlns:a="http://schemas.openxmlformats.org/drawingml/2006/main">
            <a:pPr algn="l">
              <a:defRPr sz="1950" b="0">
                <a:solidFill>
                  <a:srgbClr val="EDF4FB"/>
                </a:solidFill>
                <a:latin typeface="Consolas"/>
                <a:ea typeface="Consolas"/>
                <a:cs typeface="Consolas"/>
              </a:defRPr>
            </a:pPr>
            <a:r>
              <a:rPr sz="1950" b="0">
                <a:solidFill>
                  <a:srgbClr val="EDF4FB"/>
                </a:solidFill>
                <a:latin typeface="Consolas"/>
                <a:ea typeface="Consolas"/>
                <a:cs typeface="Consolas"/>
              </a:rPr>
              <a:t>        super().act()</a:t>
            </a:r>
          </a:p>
        </p:txBody>
      </p:sp>
      <p:sp>
        <p:nvSpPr>
          <p:cNvPr id="13" name="class D(B, C): pass">
            <a:extLst xmlns:a="http://schemas.openxmlformats.org/drawingml/2006/main">
              <a:ext uri="{FF2B5EF4-FFF2-40B4-BE49-F238E27FC236}">
                <a16:creationId xmlns:a16="http://schemas.microsoft.com/office/drawing/2014/main" id="{8B0E2A96-B563-44BA-9E6A-BE4BA79366DE}"/>
              </a:ext>
            </a:extLst>
          </p:cNvPr>
          <p:cNvSpPr>
            <a:spLocks xmlns:a="http://schemas.openxmlformats.org/drawingml/2006/main" noGrp="1"/>
          </p:cNvSpPr>
          <p:nvPr/>
        </p:nvSpPr>
        <p:spPr>
          <a:xfrm xmlns:a="http://schemas.openxmlformats.org/drawingml/2006/main">
            <a:off x="590550" y="4743450"/>
            <a:ext cx="10953750" cy="3286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EDF4FB"/>
                </a:solidFill>
                <a:latin typeface="Consolas"/>
                <a:ea typeface="Consolas"/>
                <a:cs typeface="Consolas"/>
              </a:defRPr>
            </a:defPPr>
            <a:lvl1pPr algn="l">
              <a:defRPr sz="1950" b="0">
                <a:solidFill>
                  <a:srgbClr val="EDF4FB"/>
                </a:solidFill>
                <a:latin typeface="Consolas"/>
                <a:ea typeface="Consolas"/>
                <a:cs typeface="Consolas"/>
              </a:defRPr>
            </a:lvl1pPr>
            <a:lvl2pPr algn="l">
              <a:defRPr sz="1950" b="0">
                <a:solidFill>
                  <a:srgbClr val="EDF4FB"/>
                </a:solidFill>
                <a:latin typeface="Consolas"/>
                <a:ea typeface="Consolas"/>
                <a:cs typeface="Consolas"/>
              </a:defRPr>
            </a:lvl2pPr>
            <a:lvl3pPr algn="l">
              <a:defRPr sz="1950" b="0">
                <a:solidFill>
                  <a:srgbClr val="EDF4FB"/>
                </a:solidFill>
                <a:latin typeface="Consolas"/>
                <a:ea typeface="Consolas"/>
                <a:cs typeface="Consolas"/>
              </a:defRPr>
            </a:lvl3pPr>
            <a:lvl4pPr algn="l">
              <a:defRPr sz="1950" b="0">
                <a:solidFill>
                  <a:srgbClr val="EDF4FB"/>
                </a:solidFill>
                <a:latin typeface="Consolas"/>
                <a:ea typeface="Consolas"/>
                <a:cs typeface="Consolas"/>
              </a:defRPr>
            </a:lvl4pPr>
            <a:lvl5pPr algn="l">
              <a:defRPr sz="1950" b="0">
                <a:solidFill>
                  <a:srgbClr val="EDF4FB"/>
                </a:solidFill>
                <a:latin typeface="Consolas"/>
                <a:ea typeface="Consolas"/>
                <a:cs typeface="Consolas"/>
              </a:defRPr>
            </a:lvl5pPr>
            <a:lvl6pPr algn="l">
              <a:defRPr sz="1950" b="0">
                <a:solidFill>
                  <a:srgbClr val="EDF4FB"/>
                </a:solidFill>
                <a:latin typeface="Consolas"/>
                <a:ea typeface="Consolas"/>
                <a:cs typeface="Consolas"/>
              </a:defRPr>
            </a:lvl6pPr>
            <a:lvl7pPr algn="l">
              <a:defRPr sz="1950" b="0">
                <a:solidFill>
                  <a:srgbClr val="EDF4FB"/>
                </a:solidFill>
                <a:latin typeface="Consolas"/>
                <a:ea typeface="Consolas"/>
                <a:cs typeface="Consolas"/>
              </a:defRPr>
            </a:lvl7pPr>
            <a:lvl8pPr algn="l">
              <a:defRPr sz="1950" b="0">
                <a:solidFill>
                  <a:srgbClr val="EDF4FB"/>
                </a:solidFill>
                <a:latin typeface="Consolas"/>
                <a:ea typeface="Consolas"/>
                <a:cs typeface="Consolas"/>
              </a:defRPr>
            </a:lvl8pPr>
            <a:lvl9pPr algn="l">
              <a:defRPr sz="1950" b="0">
                <a:solidFill>
                  <a:srgbClr val="EDF4FB"/>
                </a:solidFill>
                <a:latin typeface="Consolas"/>
                <a:ea typeface="Consolas"/>
                <a:cs typeface="Consolas"/>
              </a:defRPr>
            </a:lvl9pPr>
          </a:lstStyle>
          <a:p xmlns:a="http://schemas.openxmlformats.org/drawingml/2006/main">
            <a:pPr algn="l">
              <a:defRPr sz="1950" b="0">
                <a:solidFill>
                  <a:srgbClr val="EDF4FB"/>
                </a:solidFill>
                <a:latin typeface="Consolas"/>
                <a:ea typeface="Consolas"/>
                <a:cs typeface="Consolas"/>
              </a:defRPr>
            </a:pPr>
            <a:r>
              <a:rPr sz="1950" b="0">
                <a:solidFill>
                  <a:srgbClr val="EDF4FB"/>
                </a:solidFill>
                <a:latin typeface="Consolas"/>
                <a:ea typeface="Consolas"/>
                <a:cs typeface="Consolas"/>
              </a:rPr>
              <a:t>class D(B, C): pass</a:t>
            </a:r>
          </a:p>
        </p:txBody>
      </p:sp>
      <p:sp>
        <p:nvSpPr>
          <p:cNvPr id="14" name="D().act()">
            <a:extLst xmlns:a="http://schemas.openxmlformats.org/drawingml/2006/main">
              <a:ext uri="{FF2B5EF4-FFF2-40B4-BE49-F238E27FC236}">
                <a16:creationId xmlns:a16="http://schemas.microsoft.com/office/drawing/2014/main" id="{74320ACF-2D59-46FD-A48F-06DFED2FC3F9}"/>
              </a:ext>
            </a:extLst>
          </p:cNvPr>
          <p:cNvSpPr>
            <a:spLocks xmlns:a="http://schemas.openxmlformats.org/drawingml/2006/main" noGrp="1"/>
          </p:cNvSpPr>
          <p:nvPr/>
        </p:nvSpPr>
        <p:spPr>
          <a:xfrm xmlns:a="http://schemas.openxmlformats.org/drawingml/2006/main">
            <a:off x="590550" y="5033963"/>
            <a:ext cx="10953750" cy="3286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EDF4FB"/>
                </a:solidFill>
                <a:latin typeface="Consolas"/>
                <a:ea typeface="Consolas"/>
                <a:cs typeface="Consolas"/>
              </a:defRPr>
            </a:defPPr>
            <a:lvl1pPr algn="l">
              <a:defRPr sz="1950" b="0">
                <a:solidFill>
                  <a:srgbClr val="EDF4FB"/>
                </a:solidFill>
                <a:latin typeface="Consolas"/>
                <a:ea typeface="Consolas"/>
                <a:cs typeface="Consolas"/>
              </a:defRPr>
            </a:lvl1pPr>
            <a:lvl2pPr algn="l">
              <a:defRPr sz="1950" b="0">
                <a:solidFill>
                  <a:srgbClr val="EDF4FB"/>
                </a:solidFill>
                <a:latin typeface="Consolas"/>
                <a:ea typeface="Consolas"/>
                <a:cs typeface="Consolas"/>
              </a:defRPr>
            </a:lvl2pPr>
            <a:lvl3pPr algn="l">
              <a:defRPr sz="1950" b="0">
                <a:solidFill>
                  <a:srgbClr val="EDF4FB"/>
                </a:solidFill>
                <a:latin typeface="Consolas"/>
                <a:ea typeface="Consolas"/>
                <a:cs typeface="Consolas"/>
              </a:defRPr>
            </a:lvl3pPr>
            <a:lvl4pPr algn="l">
              <a:defRPr sz="1950" b="0">
                <a:solidFill>
                  <a:srgbClr val="EDF4FB"/>
                </a:solidFill>
                <a:latin typeface="Consolas"/>
                <a:ea typeface="Consolas"/>
                <a:cs typeface="Consolas"/>
              </a:defRPr>
            </a:lvl4pPr>
            <a:lvl5pPr algn="l">
              <a:defRPr sz="1950" b="0">
                <a:solidFill>
                  <a:srgbClr val="EDF4FB"/>
                </a:solidFill>
                <a:latin typeface="Consolas"/>
                <a:ea typeface="Consolas"/>
                <a:cs typeface="Consolas"/>
              </a:defRPr>
            </a:lvl5pPr>
            <a:lvl6pPr algn="l">
              <a:defRPr sz="1950" b="0">
                <a:solidFill>
                  <a:srgbClr val="EDF4FB"/>
                </a:solidFill>
                <a:latin typeface="Consolas"/>
                <a:ea typeface="Consolas"/>
                <a:cs typeface="Consolas"/>
              </a:defRPr>
            </a:lvl6pPr>
            <a:lvl7pPr algn="l">
              <a:defRPr sz="1950" b="0">
                <a:solidFill>
                  <a:srgbClr val="EDF4FB"/>
                </a:solidFill>
                <a:latin typeface="Consolas"/>
                <a:ea typeface="Consolas"/>
                <a:cs typeface="Consolas"/>
              </a:defRPr>
            </a:lvl7pPr>
            <a:lvl8pPr algn="l">
              <a:defRPr sz="1950" b="0">
                <a:solidFill>
                  <a:srgbClr val="EDF4FB"/>
                </a:solidFill>
                <a:latin typeface="Consolas"/>
                <a:ea typeface="Consolas"/>
                <a:cs typeface="Consolas"/>
              </a:defRPr>
            </a:lvl8pPr>
            <a:lvl9pPr algn="l">
              <a:defRPr sz="1950" b="0">
                <a:solidFill>
                  <a:srgbClr val="EDF4FB"/>
                </a:solidFill>
                <a:latin typeface="Consolas"/>
                <a:ea typeface="Consolas"/>
                <a:cs typeface="Consolas"/>
              </a:defRPr>
            </a:lvl9pPr>
          </a:lstStyle>
          <a:p xmlns:a="http://schemas.openxmlformats.org/drawingml/2006/main">
            <a:pPr algn="l">
              <a:defRPr sz="1950" b="0">
                <a:solidFill>
                  <a:srgbClr val="EDF4FB"/>
                </a:solidFill>
                <a:latin typeface="Consolas"/>
                <a:ea typeface="Consolas"/>
                <a:cs typeface="Consolas"/>
              </a:defRPr>
            </a:pPr>
            <a:r>
              <a:rPr sz="1950" b="0">
                <a:solidFill>
                  <a:srgbClr val="EDF4FB"/>
                </a:solidFill>
                <a:latin typeface="Consolas"/>
                <a:ea typeface="Consolas"/>
                <a:cs typeface="Consolas"/>
              </a:rPr>
              <a:t>D().act()</a:t>
            </a:r>
          </a:p>
        </p:txBody>
      </p:sp>
      <p:sp>
        <p:nvSpPr>
          <p:cNvPr id="15" name="D().act() は B・C・A を出力し、B の次は C になる。">
            <a:extLst xmlns:a="http://schemas.openxmlformats.org/drawingml/2006/main">
              <a:ext uri="{FF2B5EF4-FFF2-40B4-BE49-F238E27FC236}">
                <a16:creationId xmlns:a16="http://schemas.microsoft.com/office/drawing/2014/main" id="{01E99904-41AA-4F64-81A7-6033161B5472}"/>
              </a:ext>
            </a:extLst>
          </p:cNvPr>
          <p:cNvSpPr>
            <a:spLocks xmlns:a="http://schemas.openxmlformats.org/drawingml/2006/main" noGrp="1"/>
          </p:cNvSpPr>
          <p:nvPr/>
        </p:nvSpPr>
        <p:spPr>
          <a:xfrm xmlns:a="http://schemas.openxmlformats.org/drawingml/2006/main">
            <a:off x="590550" y="5524500"/>
            <a:ext cx="523875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68EDBE"/>
                </a:solidFill>
                <a:latin typeface="Yu Gothic"/>
                <a:ea typeface="Yu Gothic"/>
                <a:cs typeface="Yu Gothic"/>
              </a:defRPr>
            </a:defPPr>
            <a:lvl1pPr algn="l">
              <a:defRPr sz="1725" b="0">
                <a:solidFill>
                  <a:srgbClr val="68EDBE"/>
                </a:solidFill>
                <a:latin typeface="Yu Gothic"/>
                <a:ea typeface="Yu Gothic"/>
                <a:cs typeface="Yu Gothic"/>
              </a:defRPr>
            </a:lvl1pPr>
            <a:lvl2pPr algn="l">
              <a:defRPr sz="1725" b="0">
                <a:solidFill>
                  <a:srgbClr val="68EDBE"/>
                </a:solidFill>
                <a:latin typeface="Yu Gothic"/>
                <a:ea typeface="Yu Gothic"/>
                <a:cs typeface="Yu Gothic"/>
              </a:defRPr>
            </a:lvl2pPr>
            <a:lvl3pPr algn="l">
              <a:defRPr sz="1725" b="0">
                <a:solidFill>
                  <a:srgbClr val="68EDBE"/>
                </a:solidFill>
                <a:latin typeface="Yu Gothic"/>
                <a:ea typeface="Yu Gothic"/>
                <a:cs typeface="Yu Gothic"/>
              </a:defRPr>
            </a:lvl3pPr>
            <a:lvl4pPr algn="l">
              <a:defRPr sz="1725" b="0">
                <a:solidFill>
                  <a:srgbClr val="68EDBE"/>
                </a:solidFill>
                <a:latin typeface="Yu Gothic"/>
                <a:ea typeface="Yu Gothic"/>
                <a:cs typeface="Yu Gothic"/>
              </a:defRPr>
            </a:lvl4pPr>
            <a:lvl5pPr algn="l">
              <a:defRPr sz="1725" b="0">
                <a:solidFill>
                  <a:srgbClr val="68EDBE"/>
                </a:solidFill>
                <a:latin typeface="Yu Gothic"/>
                <a:ea typeface="Yu Gothic"/>
                <a:cs typeface="Yu Gothic"/>
              </a:defRPr>
            </a:lvl5pPr>
            <a:lvl6pPr algn="l">
              <a:defRPr sz="1725" b="0">
                <a:solidFill>
                  <a:srgbClr val="68EDBE"/>
                </a:solidFill>
                <a:latin typeface="Yu Gothic"/>
                <a:ea typeface="Yu Gothic"/>
                <a:cs typeface="Yu Gothic"/>
              </a:defRPr>
            </a:lvl6pPr>
            <a:lvl7pPr algn="l">
              <a:defRPr sz="1725" b="0">
                <a:solidFill>
                  <a:srgbClr val="68EDBE"/>
                </a:solidFill>
                <a:latin typeface="Yu Gothic"/>
                <a:ea typeface="Yu Gothic"/>
                <a:cs typeface="Yu Gothic"/>
              </a:defRPr>
            </a:lvl7pPr>
            <a:lvl8pPr algn="l">
              <a:defRPr sz="1725" b="0">
                <a:solidFill>
                  <a:srgbClr val="68EDBE"/>
                </a:solidFill>
                <a:latin typeface="Yu Gothic"/>
                <a:ea typeface="Yu Gothic"/>
                <a:cs typeface="Yu Gothic"/>
              </a:defRPr>
            </a:lvl8pPr>
            <a:lvl9pPr algn="l">
              <a:defRPr sz="1725" b="0">
                <a:solidFill>
                  <a:srgbClr val="68EDBE"/>
                </a:solidFill>
                <a:latin typeface="Yu Gothic"/>
                <a:ea typeface="Yu Gothic"/>
                <a:cs typeface="Yu Gothic"/>
              </a:defRPr>
            </a:lvl9pPr>
          </a:lstStyle>
          <a:p xmlns:a="http://schemas.openxmlformats.org/drawingml/2006/main">
            <a:pPr algn="l">
              <a:defRPr sz="1725" b="0">
                <a:solidFill>
                  <a:srgbClr val="68EDBE"/>
                </a:solidFill>
                <a:latin typeface="Yu Gothic"/>
                <a:ea typeface="Yu Gothic"/>
                <a:cs typeface="Yu Gothic"/>
              </a:defRPr>
            </a:pPr>
            <a:r>
              <a:rPr sz="1725" b="0">
                <a:solidFill>
                  <a:srgbClr val="68EDBE"/>
                </a:solidFill>
                <a:latin typeface="Yu Gothic"/>
                <a:ea typeface="Yu Gothic"/>
                <a:cs typeface="Yu Gothic"/>
              </a:rPr>
              <a:t>D().act() は B・C・A を出力し、B の次は C になる。</a:t>
            </a:r>
          </a:p>
        </p:txBody>
      </p:sp>
      <p:sp>
        <p:nvSpPr>
          <p:cNvPr id="16" name="協調するメソッドは引数を揃え、一貫して super() を使う。">
            <a:extLst xmlns:a="http://schemas.openxmlformats.org/drawingml/2006/main">
              <a:ext uri="{FF2B5EF4-FFF2-40B4-BE49-F238E27FC236}">
                <a16:creationId xmlns:a16="http://schemas.microsoft.com/office/drawing/2014/main" id="{D3E4CA9A-379D-417C-BE0F-3C4EC5F1EA16}"/>
              </a:ext>
            </a:extLst>
          </p:cNvPr>
          <p:cNvSpPr>
            <a:spLocks xmlns:a="http://schemas.openxmlformats.org/drawingml/2006/main" noGrp="1"/>
          </p:cNvSpPr>
          <p:nvPr/>
        </p:nvSpPr>
        <p:spPr>
          <a:xfrm xmlns:a="http://schemas.openxmlformats.org/drawingml/2006/main">
            <a:off x="6305550" y="5524500"/>
            <a:ext cx="523875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68EDBE"/>
                </a:solidFill>
                <a:latin typeface="Yu Gothic"/>
                <a:ea typeface="Yu Gothic"/>
                <a:cs typeface="Yu Gothic"/>
              </a:defRPr>
            </a:defPPr>
            <a:lvl1pPr algn="l">
              <a:defRPr sz="1725" b="0">
                <a:solidFill>
                  <a:srgbClr val="68EDBE"/>
                </a:solidFill>
                <a:latin typeface="Yu Gothic"/>
                <a:ea typeface="Yu Gothic"/>
                <a:cs typeface="Yu Gothic"/>
              </a:defRPr>
            </a:lvl1pPr>
            <a:lvl2pPr algn="l">
              <a:defRPr sz="1725" b="0">
                <a:solidFill>
                  <a:srgbClr val="68EDBE"/>
                </a:solidFill>
                <a:latin typeface="Yu Gothic"/>
                <a:ea typeface="Yu Gothic"/>
                <a:cs typeface="Yu Gothic"/>
              </a:defRPr>
            </a:lvl2pPr>
            <a:lvl3pPr algn="l">
              <a:defRPr sz="1725" b="0">
                <a:solidFill>
                  <a:srgbClr val="68EDBE"/>
                </a:solidFill>
                <a:latin typeface="Yu Gothic"/>
                <a:ea typeface="Yu Gothic"/>
                <a:cs typeface="Yu Gothic"/>
              </a:defRPr>
            </a:lvl3pPr>
            <a:lvl4pPr algn="l">
              <a:defRPr sz="1725" b="0">
                <a:solidFill>
                  <a:srgbClr val="68EDBE"/>
                </a:solidFill>
                <a:latin typeface="Yu Gothic"/>
                <a:ea typeface="Yu Gothic"/>
                <a:cs typeface="Yu Gothic"/>
              </a:defRPr>
            </a:lvl4pPr>
            <a:lvl5pPr algn="l">
              <a:defRPr sz="1725" b="0">
                <a:solidFill>
                  <a:srgbClr val="68EDBE"/>
                </a:solidFill>
                <a:latin typeface="Yu Gothic"/>
                <a:ea typeface="Yu Gothic"/>
                <a:cs typeface="Yu Gothic"/>
              </a:defRPr>
            </a:lvl5pPr>
            <a:lvl6pPr algn="l">
              <a:defRPr sz="1725" b="0">
                <a:solidFill>
                  <a:srgbClr val="68EDBE"/>
                </a:solidFill>
                <a:latin typeface="Yu Gothic"/>
                <a:ea typeface="Yu Gothic"/>
                <a:cs typeface="Yu Gothic"/>
              </a:defRPr>
            </a:lvl6pPr>
            <a:lvl7pPr algn="l">
              <a:defRPr sz="1725" b="0">
                <a:solidFill>
                  <a:srgbClr val="68EDBE"/>
                </a:solidFill>
                <a:latin typeface="Yu Gothic"/>
                <a:ea typeface="Yu Gothic"/>
                <a:cs typeface="Yu Gothic"/>
              </a:defRPr>
            </a:lvl7pPr>
            <a:lvl8pPr algn="l">
              <a:defRPr sz="1725" b="0">
                <a:solidFill>
                  <a:srgbClr val="68EDBE"/>
                </a:solidFill>
                <a:latin typeface="Yu Gothic"/>
                <a:ea typeface="Yu Gothic"/>
                <a:cs typeface="Yu Gothic"/>
              </a:defRPr>
            </a:lvl8pPr>
            <a:lvl9pPr algn="l">
              <a:defRPr sz="1725" b="0">
                <a:solidFill>
                  <a:srgbClr val="68EDBE"/>
                </a:solidFill>
                <a:latin typeface="Yu Gothic"/>
                <a:ea typeface="Yu Gothic"/>
                <a:cs typeface="Yu Gothic"/>
              </a:defRPr>
            </a:lvl9pPr>
          </a:lstStyle>
          <a:p xmlns:a="http://schemas.openxmlformats.org/drawingml/2006/main">
            <a:pPr algn="l">
              <a:defRPr sz="1725" b="0">
                <a:solidFill>
                  <a:srgbClr val="68EDBE"/>
                </a:solidFill>
                <a:latin typeface="Yu Gothic"/>
                <a:ea typeface="Yu Gothic"/>
                <a:cs typeface="Yu Gothic"/>
              </a:defRPr>
            </a:pPr>
            <a:r>
              <a:rPr sz="1725" b="0">
                <a:solidFill>
                  <a:srgbClr val="68EDBE"/>
                </a:solidFill>
                <a:latin typeface="Yu Gothic"/>
                <a:ea typeface="Yu Gothic"/>
                <a:cs typeface="Yu Gothic"/>
              </a:rPr>
              <a:t>協調するメソッドは引数を揃え、一貫して super() を使う。</a:t>
            </a:r>
          </a:p>
        </p:txBody>
      </p:sp>
      <p:sp>
        <p:nvSpPr>
          <p:cNvPr id="17" name="actors.py / week7_demo.py">
            <a:extLst xmlns:a="http://schemas.openxmlformats.org/drawingml/2006/main">
              <a:ext uri="{FF2B5EF4-FFF2-40B4-BE49-F238E27FC236}">
                <a16:creationId xmlns:a16="http://schemas.microsoft.com/office/drawing/2014/main" id="{818DAE4C-8342-4EFB-9D1B-324E7A65D7A2}"/>
              </a:ext>
            </a:extLst>
          </p:cNvPr>
          <p:cNvSpPr>
            <a:spLocks xmlns:a="http://schemas.openxmlformats.org/drawingml/2006/main" noGrp="1"/>
          </p:cNvSpPr>
          <p:nvPr/>
        </p:nvSpPr>
        <p:spPr>
          <a:xfrm xmlns:a="http://schemas.openxmlformats.org/drawingml/2006/main">
            <a:off x="590550" y="6543675"/>
            <a:ext cx="10287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EDF4FB"/>
                </a:solidFill>
                <a:latin typeface="Consolas"/>
                <a:ea typeface="Consolas"/>
                <a:cs typeface="Consolas"/>
              </a:defRPr>
            </a:defPPr>
            <a:lvl1pPr algn="l">
              <a:defRPr sz="1200" b="0">
                <a:solidFill>
                  <a:srgbClr val="EDF4FB"/>
                </a:solidFill>
                <a:latin typeface="Consolas"/>
                <a:ea typeface="Consolas"/>
                <a:cs typeface="Consolas"/>
              </a:defRPr>
            </a:lvl1pPr>
            <a:lvl2pPr algn="l">
              <a:defRPr sz="1200" b="0">
                <a:solidFill>
                  <a:srgbClr val="EDF4FB"/>
                </a:solidFill>
                <a:latin typeface="Consolas"/>
                <a:ea typeface="Consolas"/>
                <a:cs typeface="Consolas"/>
              </a:defRPr>
            </a:lvl2pPr>
            <a:lvl3pPr algn="l">
              <a:defRPr sz="1200" b="0">
                <a:solidFill>
                  <a:srgbClr val="EDF4FB"/>
                </a:solidFill>
                <a:latin typeface="Consolas"/>
                <a:ea typeface="Consolas"/>
                <a:cs typeface="Consolas"/>
              </a:defRPr>
            </a:lvl3pPr>
            <a:lvl4pPr algn="l">
              <a:defRPr sz="1200" b="0">
                <a:solidFill>
                  <a:srgbClr val="EDF4FB"/>
                </a:solidFill>
                <a:latin typeface="Consolas"/>
                <a:ea typeface="Consolas"/>
                <a:cs typeface="Consolas"/>
              </a:defRPr>
            </a:lvl4pPr>
            <a:lvl5pPr algn="l">
              <a:defRPr sz="1200" b="0">
                <a:solidFill>
                  <a:srgbClr val="EDF4FB"/>
                </a:solidFill>
                <a:latin typeface="Consolas"/>
                <a:ea typeface="Consolas"/>
                <a:cs typeface="Consolas"/>
              </a:defRPr>
            </a:lvl5pPr>
            <a:lvl6pPr algn="l">
              <a:defRPr sz="1200" b="0">
                <a:solidFill>
                  <a:srgbClr val="EDF4FB"/>
                </a:solidFill>
                <a:latin typeface="Consolas"/>
                <a:ea typeface="Consolas"/>
                <a:cs typeface="Consolas"/>
              </a:defRPr>
            </a:lvl6pPr>
            <a:lvl7pPr algn="l">
              <a:defRPr sz="1200" b="0">
                <a:solidFill>
                  <a:srgbClr val="EDF4FB"/>
                </a:solidFill>
                <a:latin typeface="Consolas"/>
                <a:ea typeface="Consolas"/>
                <a:cs typeface="Consolas"/>
              </a:defRPr>
            </a:lvl7pPr>
            <a:lvl8pPr algn="l">
              <a:defRPr sz="1200" b="0">
                <a:solidFill>
                  <a:srgbClr val="EDF4FB"/>
                </a:solidFill>
                <a:latin typeface="Consolas"/>
                <a:ea typeface="Consolas"/>
                <a:cs typeface="Consolas"/>
              </a:defRPr>
            </a:lvl8pPr>
            <a:lvl9pPr algn="l">
              <a:defRPr sz="1200" b="0">
                <a:solidFill>
                  <a:srgbClr val="EDF4FB"/>
                </a:solidFill>
                <a:latin typeface="Consolas"/>
                <a:ea typeface="Consolas"/>
                <a:cs typeface="Consolas"/>
              </a:defRPr>
            </a:lvl9pPr>
          </a:lstStyle>
          <a:p xmlns:a="http://schemas.openxmlformats.org/drawingml/2006/main">
            <a:pPr algn="l">
              <a:defRPr sz="1200" b="0">
                <a:solidFill>
                  <a:srgbClr val="EDF4FB"/>
                </a:solidFill>
                <a:latin typeface="Consolas"/>
                <a:ea typeface="Consolas"/>
                <a:cs typeface="Consolas"/>
              </a:defRPr>
            </a:pPr>
            <a:r>
              <a:rPr sz="1200" b="0">
                <a:solidFill>
                  <a:srgbClr val="EDF4FB"/>
                </a:solidFill>
                <a:latin typeface="Consolas"/>
                <a:ea typeface="Consolas"/>
                <a:cs typeface="Consolas"/>
              </a:rPr>
              <a:t>actors.py / week7_demo.py</a:t>
            </a:r>
          </a:p>
        </p:txBody>
      </p:sp>
      <p:sp>
        <p:nvSpPr>
          <p:cNvPr id="18" name="22">
            <a:extLst xmlns:a="http://schemas.openxmlformats.org/drawingml/2006/main">
              <a:ext uri="{FF2B5EF4-FFF2-40B4-BE49-F238E27FC236}">
                <a16:creationId xmlns:a16="http://schemas.microsoft.com/office/drawing/2014/main" id="{2BE47D48-1DC8-4CCA-83E0-2764E90520ED}"/>
              </a:ext>
            </a:extLst>
          </p:cNvPr>
          <p:cNvSpPr>
            <a:spLocks xmlns:a="http://schemas.openxmlformats.org/drawingml/2006/main" noGrp="1"/>
          </p:cNvSpPr>
          <p:nvPr/>
        </p:nvSpPr>
        <p:spPr>
          <a:xfrm xmlns:a="http://schemas.openxmlformats.org/drawingml/2006/main">
            <a:off x="11163300" y="6543675"/>
            <a:ext cx="4572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EDF4FB"/>
                </a:solidFill>
                <a:latin typeface="Yu Gothic"/>
                <a:ea typeface="Yu Gothic"/>
                <a:cs typeface="Yu Gothic"/>
              </a:defRPr>
            </a:defPPr>
            <a:lvl1pPr algn="l">
              <a:defRPr sz="1200" b="0">
                <a:solidFill>
                  <a:srgbClr val="EDF4FB"/>
                </a:solidFill>
                <a:latin typeface="Yu Gothic"/>
                <a:ea typeface="Yu Gothic"/>
                <a:cs typeface="Yu Gothic"/>
              </a:defRPr>
            </a:lvl1pPr>
            <a:lvl2pPr algn="l">
              <a:defRPr sz="1200" b="0">
                <a:solidFill>
                  <a:srgbClr val="EDF4FB"/>
                </a:solidFill>
                <a:latin typeface="Yu Gothic"/>
                <a:ea typeface="Yu Gothic"/>
                <a:cs typeface="Yu Gothic"/>
              </a:defRPr>
            </a:lvl2pPr>
            <a:lvl3pPr algn="l">
              <a:defRPr sz="1200" b="0">
                <a:solidFill>
                  <a:srgbClr val="EDF4FB"/>
                </a:solidFill>
                <a:latin typeface="Yu Gothic"/>
                <a:ea typeface="Yu Gothic"/>
                <a:cs typeface="Yu Gothic"/>
              </a:defRPr>
            </a:lvl3pPr>
            <a:lvl4pPr algn="l">
              <a:defRPr sz="1200" b="0">
                <a:solidFill>
                  <a:srgbClr val="EDF4FB"/>
                </a:solidFill>
                <a:latin typeface="Yu Gothic"/>
                <a:ea typeface="Yu Gothic"/>
                <a:cs typeface="Yu Gothic"/>
              </a:defRPr>
            </a:lvl4pPr>
            <a:lvl5pPr algn="l">
              <a:defRPr sz="1200" b="0">
                <a:solidFill>
                  <a:srgbClr val="EDF4FB"/>
                </a:solidFill>
                <a:latin typeface="Yu Gothic"/>
                <a:ea typeface="Yu Gothic"/>
                <a:cs typeface="Yu Gothic"/>
              </a:defRPr>
            </a:lvl5pPr>
            <a:lvl6pPr algn="l">
              <a:defRPr sz="1200" b="0">
                <a:solidFill>
                  <a:srgbClr val="EDF4FB"/>
                </a:solidFill>
                <a:latin typeface="Yu Gothic"/>
                <a:ea typeface="Yu Gothic"/>
                <a:cs typeface="Yu Gothic"/>
              </a:defRPr>
            </a:lvl6pPr>
            <a:lvl7pPr algn="l">
              <a:defRPr sz="1200" b="0">
                <a:solidFill>
                  <a:srgbClr val="EDF4FB"/>
                </a:solidFill>
                <a:latin typeface="Yu Gothic"/>
                <a:ea typeface="Yu Gothic"/>
                <a:cs typeface="Yu Gothic"/>
              </a:defRPr>
            </a:lvl7pPr>
            <a:lvl8pPr algn="l">
              <a:defRPr sz="1200" b="0">
                <a:solidFill>
                  <a:srgbClr val="EDF4FB"/>
                </a:solidFill>
                <a:latin typeface="Yu Gothic"/>
                <a:ea typeface="Yu Gothic"/>
                <a:cs typeface="Yu Gothic"/>
              </a:defRPr>
            </a:lvl8pPr>
            <a:lvl9pPr algn="l">
              <a:defRPr sz="1200" b="0">
                <a:solidFill>
                  <a:srgbClr val="EDF4FB"/>
                </a:solidFill>
                <a:latin typeface="Yu Gothic"/>
                <a:ea typeface="Yu Gothic"/>
                <a:cs typeface="Yu Gothic"/>
              </a:defRPr>
            </a:lvl9pPr>
          </a:lstStyle>
          <a:p xmlns:a="http://schemas.openxmlformats.org/drawingml/2006/main">
            <a:pPr algn="l">
              <a:defRPr sz="1200" b="0">
                <a:solidFill>
                  <a:srgbClr val="EDF4FB"/>
                </a:solidFill>
                <a:latin typeface="Yu Gothic"/>
                <a:ea typeface="Yu Gothic"/>
                <a:cs typeface="Yu Gothic"/>
              </a:defRPr>
            </a:pPr>
            <a:r>
              <a:rPr sz="1200" b="0">
                <a:solidFill>
                  <a:srgbClr val="EDF4FB"/>
                </a:solidFill>
                <a:latin typeface="Yu Gothic"/>
                <a:ea typeface="Yu Gothic"/>
                <a:cs typeface="Yu Gothic"/>
              </a:rPr>
              <a:t>22</a:t>
            </a:r>
          </a:p>
        </p:txBody>
      </p:sp>
    </p:spTree>
    <p:extLst>
      <p:ext uri="{BB962C8B-B14F-4D97-AF65-F5344CB8AC3E}">
        <p14:creationId xmlns:p14="http://schemas.microsoft.com/office/powerpoint/2010/main" val="264916067"/>
      </p:ext>
    </p:extLst>
  </p:cSld>
</p:sld>
</file>

<file path=ppt/slides/slide23.xml><?xml version="1.0" encoding="utf-8"?>
<p:sld xmlns:p="http://schemas.openxmlformats.org/presentationml/2006/main">
  <p:cSld>
    <p:bg>
      <p:bgPr>
        <a:solidFill xmlns:a="http://schemas.openxmlformats.org/drawingml/2006/main">
          <a:srgbClr val="0B1422"/>
        </a:solidFill>
      </p:bgPr>
    </p:bg>
    <p:spTree>
      <p:nvGrpSpPr>
        <p:cNvPr id="1" name=""/>
        <p:cNvGrpSpPr/>
        <p:nvPr/>
      </p:nvGrpSpPr>
      <p:grpSpPr>
        <a:xfrm xmlns:a="http://schemas.openxmlformats.org/drawingml/2006/main"/>
      </p:grpSpPr>
      <p:sp>
        <p:nvSpPr>
          <p:cNvPr id="10" name="ダウンロードと実行">
            <a:extLst xmlns:a="http://schemas.openxmlformats.org/drawingml/2006/main">
              <a:ext uri="{FF2B5EF4-FFF2-40B4-BE49-F238E27FC236}">
                <a16:creationId xmlns:a16="http://schemas.microsoft.com/office/drawing/2014/main" id="{DF1E8A72-3466-4FCC-A5AB-603BF36AC5CC}"/>
              </a:ext>
            </a:extLst>
          </p:cNvPr>
          <p:cNvSpPr>
            <a:spLocks xmlns:a="http://schemas.openxmlformats.org/drawingml/2006/main" noGrp="1"/>
          </p:cNvSpPr>
          <p:nvPr/>
        </p:nvSpPr>
        <p:spPr>
          <a:xfrm xmlns:a="http://schemas.openxmlformats.org/drawingml/2006/main">
            <a:off x="561975" y="400050"/>
            <a:ext cx="110490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EDF4FB"/>
                </a:solidFill>
                <a:latin typeface="Yu Gothic"/>
                <a:ea typeface="Yu Gothic"/>
                <a:cs typeface="Yu Gothic"/>
              </a:defRPr>
            </a:defPPr>
            <a:lvl1pPr algn="l">
              <a:defRPr sz="3300" b="1">
                <a:solidFill>
                  <a:srgbClr val="EDF4FB"/>
                </a:solidFill>
                <a:latin typeface="Yu Gothic"/>
                <a:ea typeface="Yu Gothic"/>
                <a:cs typeface="Yu Gothic"/>
              </a:defRPr>
            </a:lvl1pPr>
            <a:lvl2pPr algn="l">
              <a:defRPr sz="3300" b="1">
                <a:solidFill>
                  <a:srgbClr val="EDF4FB"/>
                </a:solidFill>
                <a:latin typeface="Yu Gothic"/>
                <a:ea typeface="Yu Gothic"/>
                <a:cs typeface="Yu Gothic"/>
              </a:defRPr>
            </a:lvl2pPr>
            <a:lvl3pPr algn="l">
              <a:defRPr sz="3300" b="1">
                <a:solidFill>
                  <a:srgbClr val="EDF4FB"/>
                </a:solidFill>
                <a:latin typeface="Yu Gothic"/>
                <a:ea typeface="Yu Gothic"/>
                <a:cs typeface="Yu Gothic"/>
              </a:defRPr>
            </a:lvl3pPr>
            <a:lvl4pPr algn="l">
              <a:defRPr sz="3300" b="1">
                <a:solidFill>
                  <a:srgbClr val="EDF4FB"/>
                </a:solidFill>
                <a:latin typeface="Yu Gothic"/>
                <a:ea typeface="Yu Gothic"/>
                <a:cs typeface="Yu Gothic"/>
              </a:defRPr>
            </a:lvl4pPr>
            <a:lvl5pPr algn="l">
              <a:defRPr sz="3300" b="1">
                <a:solidFill>
                  <a:srgbClr val="EDF4FB"/>
                </a:solidFill>
                <a:latin typeface="Yu Gothic"/>
                <a:ea typeface="Yu Gothic"/>
                <a:cs typeface="Yu Gothic"/>
              </a:defRPr>
            </a:lvl5pPr>
            <a:lvl6pPr algn="l">
              <a:defRPr sz="3300" b="1">
                <a:solidFill>
                  <a:srgbClr val="EDF4FB"/>
                </a:solidFill>
                <a:latin typeface="Yu Gothic"/>
                <a:ea typeface="Yu Gothic"/>
                <a:cs typeface="Yu Gothic"/>
              </a:defRPr>
            </a:lvl6pPr>
            <a:lvl7pPr algn="l">
              <a:defRPr sz="3300" b="1">
                <a:solidFill>
                  <a:srgbClr val="EDF4FB"/>
                </a:solidFill>
                <a:latin typeface="Yu Gothic"/>
                <a:ea typeface="Yu Gothic"/>
                <a:cs typeface="Yu Gothic"/>
              </a:defRPr>
            </a:lvl7pPr>
            <a:lvl8pPr algn="l">
              <a:defRPr sz="3300" b="1">
                <a:solidFill>
                  <a:srgbClr val="EDF4FB"/>
                </a:solidFill>
                <a:latin typeface="Yu Gothic"/>
                <a:ea typeface="Yu Gothic"/>
                <a:cs typeface="Yu Gothic"/>
              </a:defRPr>
            </a:lvl8pPr>
            <a:lvl9pPr algn="l">
              <a:defRPr sz="3300" b="1">
                <a:solidFill>
                  <a:srgbClr val="EDF4FB"/>
                </a:solidFill>
                <a:latin typeface="Yu Gothic"/>
                <a:ea typeface="Yu Gothic"/>
                <a:cs typeface="Yu Gothic"/>
              </a:defRPr>
            </a:lvl9pPr>
          </a:lstStyle>
          <a:p xmlns:a="http://schemas.openxmlformats.org/drawingml/2006/main">
            <a:pPr algn="l">
              <a:defRPr sz="3300" b="1">
                <a:solidFill>
                  <a:srgbClr val="EDF4FB"/>
                </a:solidFill>
                <a:latin typeface="Yu Gothic"/>
                <a:ea typeface="Yu Gothic"/>
                <a:cs typeface="Yu Gothic"/>
              </a:defRPr>
            </a:pPr>
            <a:r>
              <a:rPr sz="3300" b="1">
                <a:solidFill>
                  <a:srgbClr val="EDF4FB"/>
                </a:solidFill>
                <a:latin typeface="Yu Gothic"/>
                <a:ea typeface="Yu Gothic"/>
                <a:cs typeface="Yu Gothic"/>
              </a:rPr>
              <a:t>ダウンロードと実行</a:t>
            </a:r>
          </a:p>
        </p:txBody>
      </p:sp>
      <p:sp>
        <p:nvSpPr>
          <p:cNvPr id="2" name="Python 3.12。展開したフォルダーで端末を開く">
            <a:extLst xmlns:a="http://schemas.openxmlformats.org/drawingml/2006/main">
              <a:ext uri="{FF2B5EF4-FFF2-40B4-BE49-F238E27FC236}">
                <a16:creationId xmlns:a16="http://schemas.microsoft.com/office/drawing/2014/main" id="{E417BAFB-FF84-4C54-986E-8D39099C5D32}"/>
              </a:ext>
            </a:extLst>
          </p:cNvPr>
          <p:cNvSpPr>
            <a:spLocks xmlns:a="http://schemas.openxmlformats.org/drawingml/2006/main" noGrp="1"/>
          </p:cNvSpPr>
          <p:nvPr/>
        </p:nvSpPr>
        <p:spPr>
          <a:xfrm xmlns:a="http://schemas.openxmlformats.org/drawingml/2006/main">
            <a:off x="581025" y="1123950"/>
            <a:ext cx="1100137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68EDBE"/>
                </a:solidFill>
                <a:latin typeface="Yu Gothic"/>
                <a:ea typeface="Yu Gothic"/>
                <a:cs typeface="Yu Gothic"/>
              </a:defRPr>
            </a:defPPr>
            <a:lvl1pPr algn="l">
              <a:defRPr sz="1800" b="0">
                <a:solidFill>
                  <a:srgbClr val="68EDBE"/>
                </a:solidFill>
                <a:latin typeface="Yu Gothic"/>
                <a:ea typeface="Yu Gothic"/>
                <a:cs typeface="Yu Gothic"/>
              </a:defRPr>
            </a:lvl1pPr>
            <a:lvl2pPr algn="l">
              <a:defRPr sz="1800" b="0">
                <a:solidFill>
                  <a:srgbClr val="68EDBE"/>
                </a:solidFill>
                <a:latin typeface="Yu Gothic"/>
                <a:ea typeface="Yu Gothic"/>
                <a:cs typeface="Yu Gothic"/>
              </a:defRPr>
            </a:lvl2pPr>
            <a:lvl3pPr algn="l">
              <a:defRPr sz="1800" b="0">
                <a:solidFill>
                  <a:srgbClr val="68EDBE"/>
                </a:solidFill>
                <a:latin typeface="Yu Gothic"/>
                <a:ea typeface="Yu Gothic"/>
                <a:cs typeface="Yu Gothic"/>
              </a:defRPr>
            </a:lvl3pPr>
            <a:lvl4pPr algn="l">
              <a:defRPr sz="1800" b="0">
                <a:solidFill>
                  <a:srgbClr val="68EDBE"/>
                </a:solidFill>
                <a:latin typeface="Yu Gothic"/>
                <a:ea typeface="Yu Gothic"/>
                <a:cs typeface="Yu Gothic"/>
              </a:defRPr>
            </a:lvl4pPr>
            <a:lvl5pPr algn="l">
              <a:defRPr sz="1800" b="0">
                <a:solidFill>
                  <a:srgbClr val="68EDBE"/>
                </a:solidFill>
                <a:latin typeface="Yu Gothic"/>
                <a:ea typeface="Yu Gothic"/>
                <a:cs typeface="Yu Gothic"/>
              </a:defRPr>
            </a:lvl5pPr>
            <a:lvl6pPr algn="l">
              <a:defRPr sz="1800" b="0">
                <a:solidFill>
                  <a:srgbClr val="68EDBE"/>
                </a:solidFill>
                <a:latin typeface="Yu Gothic"/>
                <a:ea typeface="Yu Gothic"/>
                <a:cs typeface="Yu Gothic"/>
              </a:defRPr>
            </a:lvl6pPr>
            <a:lvl7pPr algn="l">
              <a:defRPr sz="1800" b="0">
                <a:solidFill>
                  <a:srgbClr val="68EDBE"/>
                </a:solidFill>
                <a:latin typeface="Yu Gothic"/>
                <a:ea typeface="Yu Gothic"/>
                <a:cs typeface="Yu Gothic"/>
              </a:defRPr>
            </a:lvl7pPr>
            <a:lvl8pPr algn="l">
              <a:defRPr sz="1800" b="0">
                <a:solidFill>
                  <a:srgbClr val="68EDBE"/>
                </a:solidFill>
                <a:latin typeface="Yu Gothic"/>
                <a:ea typeface="Yu Gothic"/>
                <a:cs typeface="Yu Gothic"/>
              </a:defRPr>
            </a:lvl8pPr>
            <a:lvl9pPr algn="l">
              <a:defRPr sz="1800" b="0">
                <a:solidFill>
                  <a:srgbClr val="68EDBE"/>
                </a:solidFill>
                <a:latin typeface="Yu Gothic"/>
                <a:ea typeface="Yu Gothic"/>
                <a:cs typeface="Yu Gothic"/>
              </a:defRPr>
            </a:lvl9pPr>
          </a:lstStyle>
          <a:p xmlns:a="http://schemas.openxmlformats.org/drawingml/2006/main">
            <a:pPr algn="l">
              <a:defRPr sz="1800" b="0">
                <a:solidFill>
                  <a:srgbClr val="68EDBE"/>
                </a:solidFill>
                <a:latin typeface="Yu Gothic"/>
                <a:ea typeface="Yu Gothic"/>
                <a:cs typeface="Yu Gothic"/>
              </a:defRPr>
            </a:pPr>
            <a:r>
              <a:rPr sz="1800" b="0">
                <a:solidFill>
                  <a:srgbClr val="68EDBE"/>
                </a:solidFill>
                <a:latin typeface="Yu Gothic"/>
                <a:ea typeface="Yu Gothic"/>
                <a:cs typeface="Yu Gothic"/>
              </a:rPr>
              <a:t>Python 3.12。展開したフォルダーで端末を開く</a:t>
            </a:r>
          </a:p>
        </p:txBody>
      </p:sp>
      <p:sp>
        <p:nvSpPr>
          <p:cNvPr id="3" name="python -m pip install pygame==2.6.1">
            <a:extLst xmlns:a="http://schemas.openxmlformats.org/drawingml/2006/main">
              <a:ext uri="{FF2B5EF4-FFF2-40B4-BE49-F238E27FC236}">
                <a16:creationId xmlns:a16="http://schemas.microsoft.com/office/drawing/2014/main" id="{6D229A31-F925-460B-B7CE-0973176B2D69}"/>
              </a:ext>
            </a:extLst>
          </p:cNvPr>
          <p:cNvSpPr>
            <a:spLocks xmlns:a="http://schemas.openxmlformats.org/drawingml/2006/main" noGrp="1"/>
          </p:cNvSpPr>
          <p:nvPr/>
        </p:nvSpPr>
        <p:spPr>
          <a:xfrm xmlns:a="http://schemas.openxmlformats.org/drawingml/2006/main">
            <a:off x="590550" y="1838325"/>
            <a:ext cx="10953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EDF4FB"/>
                </a:solidFill>
                <a:latin typeface="Consolas"/>
                <a:ea typeface="Consolas"/>
                <a:cs typeface="Consolas"/>
              </a:defRPr>
            </a:defPPr>
            <a:lvl1pPr algn="l">
              <a:defRPr sz="1950" b="0">
                <a:solidFill>
                  <a:srgbClr val="EDF4FB"/>
                </a:solidFill>
                <a:latin typeface="Consolas"/>
                <a:ea typeface="Consolas"/>
                <a:cs typeface="Consolas"/>
              </a:defRPr>
            </a:lvl1pPr>
            <a:lvl2pPr algn="l">
              <a:defRPr sz="1950" b="0">
                <a:solidFill>
                  <a:srgbClr val="EDF4FB"/>
                </a:solidFill>
                <a:latin typeface="Consolas"/>
                <a:ea typeface="Consolas"/>
                <a:cs typeface="Consolas"/>
              </a:defRPr>
            </a:lvl2pPr>
            <a:lvl3pPr algn="l">
              <a:defRPr sz="1950" b="0">
                <a:solidFill>
                  <a:srgbClr val="EDF4FB"/>
                </a:solidFill>
                <a:latin typeface="Consolas"/>
                <a:ea typeface="Consolas"/>
                <a:cs typeface="Consolas"/>
              </a:defRPr>
            </a:lvl3pPr>
            <a:lvl4pPr algn="l">
              <a:defRPr sz="1950" b="0">
                <a:solidFill>
                  <a:srgbClr val="EDF4FB"/>
                </a:solidFill>
                <a:latin typeface="Consolas"/>
                <a:ea typeface="Consolas"/>
                <a:cs typeface="Consolas"/>
              </a:defRPr>
            </a:lvl4pPr>
            <a:lvl5pPr algn="l">
              <a:defRPr sz="1950" b="0">
                <a:solidFill>
                  <a:srgbClr val="EDF4FB"/>
                </a:solidFill>
                <a:latin typeface="Consolas"/>
                <a:ea typeface="Consolas"/>
                <a:cs typeface="Consolas"/>
              </a:defRPr>
            </a:lvl5pPr>
            <a:lvl6pPr algn="l">
              <a:defRPr sz="1950" b="0">
                <a:solidFill>
                  <a:srgbClr val="EDF4FB"/>
                </a:solidFill>
                <a:latin typeface="Consolas"/>
                <a:ea typeface="Consolas"/>
                <a:cs typeface="Consolas"/>
              </a:defRPr>
            </a:lvl6pPr>
            <a:lvl7pPr algn="l">
              <a:defRPr sz="1950" b="0">
                <a:solidFill>
                  <a:srgbClr val="EDF4FB"/>
                </a:solidFill>
                <a:latin typeface="Consolas"/>
                <a:ea typeface="Consolas"/>
                <a:cs typeface="Consolas"/>
              </a:defRPr>
            </a:lvl7pPr>
            <a:lvl8pPr algn="l">
              <a:defRPr sz="1950" b="0">
                <a:solidFill>
                  <a:srgbClr val="EDF4FB"/>
                </a:solidFill>
                <a:latin typeface="Consolas"/>
                <a:ea typeface="Consolas"/>
                <a:cs typeface="Consolas"/>
              </a:defRPr>
            </a:lvl8pPr>
            <a:lvl9pPr algn="l">
              <a:defRPr sz="1950" b="0">
                <a:solidFill>
                  <a:srgbClr val="EDF4FB"/>
                </a:solidFill>
                <a:latin typeface="Consolas"/>
                <a:ea typeface="Consolas"/>
                <a:cs typeface="Consolas"/>
              </a:defRPr>
            </a:lvl9pPr>
          </a:lstStyle>
          <a:p xmlns:a="http://schemas.openxmlformats.org/drawingml/2006/main">
            <a:pPr algn="l">
              <a:defRPr sz="1950" b="0">
                <a:solidFill>
                  <a:srgbClr val="EDF4FB"/>
                </a:solidFill>
                <a:latin typeface="Consolas"/>
                <a:ea typeface="Consolas"/>
                <a:cs typeface="Consolas"/>
              </a:defRPr>
            </a:pPr>
            <a:r>
              <a:rPr sz="1950" b="0">
                <a:solidFill>
                  <a:srgbClr val="EDF4FB"/>
                </a:solidFill>
                <a:latin typeface="Consolas"/>
                <a:ea typeface="Consolas"/>
                <a:cs typeface="Consolas"/>
              </a:rPr>
              <a:t>python -m pip install pygame==2.6.1</a:t>
            </a:r>
          </a:p>
        </p:txBody>
      </p:sp>
      <p:sp>
        <p:nvSpPr>
          <p:cNvPr id="4" name="python week7_demo.py">
            <a:extLst xmlns:a="http://schemas.openxmlformats.org/drawingml/2006/main">
              <a:ext uri="{FF2B5EF4-FFF2-40B4-BE49-F238E27FC236}">
                <a16:creationId xmlns:a16="http://schemas.microsoft.com/office/drawing/2014/main" id="{C200CE8B-797B-4C64-B7F2-E11D64B0FAA3}"/>
              </a:ext>
            </a:extLst>
          </p:cNvPr>
          <p:cNvSpPr>
            <a:spLocks xmlns:a="http://schemas.openxmlformats.org/drawingml/2006/main" noGrp="1"/>
          </p:cNvSpPr>
          <p:nvPr/>
        </p:nvSpPr>
        <p:spPr>
          <a:xfrm xmlns:a="http://schemas.openxmlformats.org/drawingml/2006/main">
            <a:off x="590550" y="2143125"/>
            <a:ext cx="10953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EDF4FB"/>
                </a:solidFill>
                <a:latin typeface="Consolas"/>
                <a:ea typeface="Consolas"/>
                <a:cs typeface="Consolas"/>
              </a:defRPr>
            </a:defPPr>
            <a:lvl1pPr algn="l">
              <a:defRPr sz="1950" b="0">
                <a:solidFill>
                  <a:srgbClr val="EDF4FB"/>
                </a:solidFill>
                <a:latin typeface="Consolas"/>
                <a:ea typeface="Consolas"/>
                <a:cs typeface="Consolas"/>
              </a:defRPr>
            </a:lvl1pPr>
            <a:lvl2pPr algn="l">
              <a:defRPr sz="1950" b="0">
                <a:solidFill>
                  <a:srgbClr val="EDF4FB"/>
                </a:solidFill>
                <a:latin typeface="Consolas"/>
                <a:ea typeface="Consolas"/>
                <a:cs typeface="Consolas"/>
              </a:defRPr>
            </a:lvl2pPr>
            <a:lvl3pPr algn="l">
              <a:defRPr sz="1950" b="0">
                <a:solidFill>
                  <a:srgbClr val="EDF4FB"/>
                </a:solidFill>
                <a:latin typeface="Consolas"/>
                <a:ea typeface="Consolas"/>
                <a:cs typeface="Consolas"/>
              </a:defRPr>
            </a:lvl3pPr>
            <a:lvl4pPr algn="l">
              <a:defRPr sz="1950" b="0">
                <a:solidFill>
                  <a:srgbClr val="EDF4FB"/>
                </a:solidFill>
                <a:latin typeface="Consolas"/>
                <a:ea typeface="Consolas"/>
                <a:cs typeface="Consolas"/>
              </a:defRPr>
            </a:lvl4pPr>
            <a:lvl5pPr algn="l">
              <a:defRPr sz="1950" b="0">
                <a:solidFill>
                  <a:srgbClr val="EDF4FB"/>
                </a:solidFill>
                <a:latin typeface="Consolas"/>
                <a:ea typeface="Consolas"/>
                <a:cs typeface="Consolas"/>
              </a:defRPr>
            </a:lvl5pPr>
            <a:lvl6pPr algn="l">
              <a:defRPr sz="1950" b="0">
                <a:solidFill>
                  <a:srgbClr val="EDF4FB"/>
                </a:solidFill>
                <a:latin typeface="Consolas"/>
                <a:ea typeface="Consolas"/>
                <a:cs typeface="Consolas"/>
              </a:defRPr>
            </a:lvl6pPr>
            <a:lvl7pPr algn="l">
              <a:defRPr sz="1950" b="0">
                <a:solidFill>
                  <a:srgbClr val="EDF4FB"/>
                </a:solidFill>
                <a:latin typeface="Consolas"/>
                <a:ea typeface="Consolas"/>
                <a:cs typeface="Consolas"/>
              </a:defRPr>
            </a:lvl7pPr>
            <a:lvl8pPr algn="l">
              <a:defRPr sz="1950" b="0">
                <a:solidFill>
                  <a:srgbClr val="EDF4FB"/>
                </a:solidFill>
                <a:latin typeface="Consolas"/>
                <a:ea typeface="Consolas"/>
                <a:cs typeface="Consolas"/>
              </a:defRPr>
            </a:lvl8pPr>
            <a:lvl9pPr algn="l">
              <a:defRPr sz="1950" b="0">
                <a:solidFill>
                  <a:srgbClr val="EDF4FB"/>
                </a:solidFill>
                <a:latin typeface="Consolas"/>
                <a:ea typeface="Consolas"/>
                <a:cs typeface="Consolas"/>
              </a:defRPr>
            </a:lvl9pPr>
          </a:lstStyle>
          <a:p xmlns:a="http://schemas.openxmlformats.org/drawingml/2006/main">
            <a:pPr algn="l">
              <a:defRPr sz="1950" b="0">
                <a:solidFill>
                  <a:srgbClr val="EDF4FB"/>
                </a:solidFill>
                <a:latin typeface="Consolas"/>
                <a:ea typeface="Consolas"/>
                <a:cs typeface="Consolas"/>
              </a:defRPr>
            </a:pPr>
            <a:r>
              <a:rPr sz="1950" b="0">
                <a:solidFill>
                  <a:srgbClr val="EDF4FB"/>
                </a:solidFill>
                <a:latin typeface="Consolas"/>
                <a:ea typeface="Consolas"/>
                <a:cs typeface="Consolas"/>
              </a:rPr>
              <a:t>python week7_demo.py</a:t>
            </a:r>
          </a:p>
        </p:txBody>
      </p:sp>
      <p:sp>
        <p:nvSpPr>
          <p:cNvPr id="5" name="week7_demo.py は位置・継承関係・MRO を表示して検証する。">
            <a:extLst xmlns:a="http://schemas.openxmlformats.org/drawingml/2006/main">
              <a:ext uri="{FF2B5EF4-FFF2-40B4-BE49-F238E27FC236}">
                <a16:creationId xmlns:a16="http://schemas.microsoft.com/office/drawing/2014/main" id="{D1F615C3-8917-43D5-B647-10972573621A}"/>
              </a:ext>
            </a:extLst>
          </p:cNvPr>
          <p:cNvSpPr>
            <a:spLocks xmlns:a="http://schemas.openxmlformats.org/drawingml/2006/main" noGrp="1"/>
          </p:cNvSpPr>
          <p:nvPr/>
        </p:nvSpPr>
        <p:spPr>
          <a:xfrm xmlns:a="http://schemas.openxmlformats.org/drawingml/2006/main">
            <a:off x="590550" y="5524500"/>
            <a:ext cx="523875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68EDBE"/>
                </a:solidFill>
                <a:latin typeface="Yu Gothic"/>
                <a:ea typeface="Yu Gothic"/>
                <a:cs typeface="Yu Gothic"/>
              </a:defRPr>
            </a:defPPr>
            <a:lvl1pPr algn="l">
              <a:defRPr sz="1725" b="0">
                <a:solidFill>
                  <a:srgbClr val="68EDBE"/>
                </a:solidFill>
                <a:latin typeface="Yu Gothic"/>
                <a:ea typeface="Yu Gothic"/>
                <a:cs typeface="Yu Gothic"/>
              </a:defRPr>
            </a:lvl1pPr>
            <a:lvl2pPr algn="l">
              <a:defRPr sz="1725" b="0">
                <a:solidFill>
                  <a:srgbClr val="68EDBE"/>
                </a:solidFill>
                <a:latin typeface="Yu Gothic"/>
                <a:ea typeface="Yu Gothic"/>
                <a:cs typeface="Yu Gothic"/>
              </a:defRPr>
            </a:lvl2pPr>
            <a:lvl3pPr algn="l">
              <a:defRPr sz="1725" b="0">
                <a:solidFill>
                  <a:srgbClr val="68EDBE"/>
                </a:solidFill>
                <a:latin typeface="Yu Gothic"/>
                <a:ea typeface="Yu Gothic"/>
                <a:cs typeface="Yu Gothic"/>
              </a:defRPr>
            </a:lvl3pPr>
            <a:lvl4pPr algn="l">
              <a:defRPr sz="1725" b="0">
                <a:solidFill>
                  <a:srgbClr val="68EDBE"/>
                </a:solidFill>
                <a:latin typeface="Yu Gothic"/>
                <a:ea typeface="Yu Gothic"/>
                <a:cs typeface="Yu Gothic"/>
              </a:defRPr>
            </a:lvl4pPr>
            <a:lvl5pPr algn="l">
              <a:defRPr sz="1725" b="0">
                <a:solidFill>
                  <a:srgbClr val="68EDBE"/>
                </a:solidFill>
                <a:latin typeface="Yu Gothic"/>
                <a:ea typeface="Yu Gothic"/>
                <a:cs typeface="Yu Gothic"/>
              </a:defRPr>
            </a:lvl5pPr>
            <a:lvl6pPr algn="l">
              <a:defRPr sz="1725" b="0">
                <a:solidFill>
                  <a:srgbClr val="68EDBE"/>
                </a:solidFill>
                <a:latin typeface="Yu Gothic"/>
                <a:ea typeface="Yu Gothic"/>
                <a:cs typeface="Yu Gothic"/>
              </a:defRPr>
            </a:lvl6pPr>
            <a:lvl7pPr algn="l">
              <a:defRPr sz="1725" b="0">
                <a:solidFill>
                  <a:srgbClr val="68EDBE"/>
                </a:solidFill>
                <a:latin typeface="Yu Gothic"/>
                <a:ea typeface="Yu Gothic"/>
                <a:cs typeface="Yu Gothic"/>
              </a:defRPr>
            </a:lvl7pPr>
            <a:lvl8pPr algn="l">
              <a:defRPr sz="1725" b="0">
                <a:solidFill>
                  <a:srgbClr val="68EDBE"/>
                </a:solidFill>
                <a:latin typeface="Yu Gothic"/>
                <a:ea typeface="Yu Gothic"/>
                <a:cs typeface="Yu Gothic"/>
              </a:defRPr>
            </a:lvl8pPr>
            <a:lvl9pPr algn="l">
              <a:defRPr sz="1725" b="0">
                <a:solidFill>
                  <a:srgbClr val="68EDBE"/>
                </a:solidFill>
                <a:latin typeface="Yu Gothic"/>
                <a:ea typeface="Yu Gothic"/>
                <a:cs typeface="Yu Gothic"/>
              </a:defRPr>
            </a:lvl9pPr>
          </a:lstStyle>
          <a:p xmlns:a="http://schemas.openxmlformats.org/drawingml/2006/main">
            <a:pPr algn="l">
              <a:defRPr sz="1725" b="0">
                <a:solidFill>
                  <a:srgbClr val="68EDBE"/>
                </a:solidFill>
                <a:latin typeface="Yu Gothic"/>
                <a:ea typeface="Yu Gothic"/>
                <a:cs typeface="Yu Gothic"/>
              </a:defRPr>
            </a:pPr>
            <a:r>
              <a:rPr sz="1725" b="0">
                <a:solidFill>
                  <a:srgbClr val="68EDBE"/>
                </a:solidFill>
                <a:latin typeface="Yu Gothic"/>
                <a:ea typeface="Yu Gothic"/>
                <a:cs typeface="Yu Gothic"/>
              </a:rPr>
              <a:t>week7_demo.py は位置・継承関係・MRO を表示して検証する。</a:t>
            </a:r>
          </a:p>
        </p:txBody>
      </p:sp>
      <p:sp>
        <p:nvSpPr>
          <p:cNvPr id="6" name="元のゲームとオブジェクトラベルはゲームのページから利用できる。">
            <a:extLst xmlns:a="http://schemas.openxmlformats.org/drawingml/2006/main">
              <a:ext uri="{FF2B5EF4-FFF2-40B4-BE49-F238E27FC236}">
                <a16:creationId xmlns:a16="http://schemas.microsoft.com/office/drawing/2014/main" id="{3B61419E-6A4A-462A-B67A-F4AF634859FB}"/>
              </a:ext>
            </a:extLst>
          </p:cNvPr>
          <p:cNvSpPr>
            <a:spLocks xmlns:a="http://schemas.openxmlformats.org/drawingml/2006/main" noGrp="1"/>
          </p:cNvSpPr>
          <p:nvPr/>
        </p:nvSpPr>
        <p:spPr>
          <a:xfrm xmlns:a="http://schemas.openxmlformats.org/drawingml/2006/main">
            <a:off x="6305550" y="5524500"/>
            <a:ext cx="523875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68EDBE"/>
                </a:solidFill>
                <a:latin typeface="Yu Gothic"/>
                <a:ea typeface="Yu Gothic"/>
                <a:cs typeface="Yu Gothic"/>
              </a:defRPr>
            </a:defPPr>
            <a:lvl1pPr algn="l">
              <a:defRPr sz="1725" b="0">
                <a:solidFill>
                  <a:srgbClr val="68EDBE"/>
                </a:solidFill>
                <a:latin typeface="Yu Gothic"/>
                <a:ea typeface="Yu Gothic"/>
                <a:cs typeface="Yu Gothic"/>
              </a:defRPr>
            </a:lvl1pPr>
            <a:lvl2pPr algn="l">
              <a:defRPr sz="1725" b="0">
                <a:solidFill>
                  <a:srgbClr val="68EDBE"/>
                </a:solidFill>
                <a:latin typeface="Yu Gothic"/>
                <a:ea typeface="Yu Gothic"/>
                <a:cs typeface="Yu Gothic"/>
              </a:defRPr>
            </a:lvl2pPr>
            <a:lvl3pPr algn="l">
              <a:defRPr sz="1725" b="0">
                <a:solidFill>
                  <a:srgbClr val="68EDBE"/>
                </a:solidFill>
                <a:latin typeface="Yu Gothic"/>
                <a:ea typeface="Yu Gothic"/>
                <a:cs typeface="Yu Gothic"/>
              </a:defRPr>
            </a:lvl3pPr>
            <a:lvl4pPr algn="l">
              <a:defRPr sz="1725" b="0">
                <a:solidFill>
                  <a:srgbClr val="68EDBE"/>
                </a:solidFill>
                <a:latin typeface="Yu Gothic"/>
                <a:ea typeface="Yu Gothic"/>
                <a:cs typeface="Yu Gothic"/>
              </a:defRPr>
            </a:lvl4pPr>
            <a:lvl5pPr algn="l">
              <a:defRPr sz="1725" b="0">
                <a:solidFill>
                  <a:srgbClr val="68EDBE"/>
                </a:solidFill>
                <a:latin typeface="Yu Gothic"/>
                <a:ea typeface="Yu Gothic"/>
                <a:cs typeface="Yu Gothic"/>
              </a:defRPr>
            </a:lvl5pPr>
            <a:lvl6pPr algn="l">
              <a:defRPr sz="1725" b="0">
                <a:solidFill>
                  <a:srgbClr val="68EDBE"/>
                </a:solidFill>
                <a:latin typeface="Yu Gothic"/>
                <a:ea typeface="Yu Gothic"/>
                <a:cs typeface="Yu Gothic"/>
              </a:defRPr>
            </a:lvl6pPr>
            <a:lvl7pPr algn="l">
              <a:defRPr sz="1725" b="0">
                <a:solidFill>
                  <a:srgbClr val="68EDBE"/>
                </a:solidFill>
                <a:latin typeface="Yu Gothic"/>
                <a:ea typeface="Yu Gothic"/>
                <a:cs typeface="Yu Gothic"/>
              </a:defRPr>
            </a:lvl7pPr>
            <a:lvl8pPr algn="l">
              <a:defRPr sz="1725" b="0">
                <a:solidFill>
                  <a:srgbClr val="68EDBE"/>
                </a:solidFill>
                <a:latin typeface="Yu Gothic"/>
                <a:ea typeface="Yu Gothic"/>
                <a:cs typeface="Yu Gothic"/>
              </a:defRPr>
            </a:lvl8pPr>
            <a:lvl9pPr algn="l">
              <a:defRPr sz="1725" b="0">
                <a:solidFill>
                  <a:srgbClr val="68EDBE"/>
                </a:solidFill>
                <a:latin typeface="Yu Gothic"/>
                <a:ea typeface="Yu Gothic"/>
                <a:cs typeface="Yu Gothic"/>
              </a:defRPr>
            </a:lvl9pPr>
          </a:lstStyle>
          <a:p xmlns:a="http://schemas.openxmlformats.org/drawingml/2006/main">
            <a:pPr algn="l">
              <a:defRPr sz="1725" b="0">
                <a:solidFill>
                  <a:srgbClr val="68EDBE"/>
                </a:solidFill>
                <a:latin typeface="Yu Gothic"/>
                <a:ea typeface="Yu Gothic"/>
                <a:cs typeface="Yu Gothic"/>
              </a:defRPr>
            </a:pPr>
            <a:r>
              <a:rPr sz="1725" b="0">
                <a:solidFill>
                  <a:srgbClr val="68EDBE"/>
                </a:solidFill>
                <a:latin typeface="Yu Gothic"/>
                <a:ea typeface="Yu Gothic"/>
                <a:cs typeface="Yu Gothic"/>
              </a:rPr>
              <a:t>元のゲームとオブジェクトラベルはゲームのページから利用できる。</a:t>
            </a:r>
          </a:p>
        </p:txBody>
      </p:sp>
      <p:sp>
        <p:nvSpPr>
          <p:cNvPr id="7" name="例をダウンロード ↗">
            <a:extLst xmlns:a="http://schemas.openxmlformats.org/drawingml/2006/main">
              <a:ext uri="{FF2B5EF4-FFF2-40B4-BE49-F238E27FC236}">
                <a16:creationId xmlns:a16="http://schemas.microsoft.com/office/drawing/2014/main" id="{BFFC3CCF-40E9-4AEB-9CEF-2EBA271B15F5}"/>
              </a:ext>
            </a:extLst>
          </p:cNvPr>
          <p:cNvSpPr>
            <a:spLocks xmlns:a="http://schemas.openxmlformats.org/drawingml/2006/main" noGrp="1"/>
          </p:cNvSpPr>
          <p:nvPr/>
        </p:nvSpPr>
        <p:spPr>
          <a:xfrm xmlns:a="http://schemas.openxmlformats.org/drawingml/2006/main">
            <a:off x="590550" y="4933950"/>
            <a:ext cx="10858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1">
                <a:solidFill>
                  <a:srgbClr val="68EDBE"/>
                </a:solidFill>
                <a:latin typeface="Yu Gothic"/>
                <a:ea typeface="Yu Gothic"/>
                <a:cs typeface="Yu Gothic"/>
              </a:defRPr>
            </a:defPPr>
            <a:lvl1pPr algn="l">
              <a:defRPr sz="1725" b="1">
                <a:solidFill>
                  <a:srgbClr val="68EDBE"/>
                </a:solidFill>
                <a:latin typeface="Yu Gothic"/>
                <a:ea typeface="Yu Gothic"/>
                <a:cs typeface="Yu Gothic"/>
              </a:defRPr>
            </a:lvl1pPr>
            <a:lvl2pPr algn="l">
              <a:defRPr sz="1725" b="1">
                <a:solidFill>
                  <a:srgbClr val="68EDBE"/>
                </a:solidFill>
                <a:latin typeface="Yu Gothic"/>
                <a:ea typeface="Yu Gothic"/>
                <a:cs typeface="Yu Gothic"/>
              </a:defRPr>
            </a:lvl2pPr>
            <a:lvl3pPr algn="l">
              <a:defRPr sz="1725" b="1">
                <a:solidFill>
                  <a:srgbClr val="68EDBE"/>
                </a:solidFill>
                <a:latin typeface="Yu Gothic"/>
                <a:ea typeface="Yu Gothic"/>
                <a:cs typeface="Yu Gothic"/>
              </a:defRPr>
            </a:lvl3pPr>
            <a:lvl4pPr algn="l">
              <a:defRPr sz="1725" b="1">
                <a:solidFill>
                  <a:srgbClr val="68EDBE"/>
                </a:solidFill>
                <a:latin typeface="Yu Gothic"/>
                <a:ea typeface="Yu Gothic"/>
                <a:cs typeface="Yu Gothic"/>
              </a:defRPr>
            </a:lvl4pPr>
            <a:lvl5pPr algn="l">
              <a:defRPr sz="1725" b="1">
                <a:solidFill>
                  <a:srgbClr val="68EDBE"/>
                </a:solidFill>
                <a:latin typeface="Yu Gothic"/>
                <a:ea typeface="Yu Gothic"/>
                <a:cs typeface="Yu Gothic"/>
              </a:defRPr>
            </a:lvl5pPr>
            <a:lvl6pPr algn="l">
              <a:defRPr sz="1725" b="1">
                <a:solidFill>
                  <a:srgbClr val="68EDBE"/>
                </a:solidFill>
                <a:latin typeface="Yu Gothic"/>
                <a:ea typeface="Yu Gothic"/>
                <a:cs typeface="Yu Gothic"/>
              </a:defRPr>
            </a:lvl6pPr>
            <a:lvl7pPr algn="l">
              <a:defRPr sz="1725" b="1">
                <a:solidFill>
                  <a:srgbClr val="68EDBE"/>
                </a:solidFill>
                <a:latin typeface="Yu Gothic"/>
                <a:ea typeface="Yu Gothic"/>
                <a:cs typeface="Yu Gothic"/>
              </a:defRPr>
            </a:lvl7pPr>
            <a:lvl8pPr algn="l">
              <a:defRPr sz="1725" b="1">
                <a:solidFill>
                  <a:srgbClr val="68EDBE"/>
                </a:solidFill>
                <a:latin typeface="Yu Gothic"/>
                <a:ea typeface="Yu Gothic"/>
                <a:cs typeface="Yu Gothic"/>
              </a:defRPr>
            </a:lvl8pPr>
            <a:lvl9pPr algn="l">
              <a:defRPr sz="1725" b="1">
                <a:solidFill>
                  <a:srgbClr val="68EDBE"/>
                </a:solidFill>
                <a:latin typeface="Yu Gothic"/>
                <a:ea typeface="Yu Gothic"/>
                <a:cs typeface="Yu Gothic"/>
              </a:defRPr>
            </a:lvl9pPr>
          </a:lstStyle>
          <a:p xmlns:a="http://schemas.openxmlformats.org/drawingml/2006/main">
            <a:pPr algn="l">
              <a:defRPr sz="1725" b="1">
                <a:solidFill>
                  <a:srgbClr val="68EDBE"/>
                </a:solidFill>
                <a:latin typeface="Yu Gothic"/>
                <a:ea typeface="Yu Gothic"/>
                <a:cs typeface="Yu Gothic"/>
              </a:defRPr>
            </a:pPr>
            <a:r>
              <a:rPr sz="1725" b="1">
                <a:solidFill>
                  <a:srgbClr val="68EDBE"/>
                </a:solidFill>
                <a:latin typeface="Yu Gothic"/>
                <a:ea typeface="Yu Gothic"/>
                <a:cs typeface="Yu Gothic"/>
                <a:hlinkClick xmlns:r="http://schemas.openxmlformats.org/officeDocument/2006/relationships" r:id="R154c04a80a3341cc"/>
              </a:rPr>
              <a:t>例をダウンロード ↗</a:t>
            </a:r>
          </a:p>
        </p:txBody>
      </p:sp>
      <p:sp>
        <p:nvSpPr>
          <p:cNvPr id="8" name="actors.py / week7_demo.py">
            <a:extLst xmlns:a="http://schemas.openxmlformats.org/drawingml/2006/main">
              <a:ext uri="{FF2B5EF4-FFF2-40B4-BE49-F238E27FC236}">
                <a16:creationId xmlns:a16="http://schemas.microsoft.com/office/drawing/2014/main" id="{95ED2BA4-B6D2-4440-BF93-5B12C6097AA3}"/>
              </a:ext>
            </a:extLst>
          </p:cNvPr>
          <p:cNvSpPr>
            <a:spLocks xmlns:a="http://schemas.openxmlformats.org/drawingml/2006/main" noGrp="1"/>
          </p:cNvSpPr>
          <p:nvPr/>
        </p:nvSpPr>
        <p:spPr>
          <a:xfrm xmlns:a="http://schemas.openxmlformats.org/drawingml/2006/main">
            <a:off x="590550" y="6543675"/>
            <a:ext cx="10287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EDF4FB"/>
                </a:solidFill>
                <a:latin typeface="Consolas"/>
                <a:ea typeface="Consolas"/>
                <a:cs typeface="Consolas"/>
              </a:defRPr>
            </a:defPPr>
            <a:lvl1pPr algn="l">
              <a:defRPr sz="1200" b="0">
                <a:solidFill>
                  <a:srgbClr val="EDF4FB"/>
                </a:solidFill>
                <a:latin typeface="Consolas"/>
                <a:ea typeface="Consolas"/>
                <a:cs typeface="Consolas"/>
              </a:defRPr>
            </a:lvl1pPr>
            <a:lvl2pPr algn="l">
              <a:defRPr sz="1200" b="0">
                <a:solidFill>
                  <a:srgbClr val="EDF4FB"/>
                </a:solidFill>
                <a:latin typeface="Consolas"/>
                <a:ea typeface="Consolas"/>
                <a:cs typeface="Consolas"/>
              </a:defRPr>
            </a:lvl2pPr>
            <a:lvl3pPr algn="l">
              <a:defRPr sz="1200" b="0">
                <a:solidFill>
                  <a:srgbClr val="EDF4FB"/>
                </a:solidFill>
                <a:latin typeface="Consolas"/>
                <a:ea typeface="Consolas"/>
                <a:cs typeface="Consolas"/>
              </a:defRPr>
            </a:lvl3pPr>
            <a:lvl4pPr algn="l">
              <a:defRPr sz="1200" b="0">
                <a:solidFill>
                  <a:srgbClr val="EDF4FB"/>
                </a:solidFill>
                <a:latin typeface="Consolas"/>
                <a:ea typeface="Consolas"/>
                <a:cs typeface="Consolas"/>
              </a:defRPr>
            </a:lvl4pPr>
            <a:lvl5pPr algn="l">
              <a:defRPr sz="1200" b="0">
                <a:solidFill>
                  <a:srgbClr val="EDF4FB"/>
                </a:solidFill>
                <a:latin typeface="Consolas"/>
                <a:ea typeface="Consolas"/>
                <a:cs typeface="Consolas"/>
              </a:defRPr>
            </a:lvl5pPr>
            <a:lvl6pPr algn="l">
              <a:defRPr sz="1200" b="0">
                <a:solidFill>
                  <a:srgbClr val="EDF4FB"/>
                </a:solidFill>
                <a:latin typeface="Consolas"/>
                <a:ea typeface="Consolas"/>
                <a:cs typeface="Consolas"/>
              </a:defRPr>
            </a:lvl6pPr>
            <a:lvl7pPr algn="l">
              <a:defRPr sz="1200" b="0">
                <a:solidFill>
                  <a:srgbClr val="EDF4FB"/>
                </a:solidFill>
                <a:latin typeface="Consolas"/>
                <a:ea typeface="Consolas"/>
                <a:cs typeface="Consolas"/>
              </a:defRPr>
            </a:lvl7pPr>
            <a:lvl8pPr algn="l">
              <a:defRPr sz="1200" b="0">
                <a:solidFill>
                  <a:srgbClr val="EDF4FB"/>
                </a:solidFill>
                <a:latin typeface="Consolas"/>
                <a:ea typeface="Consolas"/>
                <a:cs typeface="Consolas"/>
              </a:defRPr>
            </a:lvl8pPr>
            <a:lvl9pPr algn="l">
              <a:defRPr sz="1200" b="0">
                <a:solidFill>
                  <a:srgbClr val="EDF4FB"/>
                </a:solidFill>
                <a:latin typeface="Consolas"/>
                <a:ea typeface="Consolas"/>
                <a:cs typeface="Consolas"/>
              </a:defRPr>
            </a:lvl9pPr>
          </a:lstStyle>
          <a:p xmlns:a="http://schemas.openxmlformats.org/drawingml/2006/main">
            <a:pPr algn="l">
              <a:defRPr sz="1200" b="0">
                <a:solidFill>
                  <a:srgbClr val="EDF4FB"/>
                </a:solidFill>
                <a:latin typeface="Consolas"/>
                <a:ea typeface="Consolas"/>
                <a:cs typeface="Consolas"/>
              </a:defRPr>
            </a:pPr>
            <a:r>
              <a:rPr sz="1200" b="0">
                <a:solidFill>
                  <a:srgbClr val="EDF4FB"/>
                </a:solidFill>
                <a:latin typeface="Consolas"/>
                <a:ea typeface="Consolas"/>
                <a:cs typeface="Consolas"/>
              </a:rPr>
              <a:t>actors.py / week7_demo.py</a:t>
            </a:r>
          </a:p>
        </p:txBody>
      </p:sp>
      <p:sp>
        <p:nvSpPr>
          <p:cNvPr id="9" name="23">
            <a:extLst xmlns:a="http://schemas.openxmlformats.org/drawingml/2006/main">
              <a:ext uri="{FF2B5EF4-FFF2-40B4-BE49-F238E27FC236}">
                <a16:creationId xmlns:a16="http://schemas.microsoft.com/office/drawing/2014/main" id="{77853B9F-1D5A-4131-BD7D-7435F50A2AFF}"/>
              </a:ext>
            </a:extLst>
          </p:cNvPr>
          <p:cNvSpPr>
            <a:spLocks xmlns:a="http://schemas.openxmlformats.org/drawingml/2006/main" noGrp="1"/>
          </p:cNvSpPr>
          <p:nvPr/>
        </p:nvSpPr>
        <p:spPr>
          <a:xfrm xmlns:a="http://schemas.openxmlformats.org/drawingml/2006/main">
            <a:off x="11163300" y="6543675"/>
            <a:ext cx="4572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EDF4FB"/>
                </a:solidFill>
                <a:latin typeface="Yu Gothic"/>
                <a:ea typeface="Yu Gothic"/>
                <a:cs typeface="Yu Gothic"/>
              </a:defRPr>
            </a:defPPr>
            <a:lvl1pPr algn="l">
              <a:defRPr sz="1200" b="0">
                <a:solidFill>
                  <a:srgbClr val="EDF4FB"/>
                </a:solidFill>
                <a:latin typeface="Yu Gothic"/>
                <a:ea typeface="Yu Gothic"/>
                <a:cs typeface="Yu Gothic"/>
              </a:defRPr>
            </a:lvl1pPr>
            <a:lvl2pPr algn="l">
              <a:defRPr sz="1200" b="0">
                <a:solidFill>
                  <a:srgbClr val="EDF4FB"/>
                </a:solidFill>
                <a:latin typeface="Yu Gothic"/>
                <a:ea typeface="Yu Gothic"/>
                <a:cs typeface="Yu Gothic"/>
              </a:defRPr>
            </a:lvl2pPr>
            <a:lvl3pPr algn="l">
              <a:defRPr sz="1200" b="0">
                <a:solidFill>
                  <a:srgbClr val="EDF4FB"/>
                </a:solidFill>
                <a:latin typeface="Yu Gothic"/>
                <a:ea typeface="Yu Gothic"/>
                <a:cs typeface="Yu Gothic"/>
              </a:defRPr>
            </a:lvl3pPr>
            <a:lvl4pPr algn="l">
              <a:defRPr sz="1200" b="0">
                <a:solidFill>
                  <a:srgbClr val="EDF4FB"/>
                </a:solidFill>
                <a:latin typeface="Yu Gothic"/>
                <a:ea typeface="Yu Gothic"/>
                <a:cs typeface="Yu Gothic"/>
              </a:defRPr>
            </a:lvl4pPr>
            <a:lvl5pPr algn="l">
              <a:defRPr sz="1200" b="0">
                <a:solidFill>
                  <a:srgbClr val="EDF4FB"/>
                </a:solidFill>
                <a:latin typeface="Yu Gothic"/>
                <a:ea typeface="Yu Gothic"/>
                <a:cs typeface="Yu Gothic"/>
              </a:defRPr>
            </a:lvl5pPr>
            <a:lvl6pPr algn="l">
              <a:defRPr sz="1200" b="0">
                <a:solidFill>
                  <a:srgbClr val="EDF4FB"/>
                </a:solidFill>
                <a:latin typeface="Yu Gothic"/>
                <a:ea typeface="Yu Gothic"/>
                <a:cs typeface="Yu Gothic"/>
              </a:defRPr>
            </a:lvl6pPr>
            <a:lvl7pPr algn="l">
              <a:defRPr sz="1200" b="0">
                <a:solidFill>
                  <a:srgbClr val="EDF4FB"/>
                </a:solidFill>
                <a:latin typeface="Yu Gothic"/>
                <a:ea typeface="Yu Gothic"/>
                <a:cs typeface="Yu Gothic"/>
              </a:defRPr>
            </a:lvl7pPr>
            <a:lvl8pPr algn="l">
              <a:defRPr sz="1200" b="0">
                <a:solidFill>
                  <a:srgbClr val="EDF4FB"/>
                </a:solidFill>
                <a:latin typeface="Yu Gothic"/>
                <a:ea typeface="Yu Gothic"/>
                <a:cs typeface="Yu Gothic"/>
              </a:defRPr>
            </a:lvl8pPr>
            <a:lvl9pPr algn="l">
              <a:defRPr sz="1200" b="0">
                <a:solidFill>
                  <a:srgbClr val="EDF4FB"/>
                </a:solidFill>
                <a:latin typeface="Yu Gothic"/>
                <a:ea typeface="Yu Gothic"/>
                <a:cs typeface="Yu Gothic"/>
              </a:defRPr>
            </a:lvl9pPr>
          </a:lstStyle>
          <a:p xmlns:a="http://schemas.openxmlformats.org/drawingml/2006/main">
            <a:pPr algn="l">
              <a:defRPr sz="1200" b="0">
                <a:solidFill>
                  <a:srgbClr val="EDF4FB"/>
                </a:solidFill>
                <a:latin typeface="Yu Gothic"/>
                <a:ea typeface="Yu Gothic"/>
                <a:cs typeface="Yu Gothic"/>
              </a:defRPr>
            </a:pPr>
            <a:r>
              <a:rPr sz="1200" b="0">
                <a:solidFill>
                  <a:srgbClr val="EDF4FB"/>
                </a:solidFill>
                <a:latin typeface="Yu Gothic"/>
                <a:ea typeface="Yu Gothic"/>
                <a:cs typeface="Yu Gothic"/>
              </a:rPr>
              <a:t>23</a:t>
            </a:r>
          </a:p>
        </p:txBody>
      </p:sp>
    </p:spTree>
    <p:extLst>
      <p:ext uri="{BB962C8B-B14F-4D97-AF65-F5344CB8AC3E}">
        <p14:creationId xmlns:p14="http://schemas.microsoft.com/office/powerpoint/2010/main" val="278335375"/>
      </p:ext>
    </p:extLst>
  </p:cSld>
</p:sld>
</file>

<file path=ppt/slides/slide24.xml><?xml version="1.0" encoding="utf-8"?>
<p:sld xmlns:p="http://schemas.openxmlformats.org/presentationml/2006/main">
  <p:cSld>
    <p:bg>
      <p:bgPr>
        <a:solidFill xmlns:a="http://schemas.openxmlformats.org/drawingml/2006/main">
          <a:srgbClr val="F5F7FA"/>
        </a:solidFill>
      </p:bgPr>
    </p:bg>
    <p:spTree>
      <p:nvGrpSpPr>
        <p:cNvPr id="1" name=""/>
        <p:cNvGrpSpPr/>
        <p:nvPr/>
      </p:nvGrpSpPr>
      <p:grpSpPr>
        <a:xfrm xmlns:a="http://schemas.openxmlformats.org/drawingml/2006/main"/>
      </p:grpSpPr>
      <p:sp>
        <p:nvSpPr>
          <p:cNvPr id="10" name="演習と第8週への接続">
            <a:extLst xmlns:a="http://schemas.openxmlformats.org/drawingml/2006/main">
              <a:ext uri="{FF2B5EF4-FFF2-40B4-BE49-F238E27FC236}">
                <a16:creationId xmlns:a16="http://schemas.microsoft.com/office/drawing/2014/main" id="{96AF6C9D-E1AC-4FF5-81D6-6DC6A7941EF6}"/>
              </a:ext>
            </a:extLst>
          </p:cNvPr>
          <p:cNvSpPr>
            <a:spLocks xmlns:a="http://schemas.openxmlformats.org/drawingml/2006/main" noGrp="1"/>
          </p:cNvSpPr>
          <p:nvPr/>
        </p:nvSpPr>
        <p:spPr>
          <a:xfrm xmlns:a="http://schemas.openxmlformats.org/drawingml/2006/main">
            <a:off x="561975" y="400050"/>
            <a:ext cx="110490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72C40"/>
                </a:solidFill>
                <a:latin typeface="Yu Gothic"/>
                <a:ea typeface="Yu Gothic"/>
                <a:cs typeface="Yu Gothic"/>
              </a:defRPr>
            </a:defPPr>
            <a:lvl1pPr algn="l">
              <a:defRPr sz="3300" b="1">
                <a:solidFill>
                  <a:srgbClr val="172C40"/>
                </a:solidFill>
                <a:latin typeface="Yu Gothic"/>
                <a:ea typeface="Yu Gothic"/>
                <a:cs typeface="Yu Gothic"/>
              </a:defRPr>
            </a:lvl1pPr>
            <a:lvl2pPr algn="l">
              <a:defRPr sz="3300" b="1">
                <a:solidFill>
                  <a:srgbClr val="172C40"/>
                </a:solidFill>
                <a:latin typeface="Yu Gothic"/>
                <a:ea typeface="Yu Gothic"/>
                <a:cs typeface="Yu Gothic"/>
              </a:defRPr>
            </a:lvl2pPr>
            <a:lvl3pPr algn="l">
              <a:defRPr sz="3300" b="1">
                <a:solidFill>
                  <a:srgbClr val="172C40"/>
                </a:solidFill>
                <a:latin typeface="Yu Gothic"/>
                <a:ea typeface="Yu Gothic"/>
                <a:cs typeface="Yu Gothic"/>
              </a:defRPr>
            </a:lvl3pPr>
            <a:lvl4pPr algn="l">
              <a:defRPr sz="3300" b="1">
                <a:solidFill>
                  <a:srgbClr val="172C40"/>
                </a:solidFill>
                <a:latin typeface="Yu Gothic"/>
                <a:ea typeface="Yu Gothic"/>
                <a:cs typeface="Yu Gothic"/>
              </a:defRPr>
            </a:lvl4pPr>
            <a:lvl5pPr algn="l">
              <a:defRPr sz="3300" b="1">
                <a:solidFill>
                  <a:srgbClr val="172C40"/>
                </a:solidFill>
                <a:latin typeface="Yu Gothic"/>
                <a:ea typeface="Yu Gothic"/>
                <a:cs typeface="Yu Gothic"/>
              </a:defRPr>
            </a:lvl5pPr>
            <a:lvl6pPr algn="l">
              <a:defRPr sz="3300" b="1">
                <a:solidFill>
                  <a:srgbClr val="172C40"/>
                </a:solidFill>
                <a:latin typeface="Yu Gothic"/>
                <a:ea typeface="Yu Gothic"/>
                <a:cs typeface="Yu Gothic"/>
              </a:defRPr>
            </a:lvl6pPr>
            <a:lvl7pPr algn="l">
              <a:defRPr sz="3300" b="1">
                <a:solidFill>
                  <a:srgbClr val="172C40"/>
                </a:solidFill>
                <a:latin typeface="Yu Gothic"/>
                <a:ea typeface="Yu Gothic"/>
                <a:cs typeface="Yu Gothic"/>
              </a:defRPr>
            </a:lvl7pPr>
            <a:lvl8pPr algn="l">
              <a:defRPr sz="3300" b="1">
                <a:solidFill>
                  <a:srgbClr val="172C40"/>
                </a:solidFill>
                <a:latin typeface="Yu Gothic"/>
                <a:ea typeface="Yu Gothic"/>
                <a:cs typeface="Yu Gothic"/>
              </a:defRPr>
            </a:lvl8pPr>
            <a:lvl9pPr algn="l">
              <a:defRPr sz="3300" b="1">
                <a:solidFill>
                  <a:srgbClr val="172C40"/>
                </a:solidFill>
                <a:latin typeface="Yu Gothic"/>
                <a:ea typeface="Yu Gothic"/>
                <a:cs typeface="Yu Gothic"/>
              </a:defRPr>
            </a:lvl9pPr>
          </a:lstStyle>
          <a:p xmlns:a="http://schemas.openxmlformats.org/drawingml/2006/main">
            <a:pPr algn="l">
              <a:defRPr sz="3300" b="1">
                <a:solidFill>
                  <a:srgbClr val="172C40"/>
                </a:solidFill>
                <a:latin typeface="Yu Gothic"/>
                <a:ea typeface="Yu Gothic"/>
                <a:cs typeface="Yu Gothic"/>
              </a:defRPr>
            </a:pPr>
            <a:r>
              <a:rPr sz="3300" b="1">
                <a:solidFill>
                  <a:srgbClr val="172C40"/>
                </a:solidFill>
                <a:latin typeface="Yu Gothic"/>
                <a:ea typeface="Yu Gothic"/>
                <a:cs typeface="Yu Gothic"/>
              </a:rPr>
              <a:t>演習と第8週への接続</a:t>
            </a:r>
          </a:p>
        </p:txBody>
      </p:sp>
      <p:sp>
        <p:nvSpPr>
          <p:cNvPr id="2" name="予想してから実行し、観察する">
            <a:extLst xmlns:a="http://schemas.openxmlformats.org/drawingml/2006/main">
              <a:ext uri="{FF2B5EF4-FFF2-40B4-BE49-F238E27FC236}">
                <a16:creationId xmlns:a16="http://schemas.microsoft.com/office/drawing/2014/main" id="{0E495174-5C96-4AEE-931F-79ADD2C913A8}"/>
              </a:ext>
            </a:extLst>
          </p:cNvPr>
          <p:cNvSpPr>
            <a:spLocks xmlns:a="http://schemas.openxmlformats.org/drawingml/2006/main" noGrp="1"/>
          </p:cNvSpPr>
          <p:nvPr/>
        </p:nvSpPr>
        <p:spPr>
          <a:xfrm xmlns:a="http://schemas.openxmlformats.org/drawingml/2006/main">
            <a:off x="581025" y="1123950"/>
            <a:ext cx="1100137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526879"/>
                </a:solidFill>
                <a:latin typeface="Yu Gothic"/>
                <a:ea typeface="Yu Gothic"/>
                <a:cs typeface="Yu Gothic"/>
              </a:defRPr>
            </a:defPPr>
            <a:lvl1pPr algn="l">
              <a:defRPr sz="1800" b="0">
                <a:solidFill>
                  <a:srgbClr val="526879"/>
                </a:solidFill>
                <a:latin typeface="Yu Gothic"/>
                <a:ea typeface="Yu Gothic"/>
                <a:cs typeface="Yu Gothic"/>
              </a:defRPr>
            </a:lvl1pPr>
            <a:lvl2pPr algn="l">
              <a:defRPr sz="1800" b="0">
                <a:solidFill>
                  <a:srgbClr val="526879"/>
                </a:solidFill>
                <a:latin typeface="Yu Gothic"/>
                <a:ea typeface="Yu Gothic"/>
                <a:cs typeface="Yu Gothic"/>
              </a:defRPr>
            </a:lvl2pPr>
            <a:lvl3pPr algn="l">
              <a:defRPr sz="1800" b="0">
                <a:solidFill>
                  <a:srgbClr val="526879"/>
                </a:solidFill>
                <a:latin typeface="Yu Gothic"/>
                <a:ea typeface="Yu Gothic"/>
                <a:cs typeface="Yu Gothic"/>
              </a:defRPr>
            </a:lvl3pPr>
            <a:lvl4pPr algn="l">
              <a:defRPr sz="1800" b="0">
                <a:solidFill>
                  <a:srgbClr val="526879"/>
                </a:solidFill>
                <a:latin typeface="Yu Gothic"/>
                <a:ea typeface="Yu Gothic"/>
                <a:cs typeface="Yu Gothic"/>
              </a:defRPr>
            </a:lvl4pPr>
            <a:lvl5pPr algn="l">
              <a:defRPr sz="1800" b="0">
                <a:solidFill>
                  <a:srgbClr val="526879"/>
                </a:solidFill>
                <a:latin typeface="Yu Gothic"/>
                <a:ea typeface="Yu Gothic"/>
                <a:cs typeface="Yu Gothic"/>
              </a:defRPr>
            </a:lvl5pPr>
            <a:lvl6pPr algn="l">
              <a:defRPr sz="1800" b="0">
                <a:solidFill>
                  <a:srgbClr val="526879"/>
                </a:solidFill>
                <a:latin typeface="Yu Gothic"/>
                <a:ea typeface="Yu Gothic"/>
                <a:cs typeface="Yu Gothic"/>
              </a:defRPr>
            </a:lvl6pPr>
            <a:lvl7pPr algn="l">
              <a:defRPr sz="1800" b="0">
                <a:solidFill>
                  <a:srgbClr val="526879"/>
                </a:solidFill>
                <a:latin typeface="Yu Gothic"/>
                <a:ea typeface="Yu Gothic"/>
                <a:cs typeface="Yu Gothic"/>
              </a:defRPr>
            </a:lvl7pPr>
            <a:lvl8pPr algn="l">
              <a:defRPr sz="1800" b="0">
                <a:solidFill>
                  <a:srgbClr val="526879"/>
                </a:solidFill>
                <a:latin typeface="Yu Gothic"/>
                <a:ea typeface="Yu Gothic"/>
                <a:cs typeface="Yu Gothic"/>
              </a:defRPr>
            </a:lvl8pPr>
            <a:lvl9pPr algn="l">
              <a:defRPr sz="1800" b="0">
                <a:solidFill>
                  <a:srgbClr val="526879"/>
                </a:solidFill>
                <a:latin typeface="Yu Gothic"/>
                <a:ea typeface="Yu Gothic"/>
                <a:cs typeface="Yu Gothic"/>
              </a:defRPr>
            </a:lvl9pPr>
          </a:lstStyle>
          <a:p xmlns:a="http://schemas.openxmlformats.org/drawingml/2006/main">
            <a:pPr algn="l">
              <a:defRPr sz="1800" b="0">
                <a:solidFill>
                  <a:srgbClr val="526879"/>
                </a:solidFill>
                <a:latin typeface="Yu Gothic"/>
                <a:ea typeface="Yu Gothic"/>
                <a:cs typeface="Yu Gothic"/>
              </a:defRPr>
            </a:pPr>
            <a:r>
              <a:rPr sz="1800" b="0">
                <a:solidFill>
                  <a:srgbClr val="526879"/>
                </a:solidFill>
                <a:latin typeface="Yu Gothic"/>
                <a:ea typeface="Yu Gothic"/>
                <a:cs typeface="Yu Gothic"/>
              </a:rPr>
              <a:t>予想してから実行し、観察する</a:t>
            </a:r>
          </a:p>
        </p:txBody>
      </p:sp>
      <p:sp>
        <p:nvSpPr>
          <p:cNvPr id="3" name="01">
            <a:extLst xmlns:a="http://schemas.openxmlformats.org/drawingml/2006/main">
              <a:ext uri="{FF2B5EF4-FFF2-40B4-BE49-F238E27FC236}">
                <a16:creationId xmlns:a16="http://schemas.microsoft.com/office/drawing/2014/main" id="{5431053C-B6DF-415F-9102-9343B94AB436}"/>
              </a:ext>
            </a:extLst>
          </p:cNvPr>
          <p:cNvSpPr>
            <a:spLocks xmlns:a="http://schemas.openxmlformats.org/drawingml/2006/main" noGrp="1"/>
          </p:cNvSpPr>
          <p:nvPr/>
        </p:nvSpPr>
        <p:spPr>
          <a:xfrm xmlns:a="http://schemas.openxmlformats.org/drawingml/2006/main">
            <a:off x="590550" y="1971675"/>
            <a:ext cx="7048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087C62"/>
                </a:solidFill>
                <a:latin typeface="Yu Gothic"/>
                <a:ea typeface="Yu Gothic"/>
                <a:cs typeface="Yu Gothic"/>
              </a:defRPr>
            </a:defPPr>
            <a:lvl1pPr algn="l">
              <a:defRPr sz="2400" b="1">
                <a:solidFill>
                  <a:srgbClr val="087C62"/>
                </a:solidFill>
                <a:latin typeface="Yu Gothic"/>
                <a:ea typeface="Yu Gothic"/>
                <a:cs typeface="Yu Gothic"/>
              </a:defRPr>
            </a:lvl1pPr>
            <a:lvl2pPr algn="l">
              <a:defRPr sz="2400" b="1">
                <a:solidFill>
                  <a:srgbClr val="087C62"/>
                </a:solidFill>
                <a:latin typeface="Yu Gothic"/>
                <a:ea typeface="Yu Gothic"/>
                <a:cs typeface="Yu Gothic"/>
              </a:defRPr>
            </a:lvl2pPr>
            <a:lvl3pPr algn="l">
              <a:defRPr sz="2400" b="1">
                <a:solidFill>
                  <a:srgbClr val="087C62"/>
                </a:solidFill>
                <a:latin typeface="Yu Gothic"/>
                <a:ea typeface="Yu Gothic"/>
                <a:cs typeface="Yu Gothic"/>
              </a:defRPr>
            </a:lvl3pPr>
            <a:lvl4pPr algn="l">
              <a:defRPr sz="2400" b="1">
                <a:solidFill>
                  <a:srgbClr val="087C62"/>
                </a:solidFill>
                <a:latin typeface="Yu Gothic"/>
                <a:ea typeface="Yu Gothic"/>
                <a:cs typeface="Yu Gothic"/>
              </a:defRPr>
            </a:lvl4pPr>
            <a:lvl5pPr algn="l">
              <a:defRPr sz="2400" b="1">
                <a:solidFill>
                  <a:srgbClr val="087C62"/>
                </a:solidFill>
                <a:latin typeface="Yu Gothic"/>
                <a:ea typeface="Yu Gothic"/>
                <a:cs typeface="Yu Gothic"/>
              </a:defRPr>
            </a:lvl5pPr>
            <a:lvl6pPr algn="l">
              <a:defRPr sz="2400" b="1">
                <a:solidFill>
                  <a:srgbClr val="087C62"/>
                </a:solidFill>
                <a:latin typeface="Yu Gothic"/>
                <a:ea typeface="Yu Gothic"/>
                <a:cs typeface="Yu Gothic"/>
              </a:defRPr>
            </a:lvl6pPr>
            <a:lvl7pPr algn="l">
              <a:defRPr sz="2400" b="1">
                <a:solidFill>
                  <a:srgbClr val="087C62"/>
                </a:solidFill>
                <a:latin typeface="Yu Gothic"/>
                <a:ea typeface="Yu Gothic"/>
                <a:cs typeface="Yu Gothic"/>
              </a:defRPr>
            </a:lvl7pPr>
            <a:lvl8pPr algn="l">
              <a:defRPr sz="2400" b="1">
                <a:solidFill>
                  <a:srgbClr val="087C62"/>
                </a:solidFill>
                <a:latin typeface="Yu Gothic"/>
                <a:ea typeface="Yu Gothic"/>
                <a:cs typeface="Yu Gothic"/>
              </a:defRPr>
            </a:lvl8pPr>
            <a:lvl9pPr algn="l">
              <a:defRPr sz="2400" b="1">
                <a:solidFill>
                  <a:srgbClr val="087C62"/>
                </a:solidFill>
                <a:latin typeface="Yu Gothic"/>
                <a:ea typeface="Yu Gothic"/>
                <a:cs typeface="Yu Gothic"/>
              </a:defRPr>
            </a:lvl9pPr>
          </a:lstStyle>
          <a:p xmlns:a="http://schemas.openxmlformats.org/drawingml/2006/main">
            <a:pPr algn="l">
              <a:defRPr sz="2400" b="1">
                <a:solidFill>
                  <a:srgbClr val="087C62"/>
                </a:solidFill>
                <a:latin typeface="Yu Gothic"/>
                <a:ea typeface="Yu Gothic"/>
                <a:cs typeface="Yu Gothic"/>
              </a:defRPr>
            </a:pPr>
            <a:r>
              <a:rPr sz="2400" b="1">
                <a:solidFill>
                  <a:srgbClr val="087C62"/>
                </a:solidFill>
                <a:latin typeface="Yu Gothic"/>
                <a:ea typeface="Yu Gothic"/>
                <a:cs typeface="Yu Gothic"/>
              </a:rPr>
              <a:t>01</a:t>
            </a:r>
          </a:p>
        </p:txBody>
      </p:sp>
      <p:sp>
        <p:nvSpPr>
          <p:cNvPr id="4" name="FastEnemy の速度を 200 に変え、0.25 秒後の位置を求める。">
            <a:extLst xmlns:a="http://schemas.openxmlformats.org/drawingml/2006/main">
              <a:ext uri="{FF2B5EF4-FFF2-40B4-BE49-F238E27FC236}">
                <a16:creationId xmlns:a16="http://schemas.microsoft.com/office/drawing/2014/main" id="{D52B91F3-8ECD-4555-A249-CB847AF1AA13}"/>
              </a:ext>
            </a:extLst>
          </p:cNvPr>
          <p:cNvSpPr>
            <a:spLocks xmlns:a="http://schemas.openxmlformats.org/drawingml/2006/main" noGrp="1"/>
          </p:cNvSpPr>
          <p:nvPr/>
        </p:nvSpPr>
        <p:spPr>
          <a:xfrm xmlns:a="http://schemas.openxmlformats.org/drawingml/2006/main">
            <a:off x="1571625" y="1971675"/>
            <a:ext cx="9858375"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0">
                <a:solidFill>
                  <a:srgbClr val="172C40"/>
                </a:solidFill>
                <a:latin typeface="Yu Gothic"/>
                <a:ea typeface="Yu Gothic"/>
                <a:cs typeface="Yu Gothic"/>
              </a:defRPr>
            </a:defPPr>
            <a:lvl1pPr algn="l">
              <a:defRPr sz="2250" b="0">
                <a:solidFill>
                  <a:srgbClr val="172C40"/>
                </a:solidFill>
                <a:latin typeface="Yu Gothic"/>
                <a:ea typeface="Yu Gothic"/>
                <a:cs typeface="Yu Gothic"/>
              </a:defRPr>
            </a:lvl1pPr>
            <a:lvl2pPr algn="l">
              <a:defRPr sz="2250" b="0">
                <a:solidFill>
                  <a:srgbClr val="172C40"/>
                </a:solidFill>
                <a:latin typeface="Yu Gothic"/>
                <a:ea typeface="Yu Gothic"/>
                <a:cs typeface="Yu Gothic"/>
              </a:defRPr>
            </a:lvl2pPr>
            <a:lvl3pPr algn="l">
              <a:defRPr sz="2250" b="0">
                <a:solidFill>
                  <a:srgbClr val="172C40"/>
                </a:solidFill>
                <a:latin typeface="Yu Gothic"/>
                <a:ea typeface="Yu Gothic"/>
                <a:cs typeface="Yu Gothic"/>
              </a:defRPr>
            </a:lvl3pPr>
            <a:lvl4pPr algn="l">
              <a:defRPr sz="2250" b="0">
                <a:solidFill>
                  <a:srgbClr val="172C40"/>
                </a:solidFill>
                <a:latin typeface="Yu Gothic"/>
                <a:ea typeface="Yu Gothic"/>
                <a:cs typeface="Yu Gothic"/>
              </a:defRPr>
            </a:lvl4pPr>
            <a:lvl5pPr algn="l">
              <a:defRPr sz="2250" b="0">
                <a:solidFill>
                  <a:srgbClr val="172C40"/>
                </a:solidFill>
                <a:latin typeface="Yu Gothic"/>
                <a:ea typeface="Yu Gothic"/>
                <a:cs typeface="Yu Gothic"/>
              </a:defRPr>
            </a:lvl5pPr>
            <a:lvl6pPr algn="l">
              <a:defRPr sz="2250" b="0">
                <a:solidFill>
                  <a:srgbClr val="172C40"/>
                </a:solidFill>
                <a:latin typeface="Yu Gothic"/>
                <a:ea typeface="Yu Gothic"/>
                <a:cs typeface="Yu Gothic"/>
              </a:defRPr>
            </a:lvl6pPr>
            <a:lvl7pPr algn="l">
              <a:defRPr sz="2250" b="0">
                <a:solidFill>
                  <a:srgbClr val="172C40"/>
                </a:solidFill>
                <a:latin typeface="Yu Gothic"/>
                <a:ea typeface="Yu Gothic"/>
                <a:cs typeface="Yu Gothic"/>
              </a:defRPr>
            </a:lvl7pPr>
            <a:lvl8pPr algn="l">
              <a:defRPr sz="2250" b="0">
                <a:solidFill>
                  <a:srgbClr val="172C40"/>
                </a:solidFill>
                <a:latin typeface="Yu Gothic"/>
                <a:ea typeface="Yu Gothic"/>
                <a:cs typeface="Yu Gothic"/>
              </a:defRPr>
            </a:lvl8pPr>
            <a:lvl9pPr algn="l">
              <a:defRPr sz="2250" b="0">
                <a:solidFill>
                  <a:srgbClr val="172C40"/>
                </a:solidFill>
                <a:latin typeface="Yu Gothic"/>
                <a:ea typeface="Yu Gothic"/>
                <a:cs typeface="Yu Gothic"/>
              </a:defRPr>
            </a:lvl9pPr>
          </a:lstStyle>
          <a:p xmlns:a="http://schemas.openxmlformats.org/drawingml/2006/main">
            <a:pPr algn="l">
              <a:defRPr sz="2250" b="0">
                <a:solidFill>
                  <a:srgbClr val="172C40"/>
                </a:solidFill>
                <a:latin typeface="Yu Gothic"/>
                <a:ea typeface="Yu Gothic"/>
                <a:cs typeface="Yu Gothic"/>
              </a:defRPr>
            </a:pPr>
            <a:r>
              <a:rPr sz="2250" b="0">
                <a:solidFill>
                  <a:srgbClr val="172C40"/>
                </a:solidFill>
                <a:latin typeface="Yu Gothic"/>
                <a:ea typeface="Yu Gothic"/>
                <a:cs typeface="Yu Gothic"/>
              </a:rPr>
              <a:t>FastEnemy の速度を 200 に変え、0.25 秒後の位置を求める。</a:t>
            </a:r>
          </a:p>
        </p:txBody>
      </p:sp>
      <p:sp>
        <p:nvSpPr>
          <p:cNvPr id="5" name="02">
            <a:extLst xmlns:a="http://schemas.openxmlformats.org/drawingml/2006/main">
              <a:ext uri="{FF2B5EF4-FFF2-40B4-BE49-F238E27FC236}">
                <a16:creationId xmlns:a16="http://schemas.microsoft.com/office/drawing/2014/main" id="{1CDDC678-80FD-45E6-B0D5-DA1E7DC42A58}"/>
              </a:ext>
            </a:extLst>
          </p:cNvPr>
          <p:cNvSpPr>
            <a:spLocks xmlns:a="http://schemas.openxmlformats.org/drawingml/2006/main" noGrp="1"/>
          </p:cNvSpPr>
          <p:nvPr/>
        </p:nvSpPr>
        <p:spPr>
          <a:xfrm xmlns:a="http://schemas.openxmlformats.org/drawingml/2006/main">
            <a:off x="590550" y="3105150"/>
            <a:ext cx="7048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087C62"/>
                </a:solidFill>
                <a:latin typeface="Yu Gothic"/>
                <a:ea typeface="Yu Gothic"/>
                <a:cs typeface="Yu Gothic"/>
              </a:defRPr>
            </a:defPPr>
            <a:lvl1pPr algn="l">
              <a:defRPr sz="2400" b="1">
                <a:solidFill>
                  <a:srgbClr val="087C62"/>
                </a:solidFill>
                <a:latin typeface="Yu Gothic"/>
                <a:ea typeface="Yu Gothic"/>
                <a:cs typeface="Yu Gothic"/>
              </a:defRPr>
            </a:lvl1pPr>
            <a:lvl2pPr algn="l">
              <a:defRPr sz="2400" b="1">
                <a:solidFill>
                  <a:srgbClr val="087C62"/>
                </a:solidFill>
                <a:latin typeface="Yu Gothic"/>
                <a:ea typeface="Yu Gothic"/>
                <a:cs typeface="Yu Gothic"/>
              </a:defRPr>
            </a:lvl2pPr>
            <a:lvl3pPr algn="l">
              <a:defRPr sz="2400" b="1">
                <a:solidFill>
                  <a:srgbClr val="087C62"/>
                </a:solidFill>
                <a:latin typeface="Yu Gothic"/>
                <a:ea typeface="Yu Gothic"/>
                <a:cs typeface="Yu Gothic"/>
              </a:defRPr>
            </a:lvl3pPr>
            <a:lvl4pPr algn="l">
              <a:defRPr sz="2400" b="1">
                <a:solidFill>
                  <a:srgbClr val="087C62"/>
                </a:solidFill>
                <a:latin typeface="Yu Gothic"/>
                <a:ea typeface="Yu Gothic"/>
                <a:cs typeface="Yu Gothic"/>
              </a:defRPr>
            </a:lvl4pPr>
            <a:lvl5pPr algn="l">
              <a:defRPr sz="2400" b="1">
                <a:solidFill>
                  <a:srgbClr val="087C62"/>
                </a:solidFill>
                <a:latin typeface="Yu Gothic"/>
                <a:ea typeface="Yu Gothic"/>
                <a:cs typeface="Yu Gothic"/>
              </a:defRPr>
            </a:lvl5pPr>
            <a:lvl6pPr algn="l">
              <a:defRPr sz="2400" b="1">
                <a:solidFill>
                  <a:srgbClr val="087C62"/>
                </a:solidFill>
                <a:latin typeface="Yu Gothic"/>
                <a:ea typeface="Yu Gothic"/>
                <a:cs typeface="Yu Gothic"/>
              </a:defRPr>
            </a:lvl6pPr>
            <a:lvl7pPr algn="l">
              <a:defRPr sz="2400" b="1">
                <a:solidFill>
                  <a:srgbClr val="087C62"/>
                </a:solidFill>
                <a:latin typeface="Yu Gothic"/>
                <a:ea typeface="Yu Gothic"/>
                <a:cs typeface="Yu Gothic"/>
              </a:defRPr>
            </a:lvl7pPr>
            <a:lvl8pPr algn="l">
              <a:defRPr sz="2400" b="1">
                <a:solidFill>
                  <a:srgbClr val="087C62"/>
                </a:solidFill>
                <a:latin typeface="Yu Gothic"/>
                <a:ea typeface="Yu Gothic"/>
                <a:cs typeface="Yu Gothic"/>
              </a:defRPr>
            </a:lvl8pPr>
            <a:lvl9pPr algn="l">
              <a:defRPr sz="2400" b="1">
                <a:solidFill>
                  <a:srgbClr val="087C62"/>
                </a:solidFill>
                <a:latin typeface="Yu Gothic"/>
                <a:ea typeface="Yu Gothic"/>
                <a:cs typeface="Yu Gothic"/>
              </a:defRPr>
            </a:lvl9pPr>
          </a:lstStyle>
          <a:p xmlns:a="http://schemas.openxmlformats.org/drawingml/2006/main">
            <a:pPr algn="l">
              <a:defRPr sz="2400" b="1">
                <a:solidFill>
                  <a:srgbClr val="087C62"/>
                </a:solidFill>
                <a:latin typeface="Yu Gothic"/>
                <a:ea typeface="Yu Gothic"/>
                <a:cs typeface="Yu Gothic"/>
              </a:defRPr>
            </a:pPr>
            <a:r>
              <a:rPr sz="2400" b="1">
                <a:solidFill>
                  <a:srgbClr val="087C62"/>
                </a:solidFill>
                <a:latin typeface="Yu Gothic"/>
                <a:ea typeface="Yu Gothic"/>
                <a:cs typeface="Yu Gothic"/>
              </a:rPr>
              <a:t>02</a:t>
            </a:r>
          </a:p>
        </p:txBody>
      </p:sp>
      <p:sp>
        <p:nvSpPr>
          <p:cNvPr id="6" name="答えは (200, 150)。どのクラスのメソッドが位置を更新するか説明する。">
            <a:extLst xmlns:a="http://schemas.openxmlformats.org/drawingml/2006/main">
              <a:ext uri="{FF2B5EF4-FFF2-40B4-BE49-F238E27FC236}">
                <a16:creationId xmlns:a16="http://schemas.microsoft.com/office/drawing/2014/main" id="{7C66C44B-6F6B-4E33-8C1C-E09163D6CF25}"/>
              </a:ext>
            </a:extLst>
          </p:cNvPr>
          <p:cNvSpPr>
            <a:spLocks xmlns:a="http://schemas.openxmlformats.org/drawingml/2006/main" noGrp="1"/>
          </p:cNvSpPr>
          <p:nvPr/>
        </p:nvSpPr>
        <p:spPr>
          <a:xfrm xmlns:a="http://schemas.openxmlformats.org/drawingml/2006/main">
            <a:off x="1571625" y="3105150"/>
            <a:ext cx="9858375"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0">
                <a:solidFill>
                  <a:srgbClr val="172C40"/>
                </a:solidFill>
                <a:latin typeface="Yu Gothic"/>
                <a:ea typeface="Yu Gothic"/>
                <a:cs typeface="Yu Gothic"/>
              </a:defRPr>
            </a:defPPr>
            <a:lvl1pPr algn="l">
              <a:defRPr sz="2250" b="0">
                <a:solidFill>
                  <a:srgbClr val="172C40"/>
                </a:solidFill>
                <a:latin typeface="Yu Gothic"/>
                <a:ea typeface="Yu Gothic"/>
                <a:cs typeface="Yu Gothic"/>
              </a:defRPr>
            </a:lvl1pPr>
            <a:lvl2pPr algn="l">
              <a:defRPr sz="2250" b="0">
                <a:solidFill>
                  <a:srgbClr val="172C40"/>
                </a:solidFill>
                <a:latin typeface="Yu Gothic"/>
                <a:ea typeface="Yu Gothic"/>
                <a:cs typeface="Yu Gothic"/>
              </a:defRPr>
            </a:lvl2pPr>
            <a:lvl3pPr algn="l">
              <a:defRPr sz="2250" b="0">
                <a:solidFill>
                  <a:srgbClr val="172C40"/>
                </a:solidFill>
                <a:latin typeface="Yu Gothic"/>
                <a:ea typeface="Yu Gothic"/>
                <a:cs typeface="Yu Gothic"/>
              </a:defRPr>
            </a:lvl3pPr>
            <a:lvl4pPr algn="l">
              <a:defRPr sz="2250" b="0">
                <a:solidFill>
                  <a:srgbClr val="172C40"/>
                </a:solidFill>
                <a:latin typeface="Yu Gothic"/>
                <a:ea typeface="Yu Gothic"/>
                <a:cs typeface="Yu Gothic"/>
              </a:defRPr>
            </a:lvl4pPr>
            <a:lvl5pPr algn="l">
              <a:defRPr sz="2250" b="0">
                <a:solidFill>
                  <a:srgbClr val="172C40"/>
                </a:solidFill>
                <a:latin typeface="Yu Gothic"/>
                <a:ea typeface="Yu Gothic"/>
                <a:cs typeface="Yu Gothic"/>
              </a:defRPr>
            </a:lvl5pPr>
            <a:lvl6pPr algn="l">
              <a:defRPr sz="2250" b="0">
                <a:solidFill>
                  <a:srgbClr val="172C40"/>
                </a:solidFill>
                <a:latin typeface="Yu Gothic"/>
                <a:ea typeface="Yu Gothic"/>
                <a:cs typeface="Yu Gothic"/>
              </a:defRPr>
            </a:lvl6pPr>
            <a:lvl7pPr algn="l">
              <a:defRPr sz="2250" b="0">
                <a:solidFill>
                  <a:srgbClr val="172C40"/>
                </a:solidFill>
                <a:latin typeface="Yu Gothic"/>
                <a:ea typeface="Yu Gothic"/>
                <a:cs typeface="Yu Gothic"/>
              </a:defRPr>
            </a:lvl7pPr>
            <a:lvl8pPr algn="l">
              <a:defRPr sz="2250" b="0">
                <a:solidFill>
                  <a:srgbClr val="172C40"/>
                </a:solidFill>
                <a:latin typeface="Yu Gothic"/>
                <a:ea typeface="Yu Gothic"/>
                <a:cs typeface="Yu Gothic"/>
              </a:defRPr>
            </a:lvl8pPr>
            <a:lvl9pPr algn="l">
              <a:defRPr sz="2250" b="0">
                <a:solidFill>
                  <a:srgbClr val="172C40"/>
                </a:solidFill>
                <a:latin typeface="Yu Gothic"/>
                <a:ea typeface="Yu Gothic"/>
                <a:cs typeface="Yu Gothic"/>
              </a:defRPr>
            </a:lvl9pPr>
          </a:lstStyle>
          <a:p xmlns:a="http://schemas.openxmlformats.org/drawingml/2006/main">
            <a:pPr algn="l">
              <a:defRPr sz="2250" b="0">
                <a:solidFill>
                  <a:srgbClr val="172C40"/>
                </a:solidFill>
                <a:latin typeface="Yu Gothic"/>
                <a:ea typeface="Yu Gothic"/>
                <a:cs typeface="Yu Gothic"/>
              </a:defRPr>
            </a:pPr>
            <a:r>
              <a:rPr sz="2250" b="0">
                <a:solidFill>
                  <a:srgbClr val="172C40"/>
                </a:solidFill>
                <a:latin typeface="Yu Gothic"/>
                <a:ea typeface="Yu Gothic"/>
                <a:cs typeface="Yu Gothic"/>
              </a:rPr>
              <a:t>答えは (200, 150)。どのクラスのメソッドが位置を更新するか説明する。</a:t>
            </a:r>
          </a:p>
        </p:txBody>
      </p:sp>
      <p:sp>
        <p:nvSpPr>
          <p:cNvPr id="7" name="03">
            <a:extLst xmlns:a="http://schemas.openxmlformats.org/drawingml/2006/main">
              <a:ext uri="{FF2B5EF4-FFF2-40B4-BE49-F238E27FC236}">
                <a16:creationId xmlns:a16="http://schemas.microsoft.com/office/drawing/2014/main" id="{1B2136DE-E913-42EC-A7EE-4F648F315B98}"/>
              </a:ext>
            </a:extLst>
          </p:cNvPr>
          <p:cNvSpPr>
            <a:spLocks xmlns:a="http://schemas.openxmlformats.org/drawingml/2006/main" noGrp="1"/>
          </p:cNvSpPr>
          <p:nvPr/>
        </p:nvSpPr>
        <p:spPr>
          <a:xfrm xmlns:a="http://schemas.openxmlformats.org/drawingml/2006/main">
            <a:off x="590550" y="4238625"/>
            <a:ext cx="7048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087C62"/>
                </a:solidFill>
                <a:latin typeface="Yu Gothic"/>
                <a:ea typeface="Yu Gothic"/>
                <a:cs typeface="Yu Gothic"/>
              </a:defRPr>
            </a:defPPr>
            <a:lvl1pPr algn="l">
              <a:defRPr sz="2400" b="1">
                <a:solidFill>
                  <a:srgbClr val="087C62"/>
                </a:solidFill>
                <a:latin typeface="Yu Gothic"/>
                <a:ea typeface="Yu Gothic"/>
                <a:cs typeface="Yu Gothic"/>
              </a:defRPr>
            </a:lvl1pPr>
            <a:lvl2pPr algn="l">
              <a:defRPr sz="2400" b="1">
                <a:solidFill>
                  <a:srgbClr val="087C62"/>
                </a:solidFill>
                <a:latin typeface="Yu Gothic"/>
                <a:ea typeface="Yu Gothic"/>
                <a:cs typeface="Yu Gothic"/>
              </a:defRPr>
            </a:lvl2pPr>
            <a:lvl3pPr algn="l">
              <a:defRPr sz="2400" b="1">
                <a:solidFill>
                  <a:srgbClr val="087C62"/>
                </a:solidFill>
                <a:latin typeface="Yu Gothic"/>
                <a:ea typeface="Yu Gothic"/>
                <a:cs typeface="Yu Gothic"/>
              </a:defRPr>
            </a:lvl3pPr>
            <a:lvl4pPr algn="l">
              <a:defRPr sz="2400" b="1">
                <a:solidFill>
                  <a:srgbClr val="087C62"/>
                </a:solidFill>
                <a:latin typeface="Yu Gothic"/>
                <a:ea typeface="Yu Gothic"/>
                <a:cs typeface="Yu Gothic"/>
              </a:defRPr>
            </a:lvl4pPr>
            <a:lvl5pPr algn="l">
              <a:defRPr sz="2400" b="1">
                <a:solidFill>
                  <a:srgbClr val="087C62"/>
                </a:solidFill>
                <a:latin typeface="Yu Gothic"/>
                <a:ea typeface="Yu Gothic"/>
                <a:cs typeface="Yu Gothic"/>
              </a:defRPr>
            </a:lvl5pPr>
            <a:lvl6pPr algn="l">
              <a:defRPr sz="2400" b="1">
                <a:solidFill>
                  <a:srgbClr val="087C62"/>
                </a:solidFill>
                <a:latin typeface="Yu Gothic"/>
                <a:ea typeface="Yu Gothic"/>
                <a:cs typeface="Yu Gothic"/>
              </a:defRPr>
            </a:lvl6pPr>
            <a:lvl7pPr algn="l">
              <a:defRPr sz="2400" b="1">
                <a:solidFill>
                  <a:srgbClr val="087C62"/>
                </a:solidFill>
                <a:latin typeface="Yu Gothic"/>
                <a:ea typeface="Yu Gothic"/>
                <a:cs typeface="Yu Gothic"/>
              </a:defRPr>
            </a:lvl7pPr>
            <a:lvl8pPr algn="l">
              <a:defRPr sz="2400" b="1">
                <a:solidFill>
                  <a:srgbClr val="087C62"/>
                </a:solidFill>
                <a:latin typeface="Yu Gothic"/>
                <a:ea typeface="Yu Gothic"/>
                <a:cs typeface="Yu Gothic"/>
              </a:defRPr>
            </a:lvl8pPr>
            <a:lvl9pPr algn="l">
              <a:defRPr sz="2400" b="1">
                <a:solidFill>
                  <a:srgbClr val="087C62"/>
                </a:solidFill>
                <a:latin typeface="Yu Gothic"/>
                <a:ea typeface="Yu Gothic"/>
                <a:cs typeface="Yu Gothic"/>
              </a:defRPr>
            </a:lvl9pPr>
          </a:lstStyle>
          <a:p xmlns:a="http://schemas.openxmlformats.org/drawingml/2006/main">
            <a:pPr algn="l">
              <a:defRPr sz="2400" b="1">
                <a:solidFill>
                  <a:srgbClr val="087C62"/>
                </a:solidFill>
                <a:latin typeface="Yu Gothic"/>
                <a:ea typeface="Yu Gothic"/>
                <a:cs typeface="Yu Gothic"/>
              </a:defRPr>
            </a:pPr>
            <a:r>
              <a:rPr sz="2400" b="1">
                <a:solidFill>
                  <a:srgbClr val="087C62"/>
                </a:solidFill>
                <a:latin typeface="Yu Gothic"/>
                <a:ea typeface="Yu Gothic"/>
                <a:cs typeface="Yu Gothic"/>
              </a:rPr>
              <a:t>03</a:t>
            </a:r>
          </a:p>
        </p:txBody>
      </p:sp>
      <p:sp>
        <p:nvSpPr>
          <p:cNvPr id="8" name="第8週では多態性・ABC・Protocol による共通インターフェースを学ぶ。">
            <a:extLst xmlns:a="http://schemas.openxmlformats.org/drawingml/2006/main">
              <a:ext uri="{FF2B5EF4-FFF2-40B4-BE49-F238E27FC236}">
                <a16:creationId xmlns:a16="http://schemas.microsoft.com/office/drawing/2014/main" id="{9E918FA1-2146-4292-A703-14EE9825695B}"/>
              </a:ext>
            </a:extLst>
          </p:cNvPr>
          <p:cNvSpPr>
            <a:spLocks xmlns:a="http://schemas.openxmlformats.org/drawingml/2006/main" noGrp="1"/>
          </p:cNvSpPr>
          <p:nvPr/>
        </p:nvSpPr>
        <p:spPr>
          <a:xfrm xmlns:a="http://schemas.openxmlformats.org/drawingml/2006/main">
            <a:off x="1571625" y="4238625"/>
            <a:ext cx="9858375"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0">
                <a:solidFill>
                  <a:srgbClr val="172C40"/>
                </a:solidFill>
                <a:latin typeface="Yu Gothic"/>
                <a:ea typeface="Yu Gothic"/>
                <a:cs typeface="Yu Gothic"/>
              </a:defRPr>
            </a:defPPr>
            <a:lvl1pPr algn="l">
              <a:defRPr sz="2250" b="0">
                <a:solidFill>
                  <a:srgbClr val="172C40"/>
                </a:solidFill>
                <a:latin typeface="Yu Gothic"/>
                <a:ea typeface="Yu Gothic"/>
                <a:cs typeface="Yu Gothic"/>
              </a:defRPr>
            </a:lvl1pPr>
            <a:lvl2pPr algn="l">
              <a:defRPr sz="2250" b="0">
                <a:solidFill>
                  <a:srgbClr val="172C40"/>
                </a:solidFill>
                <a:latin typeface="Yu Gothic"/>
                <a:ea typeface="Yu Gothic"/>
                <a:cs typeface="Yu Gothic"/>
              </a:defRPr>
            </a:lvl2pPr>
            <a:lvl3pPr algn="l">
              <a:defRPr sz="2250" b="0">
                <a:solidFill>
                  <a:srgbClr val="172C40"/>
                </a:solidFill>
                <a:latin typeface="Yu Gothic"/>
                <a:ea typeface="Yu Gothic"/>
                <a:cs typeface="Yu Gothic"/>
              </a:defRPr>
            </a:lvl3pPr>
            <a:lvl4pPr algn="l">
              <a:defRPr sz="2250" b="0">
                <a:solidFill>
                  <a:srgbClr val="172C40"/>
                </a:solidFill>
                <a:latin typeface="Yu Gothic"/>
                <a:ea typeface="Yu Gothic"/>
                <a:cs typeface="Yu Gothic"/>
              </a:defRPr>
            </a:lvl4pPr>
            <a:lvl5pPr algn="l">
              <a:defRPr sz="2250" b="0">
                <a:solidFill>
                  <a:srgbClr val="172C40"/>
                </a:solidFill>
                <a:latin typeface="Yu Gothic"/>
                <a:ea typeface="Yu Gothic"/>
                <a:cs typeface="Yu Gothic"/>
              </a:defRPr>
            </a:lvl5pPr>
            <a:lvl6pPr algn="l">
              <a:defRPr sz="2250" b="0">
                <a:solidFill>
                  <a:srgbClr val="172C40"/>
                </a:solidFill>
                <a:latin typeface="Yu Gothic"/>
                <a:ea typeface="Yu Gothic"/>
                <a:cs typeface="Yu Gothic"/>
              </a:defRPr>
            </a:lvl6pPr>
            <a:lvl7pPr algn="l">
              <a:defRPr sz="2250" b="0">
                <a:solidFill>
                  <a:srgbClr val="172C40"/>
                </a:solidFill>
                <a:latin typeface="Yu Gothic"/>
                <a:ea typeface="Yu Gothic"/>
                <a:cs typeface="Yu Gothic"/>
              </a:defRPr>
            </a:lvl7pPr>
            <a:lvl8pPr algn="l">
              <a:defRPr sz="2250" b="0">
                <a:solidFill>
                  <a:srgbClr val="172C40"/>
                </a:solidFill>
                <a:latin typeface="Yu Gothic"/>
                <a:ea typeface="Yu Gothic"/>
                <a:cs typeface="Yu Gothic"/>
              </a:defRPr>
            </a:lvl8pPr>
            <a:lvl9pPr algn="l">
              <a:defRPr sz="2250" b="0">
                <a:solidFill>
                  <a:srgbClr val="172C40"/>
                </a:solidFill>
                <a:latin typeface="Yu Gothic"/>
                <a:ea typeface="Yu Gothic"/>
                <a:cs typeface="Yu Gothic"/>
              </a:defRPr>
            </a:lvl9pPr>
          </a:lstStyle>
          <a:p xmlns:a="http://schemas.openxmlformats.org/drawingml/2006/main">
            <a:pPr algn="l">
              <a:defRPr sz="2250" b="0">
                <a:solidFill>
                  <a:srgbClr val="172C40"/>
                </a:solidFill>
                <a:latin typeface="Yu Gothic"/>
                <a:ea typeface="Yu Gothic"/>
                <a:cs typeface="Yu Gothic"/>
              </a:defRPr>
            </a:pPr>
            <a:r>
              <a:rPr sz="2250" b="0">
                <a:solidFill>
                  <a:srgbClr val="172C40"/>
                </a:solidFill>
                <a:latin typeface="Yu Gothic"/>
                <a:ea typeface="Yu Gothic"/>
                <a:cs typeface="Yu Gothic"/>
              </a:rPr>
              <a:t>第8週では多態性・ABC・Protocol による共通インターフェースを学ぶ。</a:t>
            </a:r>
          </a:p>
        </p:txBody>
      </p:sp>
      <p:sp>
        <p:nvSpPr>
          <p:cNvPr id="9" name="24">
            <a:extLst xmlns:a="http://schemas.openxmlformats.org/drawingml/2006/main">
              <a:ext uri="{FF2B5EF4-FFF2-40B4-BE49-F238E27FC236}">
                <a16:creationId xmlns:a16="http://schemas.microsoft.com/office/drawing/2014/main" id="{90A3B00C-0F67-4FC6-BC35-4A2EB11DA5EF}"/>
              </a:ext>
            </a:extLst>
          </p:cNvPr>
          <p:cNvSpPr>
            <a:spLocks xmlns:a="http://schemas.openxmlformats.org/drawingml/2006/main" noGrp="1"/>
          </p:cNvSpPr>
          <p:nvPr/>
        </p:nvSpPr>
        <p:spPr>
          <a:xfrm xmlns:a="http://schemas.openxmlformats.org/drawingml/2006/main">
            <a:off x="11163300" y="6543675"/>
            <a:ext cx="4572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526879"/>
                </a:solidFill>
                <a:latin typeface="Yu Gothic"/>
                <a:ea typeface="Yu Gothic"/>
                <a:cs typeface="Yu Gothic"/>
              </a:defRPr>
            </a:defPPr>
            <a:lvl1pPr algn="l">
              <a:defRPr sz="1200" b="0">
                <a:solidFill>
                  <a:srgbClr val="526879"/>
                </a:solidFill>
                <a:latin typeface="Yu Gothic"/>
                <a:ea typeface="Yu Gothic"/>
                <a:cs typeface="Yu Gothic"/>
              </a:defRPr>
            </a:lvl1pPr>
            <a:lvl2pPr algn="l">
              <a:defRPr sz="1200" b="0">
                <a:solidFill>
                  <a:srgbClr val="526879"/>
                </a:solidFill>
                <a:latin typeface="Yu Gothic"/>
                <a:ea typeface="Yu Gothic"/>
                <a:cs typeface="Yu Gothic"/>
              </a:defRPr>
            </a:lvl2pPr>
            <a:lvl3pPr algn="l">
              <a:defRPr sz="1200" b="0">
                <a:solidFill>
                  <a:srgbClr val="526879"/>
                </a:solidFill>
                <a:latin typeface="Yu Gothic"/>
                <a:ea typeface="Yu Gothic"/>
                <a:cs typeface="Yu Gothic"/>
              </a:defRPr>
            </a:lvl3pPr>
            <a:lvl4pPr algn="l">
              <a:defRPr sz="1200" b="0">
                <a:solidFill>
                  <a:srgbClr val="526879"/>
                </a:solidFill>
                <a:latin typeface="Yu Gothic"/>
                <a:ea typeface="Yu Gothic"/>
                <a:cs typeface="Yu Gothic"/>
              </a:defRPr>
            </a:lvl4pPr>
            <a:lvl5pPr algn="l">
              <a:defRPr sz="1200" b="0">
                <a:solidFill>
                  <a:srgbClr val="526879"/>
                </a:solidFill>
                <a:latin typeface="Yu Gothic"/>
                <a:ea typeface="Yu Gothic"/>
                <a:cs typeface="Yu Gothic"/>
              </a:defRPr>
            </a:lvl5pPr>
            <a:lvl6pPr algn="l">
              <a:defRPr sz="1200" b="0">
                <a:solidFill>
                  <a:srgbClr val="526879"/>
                </a:solidFill>
                <a:latin typeface="Yu Gothic"/>
                <a:ea typeface="Yu Gothic"/>
                <a:cs typeface="Yu Gothic"/>
              </a:defRPr>
            </a:lvl6pPr>
            <a:lvl7pPr algn="l">
              <a:defRPr sz="1200" b="0">
                <a:solidFill>
                  <a:srgbClr val="526879"/>
                </a:solidFill>
                <a:latin typeface="Yu Gothic"/>
                <a:ea typeface="Yu Gothic"/>
                <a:cs typeface="Yu Gothic"/>
              </a:defRPr>
            </a:lvl7pPr>
            <a:lvl8pPr algn="l">
              <a:defRPr sz="1200" b="0">
                <a:solidFill>
                  <a:srgbClr val="526879"/>
                </a:solidFill>
                <a:latin typeface="Yu Gothic"/>
                <a:ea typeface="Yu Gothic"/>
                <a:cs typeface="Yu Gothic"/>
              </a:defRPr>
            </a:lvl8pPr>
            <a:lvl9pPr algn="l">
              <a:defRPr sz="1200" b="0">
                <a:solidFill>
                  <a:srgbClr val="526879"/>
                </a:solidFill>
                <a:latin typeface="Yu Gothic"/>
                <a:ea typeface="Yu Gothic"/>
                <a:cs typeface="Yu Gothic"/>
              </a:defRPr>
            </a:lvl9pPr>
          </a:lstStyle>
          <a:p xmlns:a="http://schemas.openxmlformats.org/drawingml/2006/main">
            <a:pPr algn="l">
              <a:defRPr sz="1200" b="0">
                <a:solidFill>
                  <a:srgbClr val="526879"/>
                </a:solidFill>
                <a:latin typeface="Yu Gothic"/>
                <a:ea typeface="Yu Gothic"/>
                <a:cs typeface="Yu Gothic"/>
              </a:defRPr>
            </a:pPr>
            <a:r>
              <a:rPr sz="1200" b="0">
                <a:solidFill>
                  <a:srgbClr val="526879"/>
                </a:solidFill>
                <a:latin typeface="Yu Gothic"/>
                <a:ea typeface="Yu Gothic"/>
                <a:cs typeface="Yu Gothic"/>
              </a:rPr>
              <a:t>24</a:t>
            </a:r>
          </a:p>
        </p:txBody>
      </p:sp>
    </p:spTree>
    <p:extLst>
      <p:ext uri="{BB962C8B-B14F-4D97-AF65-F5344CB8AC3E}">
        <p14:creationId xmlns:p14="http://schemas.microsoft.com/office/powerpoint/2010/main" val="84823381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2026-10-28T05:28:35.1580000Z</dcterms:created>
  <dcterms:modified xsi:type="dcterms:W3CDTF">2026-10-28T05:28:35.1580000Z</dcterms:modified>
</coreProperties>
</file>